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" Type="http://schemas.openxmlformats.org/officeDocument/2006/relationships/printerSettings" Target="printerSettings/printerSettings1.bin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" Type="http://schemas.openxmlformats.org/officeDocument/2006/relationships/presProps" Target="presProps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" Type="http://schemas.openxmlformats.org/officeDocument/2006/relationships/viewProps" Target="viewProps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the content for slide 1.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the content for slide 2.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the content for slide 3.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the content for slide 4.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the content for slide 5.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the content for slide 6.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the content for slide 7.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the content for slide 8.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the content for slide 9.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the content for slide 10.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the content for slide 11.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the content for slide 12.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the content for slide 13.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the content for slide 14.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the content for slide 15.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the content for slide 16.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the content for slide 17.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the content for slide 18.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the content for slide 19.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the content for slide 20.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the content for slide 21.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the content for slide 22.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the content for slide 23.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the content for slide 24.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the content for slide 25.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the content for slide 26.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the content for slide 27.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the content for slide 28.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the content for slide 29.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the content for slide 30.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the content for slide 31.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the content for slide 32.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the content for slide 33.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the content for slide 34.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the content for slide 35.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the content for slide 36.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the content for slide 37.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the content for slide 38.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the content for slide 39.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the content for slide 40.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