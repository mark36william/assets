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5.xml" ContentType="application/vnd.openxmlformats-officedocument.theme+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5" r:id="rId4"/>
    <p:sldMasterId id="2147483794" r:id="rId5"/>
    <p:sldMasterId id="2147483734" r:id="rId6"/>
    <p:sldMasterId id="2147483850" r:id="rId7"/>
    <p:sldMasterId id="2147483921" r:id="rId8"/>
    <p:sldMasterId id="2147483948" r:id="rId9"/>
    <p:sldMasterId id="2147483952" r:id="rId10"/>
  </p:sldMasterIdLst>
  <p:notesMasterIdLst>
    <p:notesMasterId r:id="rId45"/>
  </p:notesMasterIdLst>
  <p:sldIdLst>
    <p:sldId id="7784" r:id="rId11"/>
    <p:sldId id="4336" r:id="rId12"/>
    <p:sldId id="7708" r:id="rId13"/>
    <p:sldId id="7700" r:id="rId14"/>
    <p:sldId id="4337" r:id="rId15"/>
    <p:sldId id="7704" r:id="rId16"/>
    <p:sldId id="2147483032" r:id="rId17"/>
    <p:sldId id="4434" r:id="rId18"/>
    <p:sldId id="2147483009" r:id="rId19"/>
    <p:sldId id="2147483008" r:id="rId20"/>
    <p:sldId id="2147482948" r:id="rId21"/>
    <p:sldId id="2147482953" r:id="rId22"/>
    <p:sldId id="2147482970" r:id="rId23"/>
    <p:sldId id="2147483015" r:id="rId24"/>
    <p:sldId id="2147483028" r:id="rId25"/>
    <p:sldId id="2147483026" r:id="rId26"/>
    <p:sldId id="2147483027" r:id="rId27"/>
    <p:sldId id="2147483014" r:id="rId28"/>
    <p:sldId id="2147483029" r:id="rId29"/>
    <p:sldId id="4517" r:id="rId30"/>
    <p:sldId id="2147483030" r:id="rId31"/>
    <p:sldId id="2147483031" r:id="rId32"/>
    <p:sldId id="4280" r:id="rId33"/>
    <p:sldId id="7697" r:id="rId34"/>
    <p:sldId id="4347" r:id="rId35"/>
    <p:sldId id="2147483010" r:id="rId36"/>
    <p:sldId id="2147483006" r:id="rId37"/>
    <p:sldId id="2147483003" r:id="rId38"/>
    <p:sldId id="3321" r:id="rId39"/>
    <p:sldId id="2147483016" r:id="rId40"/>
    <p:sldId id="2147483021" r:id="rId41"/>
    <p:sldId id="7709" r:id="rId42"/>
    <p:sldId id="7691" r:id="rId43"/>
    <p:sldId id="2147483017" r:id="rId44"/>
  </p:sldIdLst>
  <p:sldSz cx="12192000" cy="6858000"/>
  <p:notesSz cx="6858000" cy="9144000"/>
  <p:embeddedFontLst>
    <p:embeddedFont>
      <p:font typeface="Lato Light" panose="020F0502020204030203" pitchFamily="34" charset="0"/>
      <p:regular r:id="rId46"/>
      <p:italic r:id="rId47"/>
    </p:embeddedFont>
    <p:embeddedFont>
      <p:font typeface="Overpass" pitchFamily="2" charset="0"/>
      <p:regular r:id="rId48"/>
      <p:bold r:id="rId49"/>
      <p:italic r:id="rId50"/>
      <p:boldItalic r:id="rId51"/>
    </p:embeddedFont>
    <p:embeddedFont>
      <p:font typeface="Overpass Black" pitchFamily="2" charset="0"/>
      <p:bold r:id="rId52"/>
      <p:boldItalic r:id="rId53"/>
    </p:embeddedFont>
    <p:embeddedFont>
      <p:font typeface="Overpass Medium" pitchFamily="2" charset="0"/>
      <p:regular r:id="rId54"/>
      <p:italic r:id="rId55"/>
    </p:embeddedFont>
    <p:embeddedFont>
      <p:font typeface="Source Sans Pro" panose="020B0503030403020204" pitchFamily="34" charset="0"/>
      <p:regular r:id="rId56"/>
      <p:bold r:id="rId57"/>
      <p:italic r:id="rId58"/>
      <p:boldItalic r:id="rId59"/>
    </p:embeddedFont>
  </p:embeddedFont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CC0F27-AFEC-6C82-CE5E-B3389187C105}" name="Guest User" initials="GU" userId="S::urn:spo:anon#be64b225b38bce7661110791be8d0aae775ff12a75b20bcd18b9b60dcbdec7c5::" providerId="AD"/>
  <p188:author id="{073DB028-DD42-7B75-AA2B-EF3716FB60FE}" name="Cameron Davis-Bean" initials="CDB" userId="S::cameron.bean@allisonpr.com::0b314f83-ccbe-4c2d-b661-4a46f47ec882" providerId="AD"/>
  <p188:author id="{84FAF32D-23D5-2F99-8F8D-0E8EC2CECCB9}" name="Andrea Kundert" initials="AK" userId="S::andrea.kundert@nordicglobal.com::5e4899a0-c4ec-4f6e-a6d4-e734af582c26" providerId="AD"/>
  <p188:author id="{7868A146-569D-2D45-93D7-DCAFC3C3C574}" name="Cameron Davis-Bean" initials="" userId="S::Cameron.Bean@allisonpr.com::0b314f83-ccbe-4c2d-b661-4a46f47ec882" providerId="AD"/>
  <p188:author id="{EFDBFB70-E554-1D5B-1D10-47A5EE309B47}" name="Nathan Beamer" initials="NB" userId="S::nathan.beamer@nordicglobal.com::dcd16ece-f4a9-4475-9d27-aa0f11361bdb" providerId="AD"/>
  <p188:author id="{98328A8D-2B10-4F11-3925-1F6AFFDD16E9}" name="Guest User" initials="GU" userId="S::urn:spo:anon#04631b290e9e1cb9a596463b268abb26a43b0402fe2b74d8ebb4db3f480558b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9B9B9B"/>
    <a:srgbClr val="EA7600"/>
    <a:srgbClr val="9EBCD5"/>
    <a:srgbClr val="F2F2F2"/>
    <a:srgbClr val="EAEAEA"/>
    <a:srgbClr val="E1CD00"/>
    <a:srgbClr val="E5E5E5"/>
    <a:srgbClr val="9D9FA1"/>
    <a:srgbClr val="75BE41"/>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22E0CA-F3D5-4AD0-B3F8-D3492DBF60C9}" v="4" dt="2025-09-17T23:45:57.051"/>
    <p1510:client id="{CCF76A4F-A470-4763-8D14-57B7B60E2228}" v="1" dt="2025-09-17T14:11:36.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6242" autoAdjust="0"/>
  </p:normalViewPr>
  <p:slideViewPr>
    <p:cSldViewPr snapToGrid="0">
      <p:cViewPr varScale="1">
        <p:scale>
          <a:sx n="102" d="100"/>
          <a:sy n="102" d="100"/>
        </p:scale>
        <p:origin x="960" y="318"/>
      </p:cViewPr>
      <p:guideLst>
        <p:guide orient="horz" pos="2136"/>
        <p:guide pos="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font" Target="fonts/font13.fntdata"/><Relationship Id="rId66"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font" Target="fonts/font3.fntdata"/><Relationship Id="rId56" Type="http://schemas.openxmlformats.org/officeDocument/2006/relationships/font" Target="fonts/font11.fntdata"/><Relationship Id="rId64"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font" Target="fonts/font1.fntdata"/><Relationship Id="rId59" Type="http://schemas.openxmlformats.org/officeDocument/2006/relationships/font" Target="fonts/font14.fntdata"/><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font" Target="fonts/font9.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font" Target="fonts/font7.fntdata"/><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Kundert" userId="S::andrea.kundert@nordicglobal.com::5e4899a0-c4ec-4f6e-a6d4-e734af582c26" providerId="AD" clId="Web-{3B9A2E56-A798-FF9A-6A3F-9784DFC243D8}"/>
    <pc:docChg chg="modSld sldOrd">
      <pc:chgData name="Andrea Kundert" userId="S::andrea.kundert@nordicglobal.com::5e4899a0-c4ec-4f6e-a6d4-e734af582c26" providerId="AD" clId="Web-{3B9A2E56-A798-FF9A-6A3F-9784DFC243D8}" dt="2025-09-16T17:34:21.622" v="14" actId="20577"/>
      <pc:docMkLst>
        <pc:docMk/>
      </pc:docMkLst>
      <pc:sldChg chg="mod ord modShow">
        <pc:chgData name="Andrea Kundert" userId="S::andrea.kundert@nordicglobal.com::5e4899a0-c4ec-4f6e-a6d4-e734af582c26" providerId="AD" clId="Web-{3B9A2E56-A798-FF9A-6A3F-9784DFC243D8}" dt="2025-09-16T17:33:45.635" v="2"/>
        <pc:sldMkLst>
          <pc:docMk/>
          <pc:sldMk cId="2214593985" sldId="4280"/>
        </pc:sldMkLst>
      </pc:sldChg>
      <pc:sldChg chg="ord">
        <pc:chgData name="Andrea Kundert" userId="S::andrea.kundert@nordicglobal.com::5e4899a0-c4ec-4f6e-a6d4-e734af582c26" providerId="AD" clId="Web-{3B9A2E56-A798-FF9A-6A3F-9784DFC243D8}" dt="2025-09-16T17:26:59.983" v="0"/>
        <pc:sldMkLst>
          <pc:docMk/>
          <pc:sldMk cId="3732161699" sldId="2147483017"/>
        </pc:sldMkLst>
      </pc:sldChg>
      <pc:sldChg chg="modSp mod ord modShow">
        <pc:chgData name="Andrea Kundert" userId="S::andrea.kundert@nordicglobal.com::5e4899a0-c4ec-4f6e-a6d4-e734af582c26" providerId="AD" clId="Web-{3B9A2E56-A798-FF9A-6A3F-9784DFC243D8}" dt="2025-09-16T17:34:21.622" v="14" actId="20577"/>
        <pc:sldMkLst>
          <pc:docMk/>
          <pc:sldMk cId="3948461650" sldId="2147483024"/>
        </pc:sldMkLst>
        <pc:spChg chg="mod">
          <ac:chgData name="Andrea Kundert" userId="S::andrea.kundert@nordicglobal.com::5e4899a0-c4ec-4f6e-a6d4-e734af582c26" providerId="AD" clId="Web-{3B9A2E56-A798-FF9A-6A3F-9784DFC243D8}" dt="2025-09-16T17:34:21.622" v="14" actId="20577"/>
          <ac:spMkLst>
            <pc:docMk/>
            <pc:sldMk cId="3948461650" sldId="2147483024"/>
            <ac:spMk id="22" creationId="{E3B363F9-267B-1D9F-BAB9-F7088208300B}"/>
          </ac:spMkLst>
        </pc:spChg>
      </pc:sldChg>
    </pc:docChg>
  </pc:docChgLst>
  <pc:docChgLst>
    <pc:chgData name="Andrea Kundert" userId="S::andrea.kundert@nordicglobal.com::5e4899a0-c4ec-4f6e-a6d4-e734af582c26" providerId="AD" clId="Web-{1C1744F7-7125-7F59-461E-79D92600F9B4}"/>
    <pc:docChg chg="modSld">
      <pc:chgData name="Andrea Kundert" userId="S::andrea.kundert@nordicglobal.com::5e4899a0-c4ec-4f6e-a6d4-e734af582c26" providerId="AD" clId="Web-{1C1744F7-7125-7F59-461E-79D92600F9B4}" dt="2025-09-15T13:59:49.493" v="0"/>
      <pc:docMkLst>
        <pc:docMk/>
      </pc:docMkLst>
      <pc:sldChg chg="addSp modSp">
        <pc:chgData name="Andrea Kundert" userId="S::andrea.kundert@nordicglobal.com::5e4899a0-c4ec-4f6e-a6d4-e734af582c26" providerId="AD" clId="Web-{1C1744F7-7125-7F59-461E-79D92600F9B4}" dt="2025-09-15T13:59:49.493" v="0"/>
        <pc:sldMkLst>
          <pc:docMk/>
          <pc:sldMk cId="1138188863" sldId="4441"/>
        </pc:sldMkLst>
      </pc:sldChg>
    </pc:docChg>
  </pc:docChgLst>
  <pc:docChgLst>
    <pc:chgData name="Andrea Kundert" userId="5e4899a0-c4ec-4f6e-a6d4-e734af582c26" providerId="ADAL" clId="{CCF76A4F-A470-4763-8D14-57B7B60E2228}"/>
    <pc:docChg chg="modSld">
      <pc:chgData name="Andrea Kundert" userId="5e4899a0-c4ec-4f6e-a6d4-e734af582c26" providerId="ADAL" clId="{CCF76A4F-A470-4763-8D14-57B7B60E2228}" dt="2025-09-17T14:11:36.909" v="0"/>
      <pc:docMkLst>
        <pc:docMk/>
      </pc:docMkLst>
      <pc:sldChg chg="modSp">
        <pc:chgData name="Andrea Kundert" userId="5e4899a0-c4ec-4f6e-a6d4-e734af582c26" providerId="ADAL" clId="{CCF76A4F-A470-4763-8D14-57B7B60E2228}" dt="2025-09-17T14:11:36.909" v="0"/>
        <pc:sldMkLst>
          <pc:docMk/>
          <pc:sldMk cId="3309099546" sldId="4517"/>
        </pc:sldMkLst>
        <pc:spChg chg="mod">
          <ac:chgData name="Andrea Kundert" userId="5e4899a0-c4ec-4f6e-a6d4-e734af582c26" providerId="ADAL" clId="{CCF76A4F-A470-4763-8D14-57B7B60E2228}" dt="2025-09-17T14:11:36.909" v="0"/>
          <ac:spMkLst>
            <pc:docMk/>
            <pc:sldMk cId="3309099546" sldId="4517"/>
            <ac:spMk id="4" creationId="{0F900771-CE9A-5CF1-197A-91944B78C868}"/>
          </ac:spMkLst>
        </pc:spChg>
      </pc:sldChg>
    </pc:docChg>
  </pc:docChgLst>
  <pc:docChgLst>
    <pc:chgData name="Heath Cloutier" userId="1c2b937d-cf87-449c-98c9-41c9403a8af3" providerId="ADAL" clId="{BB22E0CA-F3D5-4AD0-B3F8-D3492DBF60C9}"/>
    <pc:docChg chg="undo redo custSel addSld delSld modSld sldOrd delMainMaster modMainMaster">
      <pc:chgData name="Heath Cloutier" userId="1c2b937d-cf87-449c-98c9-41c9403a8af3" providerId="ADAL" clId="{BB22E0CA-F3D5-4AD0-B3F8-D3492DBF60C9}" dt="2025-09-17T23:50:31.700" v="6299"/>
      <pc:docMkLst>
        <pc:docMk/>
      </pc:docMkLst>
      <pc:sldChg chg="del">
        <pc:chgData name="Heath Cloutier" userId="1c2b937d-cf87-449c-98c9-41c9403a8af3" providerId="ADAL" clId="{BB22E0CA-F3D5-4AD0-B3F8-D3492DBF60C9}" dt="2025-09-04T22:41:31.926" v="4" actId="47"/>
        <pc:sldMkLst>
          <pc:docMk/>
          <pc:sldMk cId="2289799467" sldId="258"/>
        </pc:sldMkLst>
      </pc:sldChg>
      <pc:sldChg chg="addSp delSp modSp del mod modNotesTx">
        <pc:chgData name="Heath Cloutier" userId="1c2b937d-cf87-449c-98c9-41c9403a8af3" providerId="ADAL" clId="{BB22E0CA-F3D5-4AD0-B3F8-D3492DBF60C9}" dt="2025-09-09T03:36:52.693" v="5087" actId="47"/>
        <pc:sldMkLst>
          <pc:docMk/>
          <pc:sldMk cId="4115168921" sldId="368"/>
        </pc:sldMkLst>
      </pc:sldChg>
      <pc:sldChg chg="modSp del mod">
        <pc:chgData name="Heath Cloutier" userId="1c2b937d-cf87-449c-98c9-41c9403a8af3" providerId="ADAL" clId="{BB22E0CA-F3D5-4AD0-B3F8-D3492DBF60C9}" dt="2025-09-05T23:51:50.641" v="4534" actId="2696"/>
        <pc:sldMkLst>
          <pc:docMk/>
          <pc:sldMk cId="968073199" sldId="3321"/>
        </pc:sldMkLst>
      </pc:sldChg>
      <pc:sldChg chg="add mod modShow">
        <pc:chgData name="Heath Cloutier" userId="1c2b937d-cf87-449c-98c9-41c9403a8af3" providerId="ADAL" clId="{BB22E0CA-F3D5-4AD0-B3F8-D3492DBF60C9}" dt="2025-09-05T23:59:16.975" v="4758" actId="729"/>
        <pc:sldMkLst>
          <pc:docMk/>
          <pc:sldMk cId="2428171246" sldId="3321"/>
        </pc:sldMkLst>
      </pc:sldChg>
      <pc:sldChg chg="add del">
        <pc:chgData name="Heath Cloutier" userId="1c2b937d-cf87-449c-98c9-41c9403a8af3" providerId="ADAL" clId="{BB22E0CA-F3D5-4AD0-B3F8-D3492DBF60C9}" dt="2025-09-04T23:20:58.543" v="188" actId="47"/>
        <pc:sldMkLst>
          <pc:docMk/>
          <pc:sldMk cId="1062181540" sldId="4102"/>
        </pc:sldMkLst>
      </pc:sldChg>
      <pc:sldChg chg="del">
        <pc:chgData name="Heath Cloutier" userId="1c2b937d-cf87-449c-98c9-41c9403a8af3" providerId="ADAL" clId="{BB22E0CA-F3D5-4AD0-B3F8-D3492DBF60C9}" dt="2025-09-04T23:05:19.433" v="42" actId="2696"/>
        <pc:sldMkLst>
          <pc:docMk/>
          <pc:sldMk cId="2556391430" sldId="4102"/>
        </pc:sldMkLst>
      </pc:sldChg>
      <pc:sldChg chg="modSp add del mod">
        <pc:chgData name="Heath Cloutier" userId="1c2b937d-cf87-449c-98c9-41c9403a8af3" providerId="ADAL" clId="{BB22E0CA-F3D5-4AD0-B3F8-D3492DBF60C9}" dt="2025-09-04T23:16:10.024" v="156" actId="47"/>
        <pc:sldMkLst>
          <pc:docMk/>
          <pc:sldMk cId="76328423" sldId="4261"/>
        </pc:sldMkLst>
      </pc:sldChg>
      <pc:sldChg chg="del">
        <pc:chgData name="Heath Cloutier" userId="1c2b937d-cf87-449c-98c9-41c9403a8af3" providerId="ADAL" clId="{BB22E0CA-F3D5-4AD0-B3F8-D3492DBF60C9}" dt="2025-09-04T23:05:19.433" v="42" actId="2696"/>
        <pc:sldMkLst>
          <pc:docMk/>
          <pc:sldMk cId="3568815162" sldId="4261"/>
        </pc:sldMkLst>
      </pc:sldChg>
      <pc:sldChg chg="modSp mod ord">
        <pc:chgData name="Heath Cloutier" userId="1c2b937d-cf87-449c-98c9-41c9403a8af3" providerId="ADAL" clId="{BB22E0CA-F3D5-4AD0-B3F8-D3492DBF60C9}" dt="2025-09-09T21:36:25.618" v="6071"/>
        <pc:sldMkLst>
          <pc:docMk/>
          <pc:sldMk cId="2214593985" sldId="4280"/>
        </pc:sldMkLst>
        <pc:spChg chg="mod">
          <ac:chgData name="Heath Cloutier" userId="1c2b937d-cf87-449c-98c9-41c9403a8af3" providerId="ADAL" clId="{BB22E0CA-F3D5-4AD0-B3F8-D3492DBF60C9}" dt="2025-09-05T23:53:41.958" v="4556" actId="14100"/>
          <ac:spMkLst>
            <pc:docMk/>
            <pc:sldMk cId="2214593985" sldId="4280"/>
            <ac:spMk id="2" creationId="{E28763F2-FE07-3356-3C30-8786645CBA37}"/>
          </ac:spMkLst>
        </pc:spChg>
        <pc:spChg chg="mod">
          <ac:chgData name="Heath Cloutier" userId="1c2b937d-cf87-449c-98c9-41c9403a8af3" providerId="ADAL" clId="{BB22E0CA-F3D5-4AD0-B3F8-D3492DBF60C9}" dt="2025-09-05T23:53:50.322" v="4560" actId="1035"/>
          <ac:spMkLst>
            <pc:docMk/>
            <pc:sldMk cId="2214593985" sldId="4280"/>
            <ac:spMk id="6" creationId="{D7DDF12C-A7D3-01B4-50C6-A849D850C484}"/>
          </ac:spMkLst>
        </pc:spChg>
      </pc:sldChg>
      <pc:sldChg chg="add del">
        <pc:chgData name="Heath Cloutier" userId="1c2b937d-cf87-449c-98c9-41c9403a8af3" providerId="ADAL" clId="{BB22E0CA-F3D5-4AD0-B3F8-D3492DBF60C9}" dt="2025-09-04T23:02:47.293" v="12" actId="2696"/>
        <pc:sldMkLst>
          <pc:docMk/>
          <pc:sldMk cId="2452365811" sldId="4336"/>
        </pc:sldMkLst>
      </pc:sldChg>
      <pc:sldChg chg="add del">
        <pc:chgData name="Heath Cloutier" userId="1c2b937d-cf87-449c-98c9-41c9403a8af3" providerId="ADAL" clId="{BB22E0CA-F3D5-4AD0-B3F8-D3492DBF60C9}" dt="2025-09-04T23:07:26.869" v="55" actId="47"/>
        <pc:sldMkLst>
          <pc:docMk/>
          <pc:sldMk cId="2708735557" sldId="4336"/>
        </pc:sldMkLst>
      </pc:sldChg>
      <pc:sldChg chg="add del">
        <pc:chgData name="Heath Cloutier" userId="1c2b937d-cf87-449c-98c9-41c9403a8af3" providerId="ADAL" clId="{BB22E0CA-F3D5-4AD0-B3F8-D3492DBF60C9}" dt="2025-09-04T23:03:20.295" v="16" actId="2696"/>
        <pc:sldMkLst>
          <pc:docMk/>
          <pc:sldMk cId="4282123044" sldId="4336"/>
        </pc:sldMkLst>
      </pc:sldChg>
      <pc:sldChg chg="modSp mod">
        <pc:chgData name="Heath Cloutier" userId="1c2b937d-cf87-449c-98c9-41c9403a8af3" providerId="ADAL" clId="{BB22E0CA-F3D5-4AD0-B3F8-D3492DBF60C9}" dt="2025-09-05T23:56:07.519" v="4660" actId="1035"/>
        <pc:sldMkLst>
          <pc:docMk/>
          <pc:sldMk cId="1335170976" sldId="4337"/>
        </pc:sldMkLst>
        <pc:spChg chg="mod">
          <ac:chgData name="Heath Cloutier" userId="1c2b937d-cf87-449c-98c9-41c9403a8af3" providerId="ADAL" clId="{BB22E0CA-F3D5-4AD0-B3F8-D3492DBF60C9}" dt="2025-09-05T23:55:58.934" v="4636" actId="255"/>
          <ac:spMkLst>
            <pc:docMk/>
            <pc:sldMk cId="1335170976" sldId="4337"/>
            <ac:spMk id="2" creationId="{69E79DA0-768D-DCB8-A741-0AE722F5ED8A}"/>
          </ac:spMkLst>
        </pc:spChg>
        <pc:cxnChg chg="mod">
          <ac:chgData name="Heath Cloutier" userId="1c2b937d-cf87-449c-98c9-41c9403a8af3" providerId="ADAL" clId="{BB22E0CA-F3D5-4AD0-B3F8-D3492DBF60C9}" dt="2025-09-05T23:56:07.519" v="4660" actId="1035"/>
          <ac:cxnSpMkLst>
            <pc:docMk/>
            <pc:sldMk cId="1335170976" sldId="4337"/>
            <ac:cxnSpMk id="6" creationId="{21D9E439-D81D-B110-19C8-CA36EFE81E58}"/>
          </ac:cxnSpMkLst>
        </pc:cxnChg>
      </pc:sldChg>
      <pc:sldChg chg="add mod modShow">
        <pc:chgData name="Heath Cloutier" userId="1c2b937d-cf87-449c-98c9-41c9403a8af3" providerId="ADAL" clId="{BB22E0CA-F3D5-4AD0-B3F8-D3492DBF60C9}" dt="2025-09-05T22:58:03.167" v="4035" actId="729"/>
        <pc:sldMkLst>
          <pc:docMk/>
          <pc:sldMk cId="35106245" sldId="4347"/>
        </pc:sldMkLst>
      </pc:sldChg>
      <pc:sldChg chg="del modNotesTx">
        <pc:chgData name="Heath Cloutier" userId="1c2b937d-cf87-449c-98c9-41c9403a8af3" providerId="ADAL" clId="{BB22E0CA-F3D5-4AD0-B3F8-D3492DBF60C9}" dt="2025-09-05T22:52:10.037" v="3906" actId="2696"/>
        <pc:sldMkLst>
          <pc:docMk/>
          <pc:sldMk cId="677882189" sldId="4347"/>
        </pc:sldMkLst>
      </pc:sldChg>
      <pc:sldChg chg="add del setBg">
        <pc:chgData name="Heath Cloutier" userId="1c2b937d-cf87-449c-98c9-41c9403a8af3" providerId="ADAL" clId="{BB22E0CA-F3D5-4AD0-B3F8-D3492DBF60C9}" dt="2025-09-04T22:39:38.309" v="3" actId="47"/>
        <pc:sldMkLst>
          <pc:docMk/>
          <pc:sldMk cId="181152253" sldId="4359"/>
        </pc:sldMkLst>
      </pc:sldChg>
      <pc:sldChg chg="add del">
        <pc:chgData name="Heath Cloutier" userId="1c2b937d-cf87-449c-98c9-41c9403a8af3" providerId="ADAL" clId="{BB22E0CA-F3D5-4AD0-B3F8-D3492DBF60C9}" dt="2025-09-04T22:48:25.115" v="5" actId="47"/>
        <pc:sldMkLst>
          <pc:docMk/>
          <pc:sldMk cId="1120553779" sldId="4434"/>
        </pc:sldMkLst>
      </pc:sldChg>
      <pc:sldChg chg="del">
        <pc:chgData name="Heath Cloutier" userId="1c2b937d-cf87-449c-98c9-41c9403a8af3" providerId="ADAL" clId="{BB22E0CA-F3D5-4AD0-B3F8-D3492DBF60C9}" dt="2025-09-04T23:06:55.425" v="52" actId="47"/>
        <pc:sldMkLst>
          <pc:docMk/>
          <pc:sldMk cId="150223121" sldId="4509"/>
        </pc:sldMkLst>
      </pc:sldChg>
      <pc:sldChg chg="ord">
        <pc:chgData name="Heath Cloutier" userId="1c2b937d-cf87-449c-98c9-41c9403a8af3" providerId="ADAL" clId="{BB22E0CA-F3D5-4AD0-B3F8-D3492DBF60C9}" dt="2025-09-11T20:38:57.029" v="6177"/>
        <pc:sldMkLst>
          <pc:docMk/>
          <pc:sldMk cId="3309099546" sldId="4517"/>
        </pc:sldMkLst>
      </pc:sldChg>
      <pc:sldChg chg="del">
        <pc:chgData name="Heath Cloutier" userId="1c2b937d-cf87-449c-98c9-41c9403a8af3" providerId="ADAL" clId="{BB22E0CA-F3D5-4AD0-B3F8-D3492DBF60C9}" dt="2025-09-04T23:07:16.670" v="54" actId="47"/>
        <pc:sldMkLst>
          <pc:docMk/>
          <pc:sldMk cId="1948393523" sldId="7690"/>
        </pc:sldMkLst>
      </pc:sldChg>
      <pc:sldChg chg="modSp mod">
        <pc:chgData name="Heath Cloutier" userId="1c2b937d-cf87-449c-98c9-41c9403a8af3" providerId="ADAL" clId="{BB22E0CA-F3D5-4AD0-B3F8-D3492DBF60C9}" dt="2025-09-04T23:03:34.840" v="39" actId="20577"/>
        <pc:sldMkLst>
          <pc:docMk/>
          <pc:sldMk cId="3076374006" sldId="7691"/>
        </pc:sldMkLst>
        <pc:spChg chg="mod">
          <ac:chgData name="Heath Cloutier" userId="1c2b937d-cf87-449c-98c9-41c9403a8af3" providerId="ADAL" clId="{BB22E0CA-F3D5-4AD0-B3F8-D3492DBF60C9}" dt="2025-09-04T23:03:34.840" v="39" actId="20577"/>
          <ac:spMkLst>
            <pc:docMk/>
            <pc:sldMk cId="3076374006" sldId="7691"/>
            <ac:spMk id="2" creationId="{E629B6AB-1651-DF49-881D-CFACC6E825C0}"/>
          </ac:spMkLst>
        </pc:spChg>
      </pc:sldChg>
      <pc:sldChg chg="del">
        <pc:chgData name="Heath Cloutier" userId="1c2b937d-cf87-449c-98c9-41c9403a8af3" providerId="ADAL" clId="{BB22E0CA-F3D5-4AD0-B3F8-D3492DBF60C9}" dt="2025-09-04T23:05:19.433" v="42" actId="2696"/>
        <pc:sldMkLst>
          <pc:docMk/>
          <pc:sldMk cId="1420618874" sldId="7693"/>
        </pc:sldMkLst>
      </pc:sldChg>
      <pc:sldChg chg="add del">
        <pc:chgData name="Heath Cloutier" userId="1c2b937d-cf87-449c-98c9-41c9403a8af3" providerId="ADAL" clId="{BB22E0CA-F3D5-4AD0-B3F8-D3492DBF60C9}" dt="2025-09-04T23:20:58.543" v="188" actId="47"/>
        <pc:sldMkLst>
          <pc:docMk/>
          <pc:sldMk cId="3133600651" sldId="7693"/>
        </pc:sldMkLst>
      </pc:sldChg>
      <pc:sldChg chg="addSp delSp modSp add del mod ord modAnim">
        <pc:chgData name="Heath Cloutier" userId="1c2b937d-cf87-449c-98c9-41c9403a8af3" providerId="ADAL" clId="{BB22E0CA-F3D5-4AD0-B3F8-D3492DBF60C9}" dt="2025-09-09T18:43:18.538" v="6056" actId="47"/>
        <pc:sldMkLst>
          <pc:docMk/>
          <pc:sldMk cId="2320420765" sldId="7694"/>
        </pc:sldMkLst>
      </pc:sldChg>
      <pc:sldChg chg="add del setBg">
        <pc:chgData name="Heath Cloutier" userId="1c2b937d-cf87-449c-98c9-41c9403a8af3" providerId="ADAL" clId="{BB22E0CA-F3D5-4AD0-B3F8-D3492DBF60C9}" dt="2025-09-09T18:41:37.943" v="6047"/>
        <pc:sldMkLst>
          <pc:docMk/>
          <pc:sldMk cId="3459190203" sldId="7694"/>
        </pc:sldMkLst>
      </pc:sldChg>
      <pc:sldChg chg="del">
        <pc:chgData name="Heath Cloutier" userId="1c2b937d-cf87-449c-98c9-41c9403a8af3" providerId="ADAL" clId="{BB22E0CA-F3D5-4AD0-B3F8-D3492DBF60C9}" dt="2025-09-05T22:51:51.628" v="3901" actId="2696"/>
        <pc:sldMkLst>
          <pc:docMk/>
          <pc:sldMk cId="534348690" sldId="7697"/>
        </pc:sldMkLst>
      </pc:sldChg>
      <pc:sldChg chg="add mod modShow">
        <pc:chgData name="Heath Cloutier" userId="1c2b937d-cf87-449c-98c9-41c9403a8af3" providerId="ADAL" clId="{BB22E0CA-F3D5-4AD0-B3F8-D3492DBF60C9}" dt="2025-09-05T22:52:05.289" v="3905" actId="729"/>
        <pc:sldMkLst>
          <pc:docMk/>
          <pc:sldMk cId="1503631764" sldId="7697"/>
        </pc:sldMkLst>
      </pc:sldChg>
      <pc:sldChg chg="add del setBg">
        <pc:chgData name="Heath Cloutier" userId="1c2b937d-cf87-449c-98c9-41c9403a8af3" providerId="ADAL" clId="{BB22E0CA-F3D5-4AD0-B3F8-D3492DBF60C9}" dt="2025-09-05T22:51:58.227" v="3903"/>
        <pc:sldMkLst>
          <pc:docMk/>
          <pc:sldMk cId="1944740974" sldId="7697"/>
        </pc:sldMkLst>
      </pc:sldChg>
      <pc:sldChg chg="del">
        <pc:chgData name="Heath Cloutier" userId="1c2b937d-cf87-449c-98c9-41c9403a8af3" providerId="ADAL" clId="{BB22E0CA-F3D5-4AD0-B3F8-D3492DBF60C9}" dt="2025-09-04T23:07:10.430" v="53" actId="47"/>
        <pc:sldMkLst>
          <pc:docMk/>
          <pc:sldMk cId="3437129821" sldId="7705"/>
        </pc:sldMkLst>
      </pc:sldChg>
      <pc:sldChg chg="mod ord modShow">
        <pc:chgData name="Heath Cloutier" userId="1c2b937d-cf87-449c-98c9-41c9403a8af3" providerId="ADAL" clId="{BB22E0CA-F3D5-4AD0-B3F8-D3492DBF60C9}" dt="2025-09-10T00:28:33.944" v="6076"/>
        <pc:sldMkLst>
          <pc:docMk/>
          <pc:sldMk cId="2894791400" sldId="7709"/>
        </pc:sldMkLst>
      </pc:sldChg>
      <pc:sldChg chg="del">
        <pc:chgData name="Heath Cloutier" userId="1c2b937d-cf87-449c-98c9-41c9403a8af3" providerId="ADAL" clId="{BB22E0CA-F3D5-4AD0-B3F8-D3492DBF60C9}" dt="2025-09-04T23:07:10.430" v="53" actId="47"/>
        <pc:sldMkLst>
          <pc:docMk/>
          <pc:sldMk cId="2916436685" sldId="7710"/>
        </pc:sldMkLst>
      </pc:sldChg>
      <pc:sldChg chg="modSp del mod modNotesTx">
        <pc:chgData name="Heath Cloutier" userId="1c2b937d-cf87-449c-98c9-41c9403a8af3" providerId="ADAL" clId="{BB22E0CA-F3D5-4AD0-B3F8-D3492DBF60C9}" dt="2025-09-09T18:34:35.136" v="6028" actId="47"/>
        <pc:sldMkLst>
          <pc:docMk/>
          <pc:sldMk cId="3447886279" sldId="7712"/>
        </pc:sldMkLst>
      </pc:sldChg>
      <pc:sldChg chg="add del">
        <pc:chgData name="Heath Cloutier" userId="1c2b937d-cf87-449c-98c9-41c9403a8af3" providerId="ADAL" clId="{BB22E0CA-F3D5-4AD0-B3F8-D3492DBF60C9}" dt="2025-09-04T22:51:11.306" v="9" actId="47"/>
        <pc:sldMkLst>
          <pc:docMk/>
          <pc:sldMk cId="186104274" sldId="7787"/>
        </pc:sldMkLst>
      </pc:sldChg>
      <pc:sldChg chg="add del">
        <pc:chgData name="Heath Cloutier" userId="1c2b937d-cf87-449c-98c9-41c9403a8af3" providerId="ADAL" clId="{BB22E0CA-F3D5-4AD0-B3F8-D3492DBF60C9}" dt="2025-09-04T23:06:19.883" v="48" actId="2696"/>
        <pc:sldMkLst>
          <pc:docMk/>
          <pc:sldMk cId="2197145458" sldId="1443719598"/>
        </pc:sldMkLst>
      </pc:sldChg>
      <pc:sldChg chg="add del modNotesTx">
        <pc:chgData name="Heath Cloutier" userId="1c2b937d-cf87-449c-98c9-41c9403a8af3" providerId="ADAL" clId="{BB22E0CA-F3D5-4AD0-B3F8-D3492DBF60C9}" dt="2025-09-05T06:25:48.249" v="2883" actId="47"/>
        <pc:sldMkLst>
          <pc:docMk/>
          <pc:sldMk cId="4225542588" sldId="1443719598"/>
        </pc:sldMkLst>
      </pc:sldChg>
      <pc:sldChg chg="add del">
        <pc:chgData name="Heath Cloutier" userId="1c2b937d-cf87-449c-98c9-41c9403a8af3" providerId="ADAL" clId="{BB22E0CA-F3D5-4AD0-B3F8-D3492DBF60C9}" dt="2025-09-04T23:04:03.967" v="40" actId="2696"/>
        <pc:sldMkLst>
          <pc:docMk/>
          <pc:sldMk cId="2809304119" sldId="2147482948"/>
        </pc:sldMkLst>
      </pc:sldChg>
      <pc:sldChg chg="modSp add mod ord">
        <pc:chgData name="Heath Cloutier" userId="1c2b937d-cf87-449c-98c9-41c9403a8af3" providerId="ADAL" clId="{BB22E0CA-F3D5-4AD0-B3F8-D3492DBF60C9}" dt="2025-09-17T23:43:59.496" v="6251" actId="20577"/>
        <pc:sldMkLst>
          <pc:docMk/>
          <pc:sldMk cId="4141580378" sldId="2147482948"/>
        </pc:sldMkLst>
        <pc:spChg chg="mod">
          <ac:chgData name="Heath Cloutier" userId="1c2b937d-cf87-449c-98c9-41c9403a8af3" providerId="ADAL" clId="{BB22E0CA-F3D5-4AD0-B3F8-D3492DBF60C9}" dt="2025-09-17T23:43:59.496" v="6251" actId="20577"/>
          <ac:spMkLst>
            <pc:docMk/>
            <pc:sldMk cId="4141580378" sldId="2147482948"/>
            <ac:spMk id="4" creationId="{23C85DE7-D382-0880-5C64-3EBC380C1633}"/>
          </ac:spMkLst>
        </pc:spChg>
      </pc:sldChg>
      <pc:sldChg chg="add del">
        <pc:chgData name="Heath Cloutier" userId="1c2b937d-cf87-449c-98c9-41c9403a8af3" providerId="ADAL" clId="{BB22E0CA-F3D5-4AD0-B3F8-D3492DBF60C9}" dt="2025-09-04T23:04:03.967" v="40" actId="2696"/>
        <pc:sldMkLst>
          <pc:docMk/>
          <pc:sldMk cId="503392824" sldId="2147482953"/>
        </pc:sldMkLst>
      </pc:sldChg>
      <pc:sldChg chg="modSp add mod ord">
        <pc:chgData name="Heath Cloutier" userId="1c2b937d-cf87-449c-98c9-41c9403a8af3" providerId="ADAL" clId="{BB22E0CA-F3D5-4AD0-B3F8-D3492DBF60C9}" dt="2025-09-05T23:58:02.325" v="4740" actId="20577"/>
        <pc:sldMkLst>
          <pc:docMk/>
          <pc:sldMk cId="2034409690" sldId="2147482953"/>
        </pc:sldMkLst>
        <pc:spChg chg="mod">
          <ac:chgData name="Heath Cloutier" userId="1c2b937d-cf87-449c-98c9-41c9403a8af3" providerId="ADAL" clId="{BB22E0CA-F3D5-4AD0-B3F8-D3492DBF60C9}" dt="2025-09-05T23:58:02.325" v="4740" actId="20577"/>
          <ac:spMkLst>
            <pc:docMk/>
            <pc:sldMk cId="2034409690" sldId="2147482953"/>
            <ac:spMk id="39" creationId="{0743E87D-D3E7-4313-43D6-417F6EAF0F3F}"/>
          </ac:spMkLst>
        </pc:spChg>
      </pc:sldChg>
      <pc:sldChg chg="add del">
        <pc:chgData name="Heath Cloutier" userId="1c2b937d-cf87-449c-98c9-41c9403a8af3" providerId="ADAL" clId="{BB22E0CA-F3D5-4AD0-B3F8-D3492DBF60C9}" dt="2025-09-04T22:48:42.764" v="6" actId="47"/>
        <pc:sldMkLst>
          <pc:docMk/>
          <pc:sldMk cId="2012965817" sldId="2147482961"/>
        </pc:sldMkLst>
      </pc:sldChg>
      <pc:sldChg chg="add del">
        <pc:chgData name="Heath Cloutier" userId="1c2b937d-cf87-449c-98c9-41c9403a8af3" providerId="ADAL" clId="{BB22E0CA-F3D5-4AD0-B3F8-D3492DBF60C9}" dt="2025-09-04T23:04:03.967" v="40" actId="2696"/>
        <pc:sldMkLst>
          <pc:docMk/>
          <pc:sldMk cId="3206593323" sldId="2147482965"/>
        </pc:sldMkLst>
      </pc:sldChg>
      <pc:sldChg chg="add del">
        <pc:chgData name="Heath Cloutier" userId="1c2b937d-cf87-449c-98c9-41c9403a8af3" providerId="ADAL" clId="{BB22E0CA-F3D5-4AD0-B3F8-D3492DBF60C9}" dt="2025-09-05T22:53:49.551" v="3908" actId="47"/>
        <pc:sldMkLst>
          <pc:docMk/>
          <pc:sldMk cId="3392284922" sldId="2147482965"/>
        </pc:sldMkLst>
      </pc:sldChg>
      <pc:sldChg chg="add del">
        <pc:chgData name="Heath Cloutier" userId="1c2b937d-cf87-449c-98c9-41c9403a8af3" providerId="ADAL" clId="{BB22E0CA-F3D5-4AD0-B3F8-D3492DBF60C9}" dt="2025-09-05T22:53:49.551" v="3908" actId="47"/>
        <pc:sldMkLst>
          <pc:docMk/>
          <pc:sldMk cId="1877178391" sldId="2147482966"/>
        </pc:sldMkLst>
      </pc:sldChg>
      <pc:sldChg chg="add del">
        <pc:chgData name="Heath Cloutier" userId="1c2b937d-cf87-449c-98c9-41c9403a8af3" providerId="ADAL" clId="{BB22E0CA-F3D5-4AD0-B3F8-D3492DBF60C9}" dt="2025-09-04T23:04:03.967" v="40" actId="2696"/>
        <pc:sldMkLst>
          <pc:docMk/>
          <pc:sldMk cId="4072682939" sldId="2147482966"/>
        </pc:sldMkLst>
      </pc:sldChg>
      <pc:sldChg chg="add ord">
        <pc:chgData name="Heath Cloutier" userId="1c2b937d-cf87-449c-98c9-41c9403a8af3" providerId="ADAL" clId="{BB22E0CA-F3D5-4AD0-B3F8-D3492DBF60C9}" dt="2025-09-05T23:36:20.829" v="4044"/>
        <pc:sldMkLst>
          <pc:docMk/>
          <pc:sldMk cId="590583134" sldId="2147482970"/>
        </pc:sldMkLst>
      </pc:sldChg>
      <pc:sldChg chg="add del">
        <pc:chgData name="Heath Cloutier" userId="1c2b937d-cf87-449c-98c9-41c9403a8af3" providerId="ADAL" clId="{BB22E0CA-F3D5-4AD0-B3F8-D3492DBF60C9}" dt="2025-09-04T23:04:03.967" v="40" actId="2696"/>
        <pc:sldMkLst>
          <pc:docMk/>
          <pc:sldMk cId="1514405232" sldId="2147482970"/>
        </pc:sldMkLst>
      </pc:sldChg>
      <pc:sldChg chg="add del">
        <pc:chgData name="Heath Cloutier" userId="1c2b937d-cf87-449c-98c9-41c9403a8af3" providerId="ADAL" clId="{BB22E0CA-F3D5-4AD0-B3F8-D3492DBF60C9}" dt="2025-09-04T22:51:18.056" v="10" actId="47"/>
        <pc:sldMkLst>
          <pc:docMk/>
          <pc:sldMk cId="1920327610" sldId="2147482983"/>
        </pc:sldMkLst>
      </pc:sldChg>
      <pc:sldChg chg="add del">
        <pc:chgData name="Heath Cloutier" userId="1c2b937d-cf87-449c-98c9-41c9403a8af3" providerId="ADAL" clId="{BB22E0CA-F3D5-4AD0-B3F8-D3492DBF60C9}" dt="2025-09-04T22:52:36.642" v="11" actId="47"/>
        <pc:sldMkLst>
          <pc:docMk/>
          <pc:sldMk cId="3878889004" sldId="2147482986"/>
        </pc:sldMkLst>
      </pc:sldChg>
      <pc:sldChg chg="add del">
        <pc:chgData name="Heath Cloutier" userId="1c2b937d-cf87-449c-98c9-41c9403a8af3" providerId="ADAL" clId="{BB22E0CA-F3D5-4AD0-B3F8-D3492DBF60C9}" dt="2025-09-04T22:51:18.056" v="10" actId="47"/>
        <pc:sldMkLst>
          <pc:docMk/>
          <pc:sldMk cId="759312664" sldId="2147482992"/>
        </pc:sldMkLst>
      </pc:sldChg>
      <pc:sldChg chg="add del">
        <pc:chgData name="Heath Cloutier" userId="1c2b937d-cf87-449c-98c9-41c9403a8af3" providerId="ADAL" clId="{BB22E0CA-F3D5-4AD0-B3F8-D3492DBF60C9}" dt="2025-09-04T22:51:18.056" v="10" actId="47"/>
        <pc:sldMkLst>
          <pc:docMk/>
          <pc:sldMk cId="2170655576" sldId="2147482993"/>
        </pc:sldMkLst>
      </pc:sldChg>
      <pc:sldChg chg="add del">
        <pc:chgData name="Heath Cloutier" userId="1c2b937d-cf87-449c-98c9-41c9403a8af3" providerId="ADAL" clId="{BB22E0CA-F3D5-4AD0-B3F8-D3492DBF60C9}" dt="2025-09-04T22:51:18.056" v="10" actId="47"/>
        <pc:sldMkLst>
          <pc:docMk/>
          <pc:sldMk cId="247385713" sldId="2147482994"/>
        </pc:sldMkLst>
      </pc:sldChg>
      <pc:sldChg chg="add del">
        <pc:chgData name="Heath Cloutier" userId="1c2b937d-cf87-449c-98c9-41c9403a8af3" providerId="ADAL" clId="{BB22E0CA-F3D5-4AD0-B3F8-D3492DBF60C9}" dt="2025-09-04T22:51:18.056" v="10" actId="47"/>
        <pc:sldMkLst>
          <pc:docMk/>
          <pc:sldMk cId="2150703113" sldId="2147482995"/>
        </pc:sldMkLst>
      </pc:sldChg>
      <pc:sldChg chg="add del">
        <pc:chgData name="Heath Cloutier" userId="1c2b937d-cf87-449c-98c9-41c9403a8af3" providerId="ADAL" clId="{BB22E0CA-F3D5-4AD0-B3F8-D3492DBF60C9}" dt="2025-09-04T22:51:18.056" v="10" actId="47"/>
        <pc:sldMkLst>
          <pc:docMk/>
          <pc:sldMk cId="2749148683" sldId="2147482996"/>
        </pc:sldMkLst>
      </pc:sldChg>
      <pc:sldChg chg="add del">
        <pc:chgData name="Heath Cloutier" userId="1c2b937d-cf87-449c-98c9-41c9403a8af3" providerId="ADAL" clId="{BB22E0CA-F3D5-4AD0-B3F8-D3492DBF60C9}" dt="2025-09-04T22:51:18.056" v="10" actId="47"/>
        <pc:sldMkLst>
          <pc:docMk/>
          <pc:sldMk cId="3613123508" sldId="2147482997"/>
        </pc:sldMkLst>
      </pc:sldChg>
      <pc:sldChg chg="add del">
        <pc:chgData name="Heath Cloutier" userId="1c2b937d-cf87-449c-98c9-41c9403a8af3" providerId="ADAL" clId="{BB22E0CA-F3D5-4AD0-B3F8-D3492DBF60C9}" dt="2025-09-04T22:51:18.056" v="10" actId="47"/>
        <pc:sldMkLst>
          <pc:docMk/>
          <pc:sldMk cId="1809094405" sldId="2147482998"/>
        </pc:sldMkLst>
      </pc:sldChg>
      <pc:sldChg chg="add del">
        <pc:chgData name="Heath Cloutier" userId="1c2b937d-cf87-449c-98c9-41c9403a8af3" providerId="ADAL" clId="{BB22E0CA-F3D5-4AD0-B3F8-D3492DBF60C9}" dt="2025-09-04T22:51:18.056" v="10" actId="47"/>
        <pc:sldMkLst>
          <pc:docMk/>
          <pc:sldMk cId="3192785673" sldId="2147483001"/>
        </pc:sldMkLst>
      </pc:sldChg>
      <pc:sldChg chg="addSp delSp modSp add mod ord modAnim modShow modNotesTx">
        <pc:chgData name="Heath Cloutier" userId="1c2b937d-cf87-449c-98c9-41c9403a8af3" providerId="ADAL" clId="{BB22E0CA-F3D5-4AD0-B3F8-D3492DBF60C9}" dt="2025-09-05T23:26:16.134" v="4038"/>
        <pc:sldMkLst>
          <pc:docMk/>
          <pc:sldMk cId="1187691716" sldId="2147483003"/>
        </pc:sldMkLst>
        <pc:spChg chg="mod">
          <ac:chgData name="Heath Cloutier" userId="1c2b937d-cf87-449c-98c9-41c9403a8af3" providerId="ADAL" clId="{BB22E0CA-F3D5-4AD0-B3F8-D3492DBF60C9}" dt="2025-09-04T23:16:31.575" v="160" actId="20577"/>
          <ac:spMkLst>
            <pc:docMk/>
            <pc:sldMk cId="1187691716" sldId="2147483003"/>
            <ac:spMk id="2" creationId="{97CF32E1-5FAE-928C-80C1-4F80692790B6}"/>
          </ac:spMkLst>
        </pc:spChg>
        <pc:spChg chg="mod">
          <ac:chgData name="Heath Cloutier" userId="1c2b937d-cf87-449c-98c9-41c9403a8af3" providerId="ADAL" clId="{BB22E0CA-F3D5-4AD0-B3F8-D3492DBF60C9}" dt="2025-09-04T23:17:44.011" v="172" actId="14100"/>
          <ac:spMkLst>
            <pc:docMk/>
            <pc:sldMk cId="1187691716" sldId="2147483003"/>
            <ac:spMk id="33" creationId="{324EDDB7-196C-0E09-D43F-D8BC0FFB2580}"/>
          </ac:spMkLst>
        </pc:spChg>
        <pc:spChg chg="mod">
          <ac:chgData name="Heath Cloutier" userId="1c2b937d-cf87-449c-98c9-41c9403a8af3" providerId="ADAL" clId="{BB22E0CA-F3D5-4AD0-B3F8-D3492DBF60C9}" dt="2025-09-04T23:18:02.258" v="184" actId="255"/>
          <ac:spMkLst>
            <pc:docMk/>
            <pc:sldMk cId="1187691716" sldId="2147483003"/>
            <ac:spMk id="35" creationId="{068CD43D-CA3A-AFED-F84A-F43E428D3FA9}"/>
          </ac:spMkLst>
        </pc:spChg>
        <pc:grpChg chg="add del mod">
          <ac:chgData name="Heath Cloutier" userId="1c2b937d-cf87-449c-98c9-41c9403a8af3" providerId="ADAL" clId="{BB22E0CA-F3D5-4AD0-B3F8-D3492DBF60C9}" dt="2025-09-04T23:25:09.337" v="703" actId="165"/>
          <ac:grpSpMkLst>
            <pc:docMk/>
            <pc:sldMk cId="1187691716" sldId="2147483003"/>
            <ac:grpSpMk id="175" creationId="{CF4FBE8C-6BF1-B027-0B6F-DFC0CF2924EC}"/>
          </ac:grpSpMkLst>
        </pc:grpChg>
        <pc:picChg chg="mod topLvl">
          <ac:chgData name="Heath Cloutier" userId="1c2b937d-cf87-449c-98c9-41c9403a8af3" providerId="ADAL" clId="{BB22E0CA-F3D5-4AD0-B3F8-D3492DBF60C9}" dt="2025-09-04T23:25:09.337" v="703" actId="165"/>
          <ac:picMkLst>
            <pc:docMk/>
            <pc:sldMk cId="1187691716" sldId="2147483003"/>
            <ac:picMk id="38" creationId="{EE12CA37-6FD6-51D6-6BE4-C3449F3087EA}"/>
          </ac:picMkLst>
        </pc:picChg>
        <pc:picChg chg="mod topLvl">
          <ac:chgData name="Heath Cloutier" userId="1c2b937d-cf87-449c-98c9-41c9403a8af3" providerId="ADAL" clId="{BB22E0CA-F3D5-4AD0-B3F8-D3492DBF60C9}" dt="2025-09-04T23:25:09.337" v="703" actId="165"/>
          <ac:picMkLst>
            <pc:docMk/>
            <pc:sldMk cId="1187691716" sldId="2147483003"/>
            <ac:picMk id="46" creationId="{3F31606F-15F3-862E-3DFA-16EF43AE73BA}"/>
          </ac:picMkLst>
        </pc:picChg>
        <pc:picChg chg="mod topLvl">
          <ac:chgData name="Heath Cloutier" userId="1c2b937d-cf87-449c-98c9-41c9403a8af3" providerId="ADAL" clId="{BB22E0CA-F3D5-4AD0-B3F8-D3492DBF60C9}" dt="2025-09-04T23:25:09.337" v="703" actId="165"/>
          <ac:picMkLst>
            <pc:docMk/>
            <pc:sldMk cId="1187691716" sldId="2147483003"/>
            <ac:picMk id="51" creationId="{F6294730-64A9-9FD7-CB79-361A362599C1}"/>
          </ac:picMkLst>
        </pc:picChg>
        <pc:picChg chg="mod topLvl">
          <ac:chgData name="Heath Cloutier" userId="1c2b937d-cf87-449c-98c9-41c9403a8af3" providerId="ADAL" clId="{BB22E0CA-F3D5-4AD0-B3F8-D3492DBF60C9}" dt="2025-09-04T23:25:09.337" v="703" actId="165"/>
          <ac:picMkLst>
            <pc:docMk/>
            <pc:sldMk cId="1187691716" sldId="2147483003"/>
            <ac:picMk id="52" creationId="{F2A3E90D-1AB7-E31E-8E7B-B78A5A006337}"/>
          </ac:picMkLst>
        </pc:picChg>
        <pc:picChg chg="mod topLvl">
          <ac:chgData name="Heath Cloutier" userId="1c2b937d-cf87-449c-98c9-41c9403a8af3" providerId="ADAL" clId="{BB22E0CA-F3D5-4AD0-B3F8-D3492DBF60C9}" dt="2025-09-04T23:25:09.337" v="703" actId="165"/>
          <ac:picMkLst>
            <pc:docMk/>
            <pc:sldMk cId="1187691716" sldId="2147483003"/>
            <ac:picMk id="55" creationId="{A7728597-0F92-8F33-CBAD-F8E010278678}"/>
          </ac:picMkLst>
        </pc:picChg>
        <pc:picChg chg="mod topLvl">
          <ac:chgData name="Heath Cloutier" userId="1c2b937d-cf87-449c-98c9-41c9403a8af3" providerId="ADAL" clId="{BB22E0CA-F3D5-4AD0-B3F8-D3492DBF60C9}" dt="2025-09-04T23:25:09.337" v="703" actId="165"/>
          <ac:picMkLst>
            <pc:docMk/>
            <pc:sldMk cId="1187691716" sldId="2147483003"/>
            <ac:picMk id="56" creationId="{EFA6513F-B16F-99AA-2758-79E1CD497DF6}"/>
          </ac:picMkLst>
        </pc:picChg>
        <pc:picChg chg="mod topLvl">
          <ac:chgData name="Heath Cloutier" userId="1c2b937d-cf87-449c-98c9-41c9403a8af3" providerId="ADAL" clId="{BB22E0CA-F3D5-4AD0-B3F8-D3492DBF60C9}" dt="2025-09-04T23:25:09.337" v="703" actId="165"/>
          <ac:picMkLst>
            <pc:docMk/>
            <pc:sldMk cId="1187691716" sldId="2147483003"/>
            <ac:picMk id="59" creationId="{80652FF9-1B5D-3091-E1A0-068237A60174}"/>
          </ac:picMkLst>
        </pc:picChg>
        <pc:picChg chg="mod topLvl">
          <ac:chgData name="Heath Cloutier" userId="1c2b937d-cf87-449c-98c9-41c9403a8af3" providerId="ADAL" clId="{BB22E0CA-F3D5-4AD0-B3F8-D3492DBF60C9}" dt="2025-09-04T23:25:09.337" v="703" actId="165"/>
          <ac:picMkLst>
            <pc:docMk/>
            <pc:sldMk cId="1187691716" sldId="2147483003"/>
            <ac:picMk id="60" creationId="{7C9BF4A9-AF4F-4033-67E9-410087B603B0}"/>
          </ac:picMkLst>
        </pc:picChg>
        <pc:picChg chg="mod topLvl">
          <ac:chgData name="Heath Cloutier" userId="1c2b937d-cf87-449c-98c9-41c9403a8af3" providerId="ADAL" clId="{BB22E0CA-F3D5-4AD0-B3F8-D3492DBF60C9}" dt="2025-09-04T23:25:09.337" v="703" actId="165"/>
          <ac:picMkLst>
            <pc:docMk/>
            <pc:sldMk cId="1187691716" sldId="2147483003"/>
            <ac:picMk id="171" creationId="{8ADB568F-CCFA-F038-1747-E73B61FFDB1D}"/>
          </ac:picMkLst>
        </pc:picChg>
      </pc:sldChg>
      <pc:sldChg chg="add del">
        <pc:chgData name="Heath Cloutier" userId="1c2b937d-cf87-449c-98c9-41c9403a8af3" providerId="ADAL" clId="{BB22E0CA-F3D5-4AD0-B3F8-D3492DBF60C9}" dt="2025-09-04T23:05:58.773" v="46" actId="2696"/>
        <pc:sldMkLst>
          <pc:docMk/>
          <pc:sldMk cId="2913899544" sldId="2147483003"/>
        </pc:sldMkLst>
      </pc:sldChg>
      <pc:sldChg chg="add del">
        <pc:chgData name="Heath Cloutier" userId="1c2b937d-cf87-449c-98c9-41c9403a8af3" providerId="ADAL" clId="{BB22E0CA-F3D5-4AD0-B3F8-D3492DBF60C9}" dt="2025-09-04T23:08:40.275" v="60" actId="47"/>
        <pc:sldMkLst>
          <pc:docMk/>
          <pc:sldMk cId="878144745" sldId="2147483004"/>
        </pc:sldMkLst>
      </pc:sldChg>
      <pc:sldChg chg="add del">
        <pc:chgData name="Heath Cloutier" userId="1c2b937d-cf87-449c-98c9-41c9403a8af3" providerId="ADAL" clId="{BB22E0CA-F3D5-4AD0-B3F8-D3492DBF60C9}" dt="2025-09-04T23:02:47.293" v="12" actId="2696"/>
        <pc:sldMkLst>
          <pc:docMk/>
          <pc:sldMk cId="1431501135" sldId="2147483004"/>
        </pc:sldMkLst>
      </pc:sldChg>
      <pc:sldChg chg="add del">
        <pc:chgData name="Heath Cloutier" userId="1c2b937d-cf87-449c-98c9-41c9403a8af3" providerId="ADAL" clId="{BB22E0CA-F3D5-4AD0-B3F8-D3492DBF60C9}" dt="2025-09-04T23:02:57.799" v="14" actId="2696"/>
        <pc:sldMkLst>
          <pc:docMk/>
          <pc:sldMk cId="2092263626" sldId="2147483004"/>
        </pc:sldMkLst>
      </pc:sldChg>
      <pc:sldChg chg="add del">
        <pc:chgData name="Heath Cloutier" userId="1c2b937d-cf87-449c-98c9-41c9403a8af3" providerId="ADAL" clId="{BB22E0CA-F3D5-4AD0-B3F8-D3492DBF60C9}" dt="2025-09-04T23:04:03.967" v="40" actId="2696"/>
        <pc:sldMkLst>
          <pc:docMk/>
          <pc:sldMk cId="618117990" sldId="2147483006"/>
        </pc:sldMkLst>
      </pc:sldChg>
      <pc:sldChg chg="add mod modShow">
        <pc:chgData name="Heath Cloutier" userId="1c2b937d-cf87-449c-98c9-41c9403a8af3" providerId="ADAL" clId="{BB22E0CA-F3D5-4AD0-B3F8-D3492DBF60C9}" dt="2025-09-05T22:58:08.286" v="4036" actId="729"/>
        <pc:sldMkLst>
          <pc:docMk/>
          <pc:sldMk cId="2524228741" sldId="2147483006"/>
        </pc:sldMkLst>
      </pc:sldChg>
      <pc:sldChg chg="add del">
        <pc:chgData name="Heath Cloutier" userId="1c2b937d-cf87-449c-98c9-41c9403a8af3" providerId="ADAL" clId="{BB22E0CA-F3D5-4AD0-B3F8-D3492DBF60C9}" dt="2025-09-05T22:57:50.888" v="4033" actId="2696"/>
        <pc:sldMkLst>
          <pc:docMk/>
          <pc:sldMk cId="2993327162" sldId="2147483006"/>
        </pc:sldMkLst>
      </pc:sldChg>
      <pc:sldChg chg="modSp add mod ord">
        <pc:chgData name="Heath Cloutier" userId="1c2b937d-cf87-449c-98c9-41c9403a8af3" providerId="ADAL" clId="{BB22E0CA-F3D5-4AD0-B3F8-D3492DBF60C9}" dt="2025-09-10T00:43:53.710" v="6083" actId="20577"/>
        <pc:sldMkLst>
          <pc:docMk/>
          <pc:sldMk cId="469718912" sldId="2147483008"/>
        </pc:sldMkLst>
        <pc:spChg chg="mod">
          <ac:chgData name="Heath Cloutier" userId="1c2b937d-cf87-449c-98c9-41c9403a8af3" providerId="ADAL" clId="{BB22E0CA-F3D5-4AD0-B3F8-D3492DBF60C9}" dt="2025-09-10T00:43:53.710" v="6083" actId="20577"/>
          <ac:spMkLst>
            <pc:docMk/>
            <pc:sldMk cId="469718912" sldId="2147483008"/>
            <ac:spMk id="2" creationId="{7F23D222-FA46-95AD-B18E-65DEC66AA664}"/>
          </ac:spMkLst>
        </pc:spChg>
        <pc:spChg chg="mod">
          <ac:chgData name="Heath Cloutier" userId="1c2b937d-cf87-449c-98c9-41c9403a8af3" providerId="ADAL" clId="{BB22E0CA-F3D5-4AD0-B3F8-D3492DBF60C9}" dt="2025-09-05T22:57:22.710" v="4007" actId="20577"/>
          <ac:spMkLst>
            <pc:docMk/>
            <pc:sldMk cId="469718912" sldId="2147483008"/>
            <ac:spMk id="8" creationId="{8F934C0C-9176-5BD8-0005-5C5361CA47E4}"/>
          </ac:spMkLst>
        </pc:spChg>
        <pc:spChg chg="mod">
          <ac:chgData name="Heath Cloutier" userId="1c2b937d-cf87-449c-98c9-41c9403a8af3" providerId="ADAL" clId="{BB22E0CA-F3D5-4AD0-B3F8-D3492DBF60C9}" dt="2025-09-05T22:57:41.506" v="4032" actId="20577"/>
          <ac:spMkLst>
            <pc:docMk/>
            <pc:sldMk cId="469718912" sldId="2147483008"/>
            <ac:spMk id="13" creationId="{4528B70C-6F08-CBFB-AB6D-075A5D0FF019}"/>
          </ac:spMkLst>
        </pc:spChg>
        <pc:spChg chg="mod">
          <ac:chgData name="Heath Cloutier" userId="1c2b937d-cf87-449c-98c9-41c9403a8af3" providerId="ADAL" clId="{BB22E0CA-F3D5-4AD0-B3F8-D3492DBF60C9}" dt="2025-09-05T22:57:36.013" v="4019" actId="20577"/>
          <ac:spMkLst>
            <pc:docMk/>
            <pc:sldMk cId="469718912" sldId="2147483008"/>
            <ac:spMk id="23" creationId="{97ABB5D1-1355-71CB-1200-65E488ABDE75}"/>
          </ac:spMkLst>
        </pc:spChg>
      </pc:sldChg>
      <pc:sldChg chg="add del">
        <pc:chgData name="Heath Cloutier" userId="1c2b937d-cf87-449c-98c9-41c9403a8af3" providerId="ADAL" clId="{BB22E0CA-F3D5-4AD0-B3F8-D3492DBF60C9}" dt="2025-09-04T23:04:03.967" v="40" actId="2696"/>
        <pc:sldMkLst>
          <pc:docMk/>
          <pc:sldMk cId="3436111747" sldId="2147483008"/>
        </pc:sldMkLst>
      </pc:sldChg>
      <pc:sldChg chg="add del">
        <pc:chgData name="Heath Cloutier" userId="1c2b937d-cf87-449c-98c9-41c9403a8af3" providerId="ADAL" clId="{BB22E0CA-F3D5-4AD0-B3F8-D3492DBF60C9}" dt="2025-09-04T23:04:03.967" v="40" actId="2696"/>
        <pc:sldMkLst>
          <pc:docMk/>
          <pc:sldMk cId="23161898" sldId="2147483009"/>
        </pc:sldMkLst>
      </pc:sldChg>
      <pc:sldChg chg="modSp add ord">
        <pc:chgData name="Heath Cloutier" userId="1c2b937d-cf87-449c-98c9-41c9403a8af3" providerId="ADAL" clId="{BB22E0CA-F3D5-4AD0-B3F8-D3492DBF60C9}" dt="2025-09-09T21:34:16.956" v="6067" actId="20577"/>
        <pc:sldMkLst>
          <pc:docMk/>
          <pc:sldMk cId="725063684" sldId="2147483009"/>
        </pc:sldMkLst>
        <pc:spChg chg="mod">
          <ac:chgData name="Heath Cloutier" userId="1c2b937d-cf87-449c-98c9-41c9403a8af3" providerId="ADAL" clId="{BB22E0CA-F3D5-4AD0-B3F8-D3492DBF60C9}" dt="2025-09-09T21:34:16.956" v="6067" actId="20577"/>
          <ac:spMkLst>
            <pc:docMk/>
            <pc:sldMk cId="725063684" sldId="2147483009"/>
            <ac:spMk id="2" creationId="{F648E13D-0455-844B-A82C-3EDA3C49D3F3}"/>
          </ac:spMkLst>
        </pc:spChg>
        <pc:spChg chg="mod">
          <ac:chgData name="Heath Cloutier" userId="1c2b937d-cf87-449c-98c9-41c9403a8af3" providerId="ADAL" clId="{BB22E0CA-F3D5-4AD0-B3F8-D3492DBF60C9}" dt="2025-09-05T22:56:01.529" v="3949" actId="20577"/>
          <ac:spMkLst>
            <pc:docMk/>
            <pc:sldMk cId="725063684" sldId="2147483009"/>
            <ac:spMk id="8" creationId="{6DE22BFA-E8EC-F737-E640-C5FCD86611AA}"/>
          </ac:spMkLst>
        </pc:spChg>
        <pc:spChg chg="mod">
          <ac:chgData name="Heath Cloutier" userId="1c2b937d-cf87-449c-98c9-41c9403a8af3" providerId="ADAL" clId="{BB22E0CA-F3D5-4AD0-B3F8-D3492DBF60C9}" dt="2025-09-05T22:57:04.796" v="3991" actId="20577"/>
          <ac:spMkLst>
            <pc:docMk/>
            <pc:sldMk cId="725063684" sldId="2147483009"/>
            <ac:spMk id="13" creationId="{3A9D42F9-98C3-78C7-404D-A06BBF499DE6}"/>
          </ac:spMkLst>
        </pc:spChg>
        <pc:spChg chg="mod">
          <ac:chgData name="Heath Cloutier" userId="1c2b937d-cf87-449c-98c9-41c9403a8af3" providerId="ADAL" clId="{BB22E0CA-F3D5-4AD0-B3F8-D3492DBF60C9}" dt="2025-09-05T22:56:58.410" v="3978" actId="20577"/>
          <ac:spMkLst>
            <pc:docMk/>
            <pc:sldMk cId="725063684" sldId="2147483009"/>
            <ac:spMk id="23" creationId="{157FDBB9-C082-0F50-1C2F-E003690168A5}"/>
          </ac:spMkLst>
        </pc:spChg>
      </pc:sldChg>
      <pc:sldChg chg="add mod modShow">
        <pc:chgData name="Heath Cloutier" userId="1c2b937d-cf87-449c-98c9-41c9403a8af3" providerId="ADAL" clId="{BB22E0CA-F3D5-4AD0-B3F8-D3492DBF60C9}" dt="2025-09-05T22:58:03.167" v="4035" actId="729"/>
        <pc:sldMkLst>
          <pc:docMk/>
          <pc:sldMk cId="46309339" sldId="2147483010"/>
        </pc:sldMkLst>
      </pc:sldChg>
      <pc:sldChg chg="add del">
        <pc:chgData name="Heath Cloutier" userId="1c2b937d-cf87-449c-98c9-41c9403a8af3" providerId="ADAL" clId="{BB22E0CA-F3D5-4AD0-B3F8-D3492DBF60C9}" dt="2025-09-04T23:04:03.967" v="40" actId="2696"/>
        <pc:sldMkLst>
          <pc:docMk/>
          <pc:sldMk cId="1734721360" sldId="2147483010"/>
        </pc:sldMkLst>
      </pc:sldChg>
      <pc:sldChg chg="add del">
        <pc:chgData name="Heath Cloutier" userId="1c2b937d-cf87-449c-98c9-41c9403a8af3" providerId="ADAL" clId="{BB22E0CA-F3D5-4AD0-B3F8-D3492DBF60C9}" dt="2025-09-05T22:57:50.888" v="4033" actId="2696"/>
        <pc:sldMkLst>
          <pc:docMk/>
          <pc:sldMk cId="3455942364" sldId="2147483010"/>
        </pc:sldMkLst>
      </pc:sldChg>
      <pc:sldChg chg="add del setBg">
        <pc:chgData name="Heath Cloutier" userId="1c2b937d-cf87-449c-98c9-41c9403a8af3" providerId="ADAL" clId="{BB22E0CA-F3D5-4AD0-B3F8-D3492DBF60C9}" dt="2025-09-04T22:39:38.309" v="3" actId="47"/>
        <pc:sldMkLst>
          <pc:docMk/>
          <pc:sldMk cId="3103371965" sldId="2147483012"/>
        </pc:sldMkLst>
      </pc:sldChg>
      <pc:sldChg chg="add del setBg">
        <pc:chgData name="Heath Cloutier" userId="1c2b937d-cf87-449c-98c9-41c9403a8af3" providerId="ADAL" clId="{BB22E0CA-F3D5-4AD0-B3F8-D3492DBF60C9}" dt="2025-09-04T22:39:38.309" v="3" actId="47"/>
        <pc:sldMkLst>
          <pc:docMk/>
          <pc:sldMk cId="359868139" sldId="2147483013"/>
        </pc:sldMkLst>
      </pc:sldChg>
      <pc:sldChg chg="add">
        <pc:chgData name="Heath Cloutier" userId="1c2b937d-cf87-449c-98c9-41c9403a8af3" providerId="ADAL" clId="{BB22E0CA-F3D5-4AD0-B3F8-D3492DBF60C9}" dt="2025-09-04T23:06:50.228" v="51"/>
        <pc:sldMkLst>
          <pc:docMk/>
          <pc:sldMk cId="464274298" sldId="2147483014"/>
        </pc:sldMkLst>
      </pc:sldChg>
      <pc:sldChg chg="add del">
        <pc:chgData name="Heath Cloutier" userId="1c2b937d-cf87-449c-98c9-41c9403a8af3" providerId="ADAL" clId="{BB22E0CA-F3D5-4AD0-B3F8-D3492DBF60C9}" dt="2025-09-04T23:06:48.457" v="50" actId="2696"/>
        <pc:sldMkLst>
          <pc:docMk/>
          <pc:sldMk cId="2842105087" sldId="2147483014"/>
        </pc:sldMkLst>
      </pc:sldChg>
      <pc:sldChg chg="add del">
        <pc:chgData name="Heath Cloutier" userId="1c2b937d-cf87-449c-98c9-41c9403a8af3" providerId="ADAL" clId="{BB22E0CA-F3D5-4AD0-B3F8-D3492DBF60C9}" dt="2025-09-04T23:04:03.967" v="40" actId="2696"/>
        <pc:sldMkLst>
          <pc:docMk/>
          <pc:sldMk cId="789774882" sldId="2147483015"/>
        </pc:sldMkLst>
      </pc:sldChg>
      <pc:sldChg chg="add ord">
        <pc:chgData name="Heath Cloutier" userId="1c2b937d-cf87-449c-98c9-41c9403a8af3" providerId="ADAL" clId="{BB22E0CA-F3D5-4AD0-B3F8-D3492DBF60C9}" dt="2025-09-05T23:36:34.142" v="4046"/>
        <pc:sldMkLst>
          <pc:docMk/>
          <pc:sldMk cId="2337077894" sldId="2147483015"/>
        </pc:sldMkLst>
      </pc:sldChg>
      <pc:sldChg chg="add del setBg">
        <pc:chgData name="Heath Cloutier" userId="1c2b937d-cf87-449c-98c9-41c9403a8af3" providerId="ADAL" clId="{BB22E0CA-F3D5-4AD0-B3F8-D3492DBF60C9}" dt="2025-09-06T00:10:13.221" v="5046"/>
        <pc:sldMkLst>
          <pc:docMk/>
          <pc:sldMk cId="942959608" sldId="2147483016"/>
        </pc:sldMkLst>
      </pc:sldChg>
      <pc:sldChg chg="add mod modShow">
        <pc:chgData name="Heath Cloutier" userId="1c2b937d-cf87-449c-98c9-41c9403a8af3" providerId="ADAL" clId="{BB22E0CA-F3D5-4AD0-B3F8-D3492DBF60C9}" dt="2025-09-06T00:10:19.264" v="5048" actId="729"/>
        <pc:sldMkLst>
          <pc:docMk/>
          <pc:sldMk cId="1611037444" sldId="2147483016"/>
        </pc:sldMkLst>
      </pc:sldChg>
      <pc:sldChg chg="add del ord">
        <pc:chgData name="Heath Cloutier" userId="1c2b937d-cf87-449c-98c9-41c9403a8af3" providerId="ADAL" clId="{BB22E0CA-F3D5-4AD0-B3F8-D3492DBF60C9}" dt="2025-09-06T00:10:05.452" v="5044" actId="2696"/>
        <pc:sldMkLst>
          <pc:docMk/>
          <pc:sldMk cId="4100302471" sldId="2147483016"/>
        </pc:sldMkLst>
      </pc:sldChg>
      <pc:sldChg chg="add del">
        <pc:chgData name="Heath Cloutier" userId="1c2b937d-cf87-449c-98c9-41c9403a8af3" providerId="ADAL" clId="{BB22E0CA-F3D5-4AD0-B3F8-D3492DBF60C9}" dt="2025-09-04T23:04:03.967" v="40" actId="2696"/>
        <pc:sldMkLst>
          <pc:docMk/>
          <pc:sldMk cId="4182225317" sldId="2147483016"/>
        </pc:sldMkLst>
      </pc:sldChg>
      <pc:sldChg chg="add del">
        <pc:chgData name="Heath Cloutier" userId="1c2b937d-cf87-449c-98c9-41c9403a8af3" providerId="ADAL" clId="{BB22E0CA-F3D5-4AD0-B3F8-D3492DBF60C9}" dt="2025-09-04T23:05:42.944" v="44" actId="2696"/>
        <pc:sldMkLst>
          <pc:docMk/>
          <pc:sldMk cId="3543152171" sldId="2147483017"/>
        </pc:sldMkLst>
      </pc:sldChg>
      <pc:sldChg chg="addSp modSp add mod ord modNotesTx">
        <pc:chgData name="Heath Cloutier" userId="1c2b937d-cf87-449c-98c9-41c9403a8af3" providerId="ADAL" clId="{BB22E0CA-F3D5-4AD0-B3F8-D3492DBF60C9}" dt="2025-09-09T21:36:25.618" v="6071"/>
        <pc:sldMkLst>
          <pc:docMk/>
          <pc:sldMk cId="3732161699" sldId="2147483017"/>
        </pc:sldMkLst>
        <pc:spChg chg="mod">
          <ac:chgData name="Heath Cloutier" userId="1c2b937d-cf87-449c-98c9-41c9403a8af3" providerId="ADAL" clId="{BB22E0CA-F3D5-4AD0-B3F8-D3492DBF60C9}" dt="2025-09-04T23:11:08.616" v="82" actId="255"/>
          <ac:spMkLst>
            <pc:docMk/>
            <pc:sldMk cId="3732161699" sldId="2147483017"/>
            <ac:spMk id="2" creationId="{1C456473-9250-C5AD-EED8-1F4BFC652ED3}"/>
          </ac:spMkLst>
        </pc:spChg>
        <pc:spChg chg="mod">
          <ac:chgData name="Heath Cloutier" userId="1c2b937d-cf87-449c-98c9-41c9403a8af3" providerId="ADAL" clId="{BB22E0CA-F3D5-4AD0-B3F8-D3492DBF60C9}" dt="2025-09-04T23:11:23.881" v="102" actId="1035"/>
          <ac:spMkLst>
            <pc:docMk/>
            <pc:sldMk cId="3732161699" sldId="2147483017"/>
            <ac:spMk id="5" creationId="{BC714A6B-A44F-14C0-6834-B0D3C2B66F71}"/>
          </ac:spMkLst>
        </pc:spChg>
        <pc:spChg chg="add mod">
          <ac:chgData name="Heath Cloutier" userId="1c2b937d-cf87-449c-98c9-41c9403a8af3" providerId="ADAL" clId="{BB22E0CA-F3D5-4AD0-B3F8-D3492DBF60C9}" dt="2025-09-04T23:15:16.067" v="151" actId="1076"/>
          <ac:spMkLst>
            <pc:docMk/>
            <pc:sldMk cId="3732161699" sldId="2147483017"/>
            <ac:spMk id="8" creationId="{CE53E7BB-C16A-F861-B712-DCD45BEEFC75}"/>
          </ac:spMkLst>
        </pc:spChg>
        <pc:spChg chg="mod">
          <ac:chgData name="Heath Cloutier" userId="1c2b937d-cf87-449c-98c9-41c9403a8af3" providerId="ADAL" clId="{BB22E0CA-F3D5-4AD0-B3F8-D3492DBF60C9}" dt="2025-09-04T23:14:08.449" v="144" actId="1076"/>
          <ac:spMkLst>
            <pc:docMk/>
            <pc:sldMk cId="3732161699" sldId="2147483017"/>
            <ac:spMk id="10" creationId="{6E80CBE3-04BF-2735-1820-E2E8D651BD9B}"/>
          </ac:spMkLst>
        </pc:spChg>
        <pc:spChg chg="mod">
          <ac:chgData name="Heath Cloutier" userId="1c2b937d-cf87-449c-98c9-41c9403a8af3" providerId="ADAL" clId="{BB22E0CA-F3D5-4AD0-B3F8-D3492DBF60C9}" dt="2025-09-04T23:11:23.881" v="102" actId="1035"/>
          <ac:spMkLst>
            <pc:docMk/>
            <pc:sldMk cId="3732161699" sldId="2147483017"/>
            <ac:spMk id="11" creationId="{3BC3D235-4FD7-936D-C36B-3AA9045557E1}"/>
          </ac:spMkLst>
        </pc:spChg>
        <pc:spChg chg="add mod">
          <ac:chgData name="Heath Cloutier" userId="1c2b937d-cf87-449c-98c9-41c9403a8af3" providerId="ADAL" clId="{BB22E0CA-F3D5-4AD0-B3F8-D3492DBF60C9}" dt="2025-09-04T23:14:22.638" v="147" actId="1076"/>
          <ac:spMkLst>
            <pc:docMk/>
            <pc:sldMk cId="3732161699" sldId="2147483017"/>
            <ac:spMk id="12" creationId="{35B996B9-2DAB-BBDA-CE39-BE626B1CF301}"/>
          </ac:spMkLst>
        </pc:spChg>
        <pc:spChg chg="mod">
          <ac:chgData name="Heath Cloutier" userId="1c2b937d-cf87-449c-98c9-41c9403a8af3" providerId="ADAL" clId="{BB22E0CA-F3D5-4AD0-B3F8-D3492DBF60C9}" dt="2025-09-04T23:15:20.509" v="152" actId="1076"/>
          <ac:spMkLst>
            <pc:docMk/>
            <pc:sldMk cId="3732161699" sldId="2147483017"/>
            <ac:spMk id="14" creationId="{04AF0111-A88D-87ED-13B2-D3E92D06D877}"/>
          </ac:spMkLst>
        </pc:spChg>
        <pc:spChg chg="mod">
          <ac:chgData name="Heath Cloutier" userId="1c2b937d-cf87-449c-98c9-41c9403a8af3" providerId="ADAL" clId="{BB22E0CA-F3D5-4AD0-B3F8-D3492DBF60C9}" dt="2025-09-04T23:11:23.881" v="102" actId="1035"/>
          <ac:spMkLst>
            <pc:docMk/>
            <pc:sldMk cId="3732161699" sldId="2147483017"/>
            <ac:spMk id="15" creationId="{6AC64F37-5413-A50D-8A09-99A92B25CB80}"/>
          </ac:spMkLst>
        </pc:spChg>
        <pc:spChg chg="mod">
          <ac:chgData name="Heath Cloutier" userId="1c2b937d-cf87-449c-98c9-41c9403a8af3" providerId="ADAL" clId="{BB22E0CA-F3D5-4AD0-B3F8-D3492DBF60C9}" dt="2025-09-04T23:11:23.881" v="102" actId="1035"/>
          <ac:spMkLst>
            <pc:docMk/>
            <pc:sldMk cId="3732161699" sldId="2147483017"/>
            <ac:spMk id="16" creationId="{0ACC5039-B998-A6D5-897F-1DA0A4F0756A}"/>
          </ac:spMkLst>
        </pc:spChg>
        <pc:picChg chg="mod ord">
          <ac:chgData name="Heath Cloutier" userId="1c2b937d-cf87-449c-98c9-41c9403a8af3" providerId="ADAL" clId="{BB22E0CA-F3D5-4AD0-B3F8-D3492DBF60C9}" dt="2025-09-04T23:15:27.453" v="153" actId="166"/>
          <ac:picMkLst>
            <pc:docMk/>
            <pc:sldMk cId="3732161699" sldId="2147483017"/>
            <ac:picMk id="13" creationId="{D7954985-F0D8-60FB-4796-27D7EF6D847A}"/>
          </ac:picMkLst>
        </pc:picChg>
        <pc:cxnChg chg="mod">
          <ac:chgData name="Heath Cloutier" userId="1c2b937d-cf87-449c-98c9-41c9403a8af3" providerId="ADAL" clId="{BB22E0CA-F3D5-4AD0-B3F8-D3492DBF60C9}" dt="2025-09-04T23:11:23.881" v="102" actId="1035"/>
          <ac:cxnSpMkLst>
            <pc:docMk/>
            <pc:sldMk cId="3732161699" sldId="2147483017"/>
            <ac:cxnSpMk id="6" creationId="{F701FB4D-DB9E-3C05-8313-02AFD60BBE72}"/>
          </ac:cxnSpMkLst>
        </pc:cxnChg>
        <pc:cxnChg chg="mod">
          <ac:chgData name="Heath Cloutier" userId="1c2b937d-cf87-449c-98c9-41c9403a8af3" providerId="ADAL" clId="{BB22E0CA-F3D5-4AD0-B3F8-D3492DBF60C9}" dt="2025-09-04T23:13:59.349" v="143" actId="1076"/>
          <ac:cxnSpMkLst>
            <pc:docMk/>
            <pc:sldMk cId="3732161699" sldId="2147483017"/>
            <ac:cxnSpMk id="7" creationId="{170B24E6-FFBF-464D-6520-E80D795FCDAB}"/>
          </ac:cxnSpMkLst>
        </pc:cxnChg>
        <pc:cxnChg chg="mod">
          <ac:chgData name="Heath Cloutier" userId="1c2b937d-cf87-449c-98c9-41c9403a8af3" providerId="ADAL" clId="{BB22E0CA-F3D5-4AD0-B3F8-D3492DBF60C9}" dt="2025-09-04T23:11:23.881" v="102" actId="1035"/>
          <ac:cxnSpMkLst>
            <pc:docMk/>
            <pc:sldMk cId="3732161699" sldId="2147483017"/>
            <ac:cxnSpMk id="9" creationId="{DA14C48D-9D1E-9141-116F-75EA81D9FA7A}"/>
          </ac:cxnSpMkLst>
        </pc:cxnChg>
        <pc:cxnChg chg="add mod">
          <ac:chgData name="Heath Cloutier" userId="1c2b937d-cf87-449c-98c9-41c9403a8af3" providerId="ADAL" clId="{BB22E0CA-F3D5-4AD0-B3F8-D3492DBF60C9}" dt="2025-09-04T23:14:18.141" v="146" actId="1076"/>
          <ac:cxnSpMkLst>
            <pc:docMk/>
            <pc:sldMk cId="3732161699" sldId="2147483017"/>
            <ac:cxnSpMk id="19" creationId="{57D337A8-B52B-5E3B-EE22-9D28D855A710}"/>
          </ac:cxnSpMkLst>
        </pc:cxnChg>
      </pc:sldChg>
      <pc:sldChg chg="delSp modSp add del mod modAnim">
        <pc:chgData name="Heath Cloutier" userId="1c2b937d-cf87-449c-98c9-41c9403a8af3" providerId="ADAL" clId="{BB22E0CA-F3D5-4AD0-B3F8-D3492DBF60C9}" dt="2025-09-05T01:50:34.467" v="2595" actId="47"/>
        <pc:sldMkLst>
          <pc:docMk/>
          <pc:sldMk cId="4238663412" sldId="2147483018"/>
        </pc:sldMkLst>
      </pc:sldChg>
      <pc:sldChg chg="addSp delSp modSp add del mod delAnim modAnim">
        <pc:chgData name="Heath Cloutier" userId="1c2b937d-cf87-449c-98c9-41c9403a8af3" providerId="ADAL" clId="{BB22E0CA-F3D5-4AD0-B3F8-D3492DBF60C9}" dt="2025-09-05T01:55:59.643" v="2803" actId="47"/>
        <pc:sldMkLst>
          <pc:docMk/>
          <pc:sldMk cId="3508380621" sldId="2147483019"/>
        </pc:sldMkLst>
      </pc:sldChg>
      <pc:sldChg chg="delSp modSp add del mod">
        <pc:chgData name="Heath Cloutier" userId="1c2b937d-cf87-449c-98c9-41c9403a8af3" providerId="ADAL" clId="{BB22E0CA-F3D5-4AD0-B3F8-D3492DBF60C9}" dt="2025-09-05T02:07:28.930" v="2863" actId="47"/>
        <pc:sldMkLst>
          <pc:docMk/>
          <pc:sldMk cId="2868443430" sldId="2147483020"/>
        </pc:sldMkLst>
      </pc:sldChg>
      <pc:sldChg chg="add">
        <pc:chgData name="Heath Cloutier" userId="1c2b937d-cf87-449c-98c9-41c9403a8af3" providerId="ADAL" clId="{BB22E0CA-F3D5-4AD0-B3F8-D3492DBF60C9}" dt="2025-09-09T18:39:15.512" v="6042"/>
        <pc:sldMkLst>
          <pc:docMk/>
          <pc:sldMk cId="918563377" sldId="2147483021"/>
        </pc:sldMkLst>
      </pc:sldChg>
      <pc:sldChg chg="add del">
        <pc:chgData name="Heath Cloutier" userId="1c2b937d-cf87-449c-98c9-41c9403a8af3" providerId="ADAL" clId="{BB22E0CA-F3D5-4AD0-B3F8-D3492DBF60C9}" dt="2025-09-09T18:38:59.033" v="6038"/>
        <pc:sldMkLst>
          <pc:docMk/>
          <pc:sldMk cId="2319221908" sldId="2147483021"/>
        </pc:sldMkLst>
      </pc:sldChg>
      <pc:sldChg chg="modSp add del mod ord modAnim modShow">
        <pc:chgData name="Heath Cloutier" userId="1c2b937d-cf87-449c-98c9-41c9403a8af3" providerId="ADAL" clId="{BB22E0CA-F3D5-4AD0-B3F8-D3492DBF60C9}" dt="2025-09-09T18:39:10.591" v="6041" actId="2696"/>
        <pc:sldMkLst>
          <pc:docMk/>
          <pc:sldMk cId="3250851535" sldId="2147483021"/>
        </pc:sldMkLst>
      </pc:sldChg>
      <pc:sldChg chg="add del">
        <pc:chgData name="Heath Cloutier" userId="1c2b937d-cf87-449c-98c9-41c9403a8af3" providerId="ADAL" clId="{BB22E0CA-F3D5-4AD0-B3F8-D3492DBF60C9}" dt="2025-09-05T23:38:28.431" v="4088" actId="47"/>
        <pc:sldMkLst>
          <pc:docMk/>
          <pc:sldMk cId="3106162580" sldId="2147483022"/>
        </pc:sldMkLst>
      </pc:sldChg>
      <pc:sldChg chg="addSp delSp modSp add del mod modShow modNotesTx">
        <pc:chgData name="Heath Cloutier" userId="1c2b937d-cf87-449c-98c9-41c9403a8af3" providerId="ADAL" clId="{BB22E0CA-F3D5-4AD0-B3F8-D3492DBF60C9}" dt="2025-09-09T18:39:26.898" v="6043" actId="2696"/>
        <pc:sldMkLst>
          <pc:docMk/>
          <pc:sldMk cId="2139363906" sldId="2147483023"/>
        </pc:sldMkLst>
      </pc:sldChg>
      <pc:sldChg chg="add ord">
        <pc:chgData name="Heath Cloutier" userId="1c2b937d-cf87-449c-98c9-41c9403a8af3" providerId="ADAL" clId="{BB22E0CA-F3D5-4AD0-B3F8-D3492DBF60C9}" dt="2025-09-09T18:46:20.100" v="6060"/>
        <pc:sldMkLst>
          <pc:docMk/>
          <pc:sldMk cId="2146176345" sldId="2147483023"/>
        </pc:sldMkLst>
      </pc:sldChg>
      <pc:sldChg chg="add del">
        <pc:chgData name="Heath Cloutier" userId="1c2b937d-cf87-449c-98c9-41c9403a8af3" providerId="ADAL" clId="{BB22E0CA-F3D5-4AD0-B3F8-D3492DBF60C9}" dt="2025-09-09T18:38:50.689" v="6036"/>
        <pc:sldMkLst>
          <pc:docMk/>
          <pc:sldMk cId="3566097979" sldId="2147483023"/>
        </pc:sldMkLst>
      </pc:sldChg>
      <pc:sldChg chg="modSp add mod modAnim modShow modNotesTx">
        <pc:chgData name="Heath Cloutier" userId="1c2b937d-cf87-449c-98c9-41c9403a8af3" providerId="ADAL" clId="{BB22E0CA-F3D5-4AD0-B3F8-D3492DBF60C9}" dt="2025-09-11T20:38:53.947" v="6175" actId="729"/>
        <pc:sldMkLst>
          <pc:docMk/>
          <pc:sldMk cId="3948461650" sldId="2147483024"/>
        </pc:sldMkLst>
      </pc:sldChg>
      <pc:sldChg chg="addSp delSp modSp add del mod delAnim modAnim">
        <pc:chgData name="Heath Cloutier" userId="1c2b937d-cf87-449c-98c9-41c9403a8af3" providerId="ADAL" clId="{BB22E0CA-F3D5-4AD0-B3F8-D3492DBF60C9}" dt="2025-09-09T04:40:50.201" v="5257" actId="47"/>
        <pc:sldMkLst>
          <pc:docMk/>
          <pc:sldMk cId="4265380358" sldId="2147483025"/>
        </pc:sldMkLst>
      </pc:sldChg>
      <pc:sldChg chg="add ord">
        <pc:chgData name="Heath Cloutier" userId="1c2b937d-cf87-449c-98c9-41c9403a8af3" providerId="ADAL" clId="{BB22E0CA-F3D5-4AD0-B3F8-D3492DBF60C9}" dt="2025-09-09T21:36:12.196" v="6069"/>
        <pc:sldMkLst>
          <pc:docMk/>
          <pc:sldMk cId="125469795" sldId="2147483026"/>
        </pc:sldMkLst>
      </pc:sldChg>
      <pc:sldChg chg="addSp delSp modSp add del mod modTransition modAnim">
        <pc:chgData name="Heath Cloutier" userId="1c2b937d-cf87-449c-98c9-41c9403a8af3" providerId="ADAL" clId="{BB22E0CA-F3D5-4AD0-B3F8-D3492DBF60C9}" dt="2025-09-09T18:39:26.898" v="6043" actId="2696"/>
        <pc:sldMkLst>
          <pc:docMk/>
          <pc:sldMk cId="2835406916" sldId="2147483026"/>
        </pc:sldMkLst>
      </pc:sldChg>
      <pc:sldChg chg="add del">
        <pc:chgData name="Heath Cloutier" userId="1c2b937d-cf87-449c-98c9-41c9403a8af3" providerId="ADAL" clId="{BB22E0CA-F3D5-4AD0-B3F8-D3492DBF60C9}" dt="2025-09-09T18:38:50.689" v="6036"/>
        <pc:sldMkLst>
          <pc:docMk/>
          <pc:sldMk cId="3763679671" sldId="2147483026"/>
        </pc:sldMkLst>
      </pc:sldChg>
      <pc:sldChg chg="add ord">
        <pc:chgData name="Heath Cloutier" userId="1c2b937d-cf87-449c-98c9-41c9403a8af3" providerId="ADAL" clId="{BB22E0CA-F3D5-4AD0-B3F8-D3492DBF60C9}" dt="2025-09-09T21:36:12.196" v="6069"/>
        <pc:sldMkLst>
          <pc:docMk/>
          <pc:sldMk cId="2407547" sldId="2147483027"/>
        </pc:sldMkLst>
      </pc:sldChg>
      <pc:sldChg chg="add del">
        <pc:chgData name="Heath Cloutier" userId="1c2b937d-cf87-449c-98c9-41c9403a8af3" providerId="ADAL" clId="{BB22E0CA-F3D5-4AD0-B3F8-D3492DBF60C9}" dt="2025-09-09T18:38:50.689" v="6036"/>
        <pc:sldMkLst>
          <pc:docMk/>
          <pc:sldMk cId="926617857" sldId="2147483027"/>
        </pc:sldMkLst>
      </pc:sldChg>
      <pc:sldChg chg="add del">
        <pc:chgData name="Heath Cloutier" userId="1c2b937d-cf87-449c-98c9-41c9403a8af3" providerId="ADAL" clId="{BB22E0CA-F3D5-4AD0-B3F8-D3492DBF60C9}" dt="2025-09-09T04:40:47.680" v="5256" actId="47"/>
        <pc:sldMkLst>
          <pc:docMk/>
          <pc:sldMk cId="1880847026" sldId="2147483027"/>
        </pc:sldMkLst>
      </pc:sldChg>
      <pc:sldChg chg="add del">
        <pc:chgData name="Heath Cloutier" userId="1c2b937d-cf87-449c-98c9-41c9403a8af3" providerId="ADAL" clId="{BB22E0CA-F3D5-4AD0-B3F8-D3492DBF60C9}" dt="2025-09-09T04:36:47.678" v="5172"/>
        <pc:sldMkLst>
          <pc:docMk/>
          <pc:sldMk cId="1902235636" sldId="2147483027"/>
        </pc:sldMkLst>
      </pc:sldChg>
      <pc:sldChg chg="add del">
        <pc:chgData name="Heath Cloutier" userId="1c2b937d-cf87-449c-98c9-41c9403a8af3" providerId="ADAL" clId="{BB22E0CA-F3D5-4AD0-B3F8-D3492DBF60C9}" dt="2025-09-09T04:37:10.749" v="5192"/>
        <pc:sldMkLst>
          <pc:docMk/>
          <pc:sldMk cId="2915474520" sldId="2147483027"/>
        </pc:sldMkLst>
      </pc:sldChg>
      <pc:sldChg chg="modSp add del mod modTransition modAnim">
        <pc:chgData name="Heath Cloutier" userId="1c2b937d-cf87-449c-98c9-41c9403a8af3" providerId="ADAL" clId="{BB22E0CA-F3D5-4AD0-B3F8-D3492DBF60C9}" dt="2025-09-09T18:39:26.898" v="6043" actId="2696"/>
        <pc:sldMkLst>
          <pc:docMk/>
          <pc:sldMk cId="3603964329" sldId="2147483027"/>
        </pc:sldMkLst>
      </pc:sldChg>
      <pc:sldChg chg="add del">
        <pc:chgData name="Heath Cloutier" userId="1c2b937d-cf87-449c-98c9-41c9403a8af3" providerId="ADAL" clId="{BB22E0CA-F3D5-4AD0-B3F8-D3492DBF60C9}" dt="2025-09-09T18:37:24.888" v="6031"/>
        <pc:sldMkLst>
          <pc:docMk/>
          <pc:sldMk cId="1086058291" sldId="2147483028"/>
        </pc:sldMkLst>
      </pc:sldChg>
      <pc:sldChg chg="delSp modSp add del mod ord delAnim modAnim">
        <pc:chgData name="Heath Cloutier" userId="1c2b937d-cf87-449c-98c9-41c9403a8af3" providerId="ADAL" clId="{BB22E0CA-F3D5-4AD0-B3F8-D3492DBF60C9}" dt="2025-09-11T20:31:50.699" v="6174" actId="20577"/>
        <pc:sldMkLst>
          <pc:docMk/>
          <pc:sldMk cId="2428031930" sldId="2147483028"/>
        </pc:sldMkLst>
        <pc:spChg chg="mod">
          <ac:chgData name="Heath Cloutier" userId="1c2b937d-cf87-449c-98c9-41c9403a8af3" providerId="ADAL" clId="{BB22E0CA-F3D5-4AD0-B3F8-D3492DBF60C9}" dt="2025-09-09T18:32:32.859" v="6023" actId="1035"/>
          <ac:spMkLst>
            <pc:docMk/>
            <pc:sldMk cId="2428031930" sldId="2147483028"/>
            <ac:spMk id="3" creationId="{E9FC5C5F-AE91-EDEB-E595-FDA302355A6D}"/>
          </ac:spMkLst>
        </pc:spChg>
        <pc:spChg chg="mod">
          <ac:chgData name="Heath Cloutier" userId="1c2b937d-cf87-449c-98c9-41c9403a8af3" providerId="ADAL" clId="{BB22E0CA-F3D5-4AD0-B3F8-D3492DBF60C9}" dt="2025-09-09T18:19:00.150" v="5494" actId="20577"/>
          <ac:spMkLst>
            <pc:docMk/>
            <pc:sldMk cId="2428031930" sldId="2147483028"/>
            <ac:spMk id="7" creationId="{4A581CF0-7CAD-7E86-C249-1F2E2E56DD2A}"/>
          </ac:spMkLst>
        </pc:spChg>
        <pc:spChg chg="mod">
          <ac:chgData name="Heath Cloutier" userId="1c2b937d-cf87-449c-98c9-41c9403a8af3" providerId="ADAL" clId="{BB22E0CA-F3D5-4AD0-B3F8-D3492DBF60C9}" dt="2025-09-09T18:32:24.400" v="6007" actId="1036"/>
          <ac:spMkLst>
            <pc:docMk/>
            <pc:sldMk cId="2428031930" sldId="2147483028"/>
            <ac:spMk id="9" creationId="{CE8B34F0-D344-176B-2AB6-30BBEE9A32B7}"/>
          </ac:spMkLst>
        </pc:spChg>
        <pc:spChg chg="mod">
          <ac:chgData name="Heath Cloutier" userId="1c2b937d-cf87-449c-98c9-41c9403a8af3" providerId="ADAL" clId="{BB22E0CA-F3D5-4AD0-B3F8-D3492DBF60C9}" dt="2025-09-09T18:18:44.950" v="5483" actId="14100"/>
          <ac:spMkLst>
            <pc:docMk/>
            <pc:sldMk cId="2428031930" sldId="2147483028"/>
            <ac:spMk id="11" creationId="{C5D59514-046A-6FE8-45E3-DC5D1954D2C3}"/>
          </ac:spMkLst>
        </pc:spChg>
        <pc:spChg chg="mod">
          <ac:chgData name="Heath Cloutier" userId="1c2b937d-cf87-449c-98c9-41c9403a8af3" providerId="ADAL" clId="{BB22E0CA-F3D5-4AD0-B3F8-D3492DBF60C9}" dt="2025-09-09T18:32:13.931" v="5992" actId="1036"/>
          <ac:spMkLst>
            <pc:docMk/>
            <pc:sldMk cId="2428031930" sldId="2147483028"/>
            <ac:spMk id="15" creationId="{FB31CA3F-8F1A-FA48-D06A-F4695FA5CD5F}"/>
          </ac:spMkLst>
        </pc:spChg>
        <pc:spChg chg="mod">
          <ac:chgData name="Heath Cloutier" userId="1c2b937d-cf87-449c-98c9-41c9403a8af3" providerId="ADAL" clId="{BB22E0CA-F3D5-4AD0-B3F8-D3492DBF60C9}" dt="2025-09-09T18:31:19.303" v="5715" actId="14100"/>
          <ac:spMkLst>
            <pc:docMk/>
            <pc:sldMk cId="2428031930" sldId="2147483028"/>
            <ac:spMk id="16" creationId="{BAF6A8BF-6928-9BB7-98F3-B8E1513D6DA1}"/>
          </ac:spMkLst>
        </pc:spChg>
        <pc:spChg chg="mod">
          <ac:chgData name="Heath Cloutier" userId="1c2b937d-cf87-449c-98c9-41c9403a8af3" providerId="ADAL" clId="{BB22E0CA-F3D5-4AD0-B3F8-D3492DBF60C9}" dt="2025-09-11T20:31:05.551" v="6119" actId="20577"/>
          <ac:spMkLst>
            <pc:docMk/>
            <pc:sldMk cId="2428031930" sldId="2147483028"/>
            <ac:spMk id="17" creationId="{14C0FBFA-9B1D-5D28-78EA-E5674C88574D}"/>
          </ac:spMkLst>
        </pc:spChg>
        <pc:spChg chg="mod ord">
          <ac:chgData name="Heath Cloutier" userId="1c2b937d-cf87-449c-98c9-41c9403a8af3" providerId="ADAL" clId="{BB22E0CA-F3D5-4AD0-B3F8-D3492DBF60C9}" dt="2025-09-11T20:31:50.699" v="6174" actId="20577"/>
          <ac:spMkLst>
            <pc:docMk/>
            <pc:sldMk cId="2428031930" sldId="2147483028"/>
            <ac:spMk id="18" creationId="{19948A48-8CD6-350E-5B44-8CE67E1C63A1}"/>
          </ac:spMkLst>
        </pc:spChg>
        <pc:spChg chg="mod">
          <ac:chgData name="Heath Cloutier" userId="1c2b937d-cf87-449c-98c9-41c9403a8af3" providerId="ADAL" clId="{BB22E0CA-F3D5-4AD0-B3F8-D3492DBF60C9}" dt="2025-09-09T18:18:02.837" v="5472" actId="552"/>
          <ac:spMkLst>
            <pc:docMk/>
            <pc:sldMk cId="2428031930" sldId="2147483028"/>
            <ac:spMk id="19" creationId="{C880C5EE-F11F-5849-76A5-C329EBBE237A}"/>
          </ac:spMkLst>
        </pc:spChg>
        <pc:spChg chg="mod">
          <ac:chgData name="Heath Cloutier" userId="1c2b937d-cf87-449c-98c9-41c9403a8af3" providerId="ADAL" clId="{BB22E0CA-F3D5-4AD0-B3F8-D3492DBF60C9}" dt="2025-09-09T18:32:32.859" v="6023" actId="1035"/>
          <ac:spMkLst>
            <pc:docMk/>
            <pc:sldMk cId="2428031930" sldId="2147483028"/>
            <ac:spMk id="20" creationId="{85B2D2D2-A7A6-3D6B-5078-A7751247B54B}"/>
          </ac:spMkLst>
        </pc:spChg>
        <pc:spChg chg="mod">
          <ac:chgData name="Heath Cloutier" userId="1c2b937d-cf87-449c-98c9-41c9403a8af3" providerId="ADAL" clId="{BB22E0CA-F3D5-4AD0-B3F8-D3492DBF60C9}" dt="2025-09-09T18:32:24.400" v="6007" actId="1036"/>
          <ac:spMkLst>
            <pc:docMk/>
            <pc:sldMk cId="2428031930" sldId="2147483028"/>
            <ac:spMk id="21" creationId="{737E4A79-70B0-88FC-D32F-741618B8F35F}"/>
          </ac:spMkLst>
        </pc:spChg>
        <pc:spChg chg="mod">
          <ac:chgData name="Heath Cloutier" userId="1c2b937d-cf87-449c-98c9-41c9403a8af3" providerId="ADAL" clId="{BB22E0CA-F3D5-4AD0-B3F8-D3492DBF60C9}" dt="2025-09-09T18:32:13.931" v="5992" actId="1036"/>
          <ac:spMkLst>
            <pc:docMk/>
            <pc:sldMk cId="2428031930" sldId="2147483028"/>
            <ac:spMk id="26" creationId="{9F29C690-A57E-7B0A-29BB-FA0EFAEB46F9}"/>
          </ac:spMkLst>
        </pc:spChg>
        <pc:spChg chg="mod">
          <ac:chgData name="Heath Cloutier" userId="1c2b937d-cf87-449c-98c9-41c9403a8af3" providerId="ADAL" clId="{BB22E0CA-F3D5-4AD0-B3F8-D3492DBF60C9}" dt="2025-09-09T18:18:35.662" v="5482" actId="552"/>
          <ac:spMkLst>
            <pc:docMk/>
            <pc:sldMk cId="2428031930" sldId="2147483028"/>
            <ac:spMk id="35" creationId="{19A3D37C-DB30-400B-E8D6-262153D3D1BD}"/>
          </ac:spMkLst>
        </pc:spChg>
        <pc:picChg chg="mod">
          <ac:chgData name="Heath Cloutier" userId="1c2b937d-cf87-449c-98c9-41c9403a8af3" providerId="ADAL" clId="{BB22E0CA-F3D5-4AD0-B3F8-D3492DBF60C9}" dt="2025-09-09T18:32:32.859" v="6023" actId="1035"/>
          <ac:picMkLst>
            <pc:docMk/>
            <pc:sldMk cId="2428031930" sldId="2147483028"/>
            <ac:picMk id="4" creationId="{282931FA-1966-84FC-0AFC-83ACCFFF3385}"/>
          </ac:picMkLst>
        </pc:picChg>
        <pc:picChg chg="mod">
          <ac:chgData name="Heath Cloutier" userId="1c2b937d-cf87-449c-98c9-41c9403a8af3" providerId="ADAL" clId="{BB22E0CA-F3D5-4AD0-B3F8-D3492DBF60C9}" dt="2025-09-09T18:17:41.316" v="5451" actId="1038"/>
          <ac:picMkLst>
            <pc:docMk/>
            <pc:sldMk cId="2428031930" sldId="2147483028"/>
            <ac:picMk id="13" creationId="{D0866D45-E648-76CE-01D4-C5A21C2746C6}"/>
          </ac:picMkLst>
        </pc:picChg>
        <pc:picChg chg="mod">
          <ac:chgData name="Heath Cloutier" userId="1c2b937d-cf87-449c-98c9-41c9403a8af3" providerId="ADAL" clId="{BB22E0CA-F3D5-4AD0-B3F8-D3492DBF60C9}" dt="2025-09-09T18:32:24.400" v="6007" actId="1036"/>
          <ac:picMkLst>
            <pc:docMk/>
            <pc:sldMk cId="2428031930" sldId="2147483028"/>
            <ac:picMk id="14" creationId="{2F77F471-6D49-746C-F365-D7FE05E4D47A}"/>
          </ac:picMkLst>
        </pc:picChg>
        <pc:picChg chg="mod">
          <ac:chgData name="Heath Cloutier" userId="1c2b937d-cf87-449c-98c9-41c9403a8af3" providerId="ADAL" clId="{BB22E0CA-F3D5-4AD0-B3F8-D3492DBF60C9}" dt="2025-09-09T18:32:13.931" v="5992" actId="1036"/>
          <ac:picMkLst>
            <pc:docMk/>
            <pc:sldMk cId="2428031930" sldId="2147483028"/>
            <ac:picMk id="27" creationId="{F2C613B9-A275-037F-F64A-75ED9512E1E3}"/>
          </ac:picMkLst>
        </pc:picChg>
      </pc:sldChg>
      <pc:sldChg chg="add del">
        <pc:chgData name="Heath Cloutier" userId="1c2b937d-cf87-449c-98c9-41c9403a8af3" providerId="ADAL" clId="{BB22E0CA-F3D5-4AD0-B3F8-D3492DBF60C9}" dt="2025-09-09T04:37:38.195" v="5208"/>
        <pc:sldMkLst>
          <pc:docMk/>
          <pc:sldMk cId="4233799702" sldId="2147483028"/>
        </pc:sldMkLst>
      </pc:sldChg>
      <pc:sldChg chg="add del">
        <pc:chgData name="Heath Cloutier" userId="1c2b937d-cf87-449c-98c9-41c9403a8af3" providerId="ADAL" clId="{BB22E0CA-F3D5-4AD0-B3F8-D3492DBF60C9}" dt="2025-09-09T04:37:37.958" v="5207"/>
        <pc:sldMkLst>
          <pc:docMk/>
          <pc:sldMk cId="2196565443" sldId="2147483029"/>
        </pc:sldMkLst>
      </pc:sldChg>
      <pc:sldChg chg="modSp mod ord modShow">
        <pc:chgData name="Heath Cloutier" userId="1c2b937d-cf87-449c-98c9-41c9403a8af3" providerId="ADAL" clId="{BB22E0CA-F3D5-4AD0-B3F8-D3492DBF60C9}" dt="2025-09-17T23:50:31.700" v="6299"/>
        <pc:sldMkLst>
          <pc:docMk/>
          <pc:sldMk cId="1440260092" sldId="2147483030"/>
        </pc:sldMkLst>
        <pc:spChg chg="mod">
          <ac:chgData name="Heath Cloutier" userId="1c2b937d-cf87-449c-98c9-41c9403a8af3" providerId="ADAL" clId="{BB22E0CA-F3D5-4AD0-B3F8-D3492DBF60C9}" dt="2025-09-17T23:44:20.466" v="6267" actId="255"/>
          <ac:spMkLst>
            <pc:docMk/>
            <pc:sldMk cId="1440260092" sldId="2147483030"/>
            <ac:spMk id="3" creationId="{E4395C28-1D4C-2088-240F-3EF69131A6CE}"/>
          </ac:spMkLst>
        </pc:spChg>
        <pc:spChg chg="mod">
          <ac:chgData name="Heath Cloutier" userId="1c2b937d-cf87-449c-98c9-41c9403a8af3" providerId="ADAL" clId="{BB22E0CA-F3D5-4AD0-B3F8-D3492DBF60C9}" dt="2025-09-17T23:44:20.466" v="6267" actId="255"/>
          <ac:spMkLst>
            <pc:docMk/>
            <pc:sldMk cId="1440260092" sldId="2147483030"/>
            <ac:spMk id="4" creationId="{12C284D9-454A-87F4-3F4D-58225795F2E2}"/>
          </ac:spMkLst>
        </pc:spChg>
        <pc:spChg chg="mod">
          <ac:chgData name="Heath Cloutier" userId="1c2b937d-cf87-449c-98c9-41c9403a8af3" providerId="ADAL" clId="{BB22E0CA-F3D5-4AD0-B3F8-D3492DBF60C9}" dt="2025-09-17T23:44:20.466" v="6267" actId="255"/>
          <ac:spMkLst>
            <pc:docMk/>
            <pc:sldMk cId="1440260092" sldId="2147483030"/>
            <ac:spMk id="5" creationId="{12B38DD4-4869-BC92-879C-1D3F5D22C338}"/>
          </ac:spMkLst>
        </pc:spChg>
        <pc:spChg chg="mod">
          <ac:chgData name="Heath Cloutier" userId="1c2b937d-cf87-449c-98c9-41c9403a8af3" providerId="ADAL" clId="{BB22E0CA-F3D5-4AD0-B3F8-D3492DBF60C9}" dt="2025-09-17T23:44:20.466" v="6267" actId="255"/>
          <ac:spMkLst>
            <pc:docMk/>
            <pc:sldMk cId="1440260092" sldId="2147483030"/>
            <ac:spMk id="6" creationId="{AE0710FC-1DD1-963B-B82E-2727824E5D47}"/>
          </ac:spMkLst>
        </pc:spChg>
        <pc:spChg chg="mod">
          <ac:chgData name="Heath Cloutier" userId="1c2b937d-cf87-449c-98c9-41c9403a8af3" providerId="ADAL" clId="{BB22E0CA-F3D5-4AD0-B3F8-D3492DBF60C9}" dt="2025-09-17T23:44:20.466" v="6267" actId="255"/>
          <ac:spMkLst>
            <pc:docMk/>
            <pc:sldMk cId="1440260092" sldId="2147483030"/>
            <ac:spMk id="7" creationId="{965B5984-26D5-33F5-1180-D90F7CEBF621}"/>
          </ac:spMkLst>
        </pc:spChg>
        <pc:spChg chg="mod">
          <ac:chgData name="Heath Cloutier" userId="1c2b937d-cf87-449c-98c9-41c9403a8af3" providerId="ADAL" clId="{BB22E0CA-F3D5-4AD0-B3F8-D3492DBF60C9}" dt="2025-09-17T23:44:00.843" v="6256" actId="255"/>
          <ac:spMkLst>
            <pc:docMk/>
            <pc:sldMk cId="1440260092" sldId="2147483030"/>
            <ac:spMk id="9" creationId="{1E43E5CB-6D90-FA6E-27F8-38DA2005F87E}"/>
          </ac:spMkLst>
        </pc:spChg>
        <pc:spChg chg="mod">
          <ac:chgData name="Heath Cloutier" userId="1c2b937d-cf87-449c-98c9-41c9403a8af3" providerId="ADAL" clId="{BB22E0CA-F3D5-4AD0-B3F8-D3492DBF60C9}" dt="2025-09-17T23:44:20.466" v="6267" actId="255"/>
          <ac:spMkLst>
            <pc:docMk/>
            <pc:sldMk cId="1440260092" sldId="2147483030"/>
            <ac:spMk id="10" creationId="{F6EF040F-3D9B-9476-06AA-A1EF3C9F3831}"/>
          </ac:spMkLst>
        </pc:spChg>
        <pc:spChg chg="mod">
          <ac:chgData name="Heath Cloutier" userId="1c2b937d-cf87-449c-98c9-41c9403a8af3" providerId="ADAL" clId="{BB22E0CA-F3D5-4AD0-B3F8-D3492DBF60C9}" dt="2025-09-17T23:44:01.020" v="6257" actId="255"/>
          <ac:spMkLst>
            <pc:docMk/>
            <pc:sldMk cId="1440260092" sldId="2147483030"/>
            <ac:spMk id="11" creationId="{98450ABC-0B5D-A893-3CFC-667FD0E08B97}"/>
          </ac:spMkLst>
        </pc:spChg>
        <pc:spChg chg="mod">
          <ac:chgData name="Heath Cloutier" userId="1c2b937d-cf87-449c-98c9-41c9403a8af3" providerId="ADAL" clId="{BB22E0CA-F3D5-4AD0-B3F8-D3492DBF60C9}" dt="2025-09-17T23:44:20.466" v="6267" actId="255"/>
          <ac:spMkLst>
            <pc:docMk/>
            <pc:sldMk cId="1440260092" sldId="2147483030"/>
            <ac:spMk id="12" creationId="{1B619D7F-AF8B-DC45-6754-9D9BD58064E9}"/>
          </ac:spMkLst>
        </pc:spChg>
        <pc:spChg chg="mod">
          <ac:chgData name="Heath Cloutier" userId="1c2b937d-cf87-449c-98c9-41c9403a8af3" providerId="ADAL" clId="{BB22E0CA-F3D5-4AD0-B3F8-D3492DBF60C9}" dt="2025-09-17T23:44:00.245" v="6253" actId="255"/>
          <ac:spMkLst>
            <pc:docMk/>
            <pc:sldMk cId="1440260092" sldId="2147483030"/>
            <ac:spMk id="13" creationId="{BF6B7DCC-383E-7EC3-6B56-8A545B885C13}"/>
          </ac:spMkLst>
        </pc:spChg>
        <pc:spChg chg="mod">
          <ac:chgData name="Heath Cloutier" userId="1c2b937d-cf87-449c-98c9-41c9403a8af3" providerId="ADAL" clId="{BB22E0CA-F3D5-4AD0-B3F8-D3492DBF60C9}" dt="2025-09-17T23:44:20.466" v="6267" actId="255"/>
          <ac:spMkLst>
            <pc:docMk/>
            <pc:sldMk cId="1440260092" sldId="2147483030"/>
            <ac:spMk id="14" creationId="{3A473D90-B4AB-E730-E4E1-05D7C1D15149}"/>
          </ac:spMkLst>
        </pc:spChg>
        <pc:spChg chg="mod">
          <ac:chgData name="Heath Cloutier" userId="1c2b937d-cf87-449c-98c9-41c9403a8af3" providerId="ADAL" clId="{BB22E0CA-F3D5-4AD0-B3F8-D3492DBF60C9}" dt="2025-09-17T23:44:01.203" v="6258" actId="255"/>
          <ac:spMkLst>
            <pc:docMk/>
            <pc:sldMk cId="1440260092" sldId="2147483030"/>
            <ac:spMk id="15" creationId="{AE31691B-2AF7-1F36-990A-117EA7E841E5}"/>
          </ac:spMkLst>
        </pc:spChg>
        <pc:spChg chg="mod">
          <ac:chgData name="Heath Cloutier" userId="1c2b937d-cf87-449c-98c9-41c9403a8af3" providerId="ADAL" clId="{BB22E0CA-F3D5-4AD0-B3F8-D3492DBF60C9}" dt="2025-09-17T23:44:20.466" v="6267" actId="255"/>
          <ac:spMkLst>
            <pc:docMk/>
            <pc:sldMk cId="1440260092" sldId="2147483030"/>
            <ac:spMk id="16" creationId="{509F0B6C-59FF-9634-4AB2-AC711A05DE16}"/>
          </ac:spMkLst>
        </pc:spChg>
        <pc:spChg chg="mod">
          <ac:chgData name="Heath Cloutier" userId="1c2b937d-cf87-449c-98c9-41c9403a8af3" providerId="ADAL" clId="{BB22E0CA-F3D5-4AD0-B3F8-D3492DBF60C9}" dt="2025-09-17T23:44:03.298" v="6264" actId="1076"/>
          <ac:spMkLst>
            <pc:docMk/>
            <pc:sldMk cId="1440260092" sldId="2147483030"/>
            <ac:spMk id="17" creationId="{5770EAD0-2B72-99A2-8B5E-BE7FCE30CFE1}"/>
          </ac:spMkLst>
        </pc:spChg>
        <pc:spChg chg="mod">
          <ac:chgData name="Heath Cloutier" userId="1c2b937d-cf87-449c-98c9-41c9403a8af3" providerId="ADAL" clId="{BB22E0CA-F3D5-4AD0-B3F8-D3492DBF60C9}" dt="2025-09-17T23:44:20.466" v="6267" actId="255"/>
          <ac:spMkLst>
            <pc:docMk/>
            <pc:sldMk cId="1440260092" sldId="2147483030"/>
            <ac:spMk id="41" creationId="{D2ECC335-864A-6425-ECC6-4FFA34C5E753}"/>
          </ac:spMkLst>
        </pc:spChg>
        <pc:cxnChg chg="mod">
          <ac:chgData name="Heath Cloutier" userId="1c2b937d-cf87-449c-98c9-41c9403a8af3" providerId="ADAL" clId="{BB22E0CA-F3D5-4AD0-B3F8-D3492DBF60C9}" dt="2025-09-17T23:44:03.460" v="6265" actId="1076"/>
          <ac:cxnSpMkLst>
            <pc:docMk/>
            <pc:sldMk cId="1440260092" sldId="2147483030"/>
            <ac:cxnSpMk id="23" creationId="{6F21E3D0-6250-B365-ADAC-2E0A1A4C75F9}"/>
          </ac:cxnSpMkLst>
        </pc:cxnChg>
      </pc:sldChg>
      <pc:sldChg chg="modSp add del mod ord modShow">
        <pc:chgData name="Heath Cloutier" userId="1c2b937d-cf87-449c-98c9-41c9403a8af3" providerId="ADAL" clId="{BB22E0CA-F3D5-4AD0-B3F8-D3492DBF60C9}" dt="2025-09-17T23:50:31.700" v="6299"/>
        <pc:sldMkLst>
          <pc:docMk/>
          <pc:sldMk cId="729041945" sldId="2147483031"/>
        </pc:sldMkLst>
        <pc:spChg chg="mod">
          <ac:chgData name="Heath Cloutier" userId="1c2b937d-cf87-449c-98c9-41c9403a8af3" providerId="ADAL" clId="{BB22E0CA-F3D5-4AD0-B3F8-D3492DBF60C9}" dt="2025-09-17T23:49:01.356" v="6296" actId="255"/>
          <ac:spMkLst>
            <pc:docMk/>
            <pc:sldMk cId="729041945" sldId="2147483031"/>
            <ac:spMk id="8" creationId="{05B4CCCB-987E-D8A3-EA88-9E2A51259FD8}"/>
          </ac:spMkLst>
        </pc:spChg>
        <pc:spChg chg="mod">
          <ac:chgData name="Heath Cloutier" userId="1c2b937d-cf87-449c-98c9-41c9403a8af3" providerId="ADAL" clId="{BB22E0CA-F3D5-4AD0-B3F8-D3492DBF60C9}" dt="2025-09-17T23:48:48.933" v="6293" actId="20577"/>
          <ac:spMkLst>
            <pc:docMk/>
            <pc:sldMk cId="729041945" sldId="2147483031"/>
            <ac:spMk id="9" creationId="{E36243B8-BC66-438A-D8C2-86D4889C08F8}"/>
          </ac:spMkLst>
        </pc:spChg>
        <pc:spChg chg="mod">
          <ac:chgData name="Heath Cloutier" userId="1c2b937d-cf87-449c-98c9-41c9403a8af3" providerId="ADAL" clId="{BB22E0CA-F3D5-4AD0-B3F8-D3492DBF60C9}" dt="2025-09-17T23:47:05.003" v="6281" actId="6549"/>
          <ac:spMkLst>
            <pc:docMk/>
            <pc:sldMk cId="729041945" sldId="2147483031"/>
            <ac:spMk id="11" creationId="{CEB7F977-7BC8-8C11-23E0-733AC56D7DE3}"/>
          </ac:spMkLst>
        </pc:spChg>
        <pc:spChg chg="mod">
          <ac:chgData name="Heath Cloutier" userId="1c2b937d-cf87-449c-98c9-41c9403a8af3" providerId="ADAL" clId="{BB22E0CA-F3D5-4AD0-B3F8-D3492DBF60C9}" dt="2025-09-17T23:47:05.319" v="6282" actId="6549"/>
          <ac:spMkLst>
            <pc:docMk/>
            <pc:sldMk cId="729041945" sldId="2147483031"/>
            <ac:spMk id="13" creationId="{B2102AF6-3214-9688-F87E-CC9C7C49DC44}"/>
          </ac:spMkLst>
        </pc:spChg>
        <pc:spChg chg="mod">
          <ac:chgData name="Heath Cloutier" userId="1c2b937d-cf87-449c-98c9-41c9403a8af3" providerId="ADAL" clId="{BB22E0CA-F3D5-4AD0-B3F8-D3492DBF60C9}" dt="2025-09-17T23:47:04.623" v="6280" actId="6549"/>
          <ac:spMkLst>
            <pc:docMk/>
            <pc:sldMk cId="729041945" sldId="2147483031"/>
            <ac:spMk id="15" creationId="{C7B1B7CC-44D4-0E87-255A-F20D0D6BA687}"/>
          </ac:spMkLst>
        </pc:spChg>
      </pc:sldChg>
      <pc:sldChg chg="modSp add mod">
        <pc:chgData name="Heath Cloutier" userId="1c2b937d-cf87-449c-98c9-41c9403a8af3" providerId="ADAL" clId="{BB22E0CA-F3D5-4AD0-B3F8-D3492DBF60C9}" dt="2025-09-17T23:47:23.262" v="6288" actId="6549"/>
        <pc:sldMkLst>
          <pc:docMk/>
          <pc:sldMk cId="748772265" sldId="2147483032"/>
        </pc:sldMkLst>
        <pc:spChg chg="mod">
          <ac:chgData name="Heath Cloutier" userId="1c2b937d-cf87-449c-98c9-41c9403a8af3" providerId="ADAL" clId="{BB22E0CA-F3D5-4AD0-B3F8-D3492DBF60C9}" dt="2025-09-17T23:46:13.740" v="6270" actId="6549"/>
          <ac:spMkLst>
            <pc:docMk/>
            <pc:sldMk cId="748772265" sldId="2147483032"/>
            <ac:spMk id="6" creationId="{7B70203D-D75C-C526-9A8F-DFC123599E68}"/>
          </ac:spMkLst>
        </pc:spChg>
        <pc:spChg chg="mod">
          <ac:chgData name="Heath Cloutier" userId="1c2b937d-cf87-449c-98c9-41c9403a8af3" providerId="ADAL" clId="{BB22E0CA-F3D5-4AD0-B3F8-D3492DBF60C9}" dt="2025-09-17T23:46:08.547" v="6269" actId="6549"/>
          <ac:spMkLst>
            <pc:docMk/>
            <pc:sldMk cId="748772265" sldId="2147483032"/>
            <ac:spMk id="7" creationId="{9EDDE4EF-0818-6227-C9A0-6B62E7F7E2C3}"/>
          </ac:spMkLst>
        </pc:spChg>
        <pc:spChg chg="mod">
          <ac:chgData name="Heath Cloutier" userId="1c2b937d-cf87-449c-98c9-41c9403a8af3" providerId="ADAL" clId="{BB22E0CA-F3D5-4AD0-B3F8-D3492DBF60C9}" dt="2025-09-17T23:46:33.461" v="6274" actId="255"/>
          <ac:spMkLst>
            <pc:docMk/>
            <pc:sldMk cId="748772265" sldId="2147483032"/>
            <ac:spMk id="8" creationId="{D3899976-6883-9DC7-8B5F-793799B85148}"/>
          </ac:spMkLst>
        </pc:spChg>
        <pc:spChg chg="mod">
          <ac:chgData name="Heath Cloutier" userId="1c2b937d-cf87-449c-98c9-41c9403a8af3" providerId="ADAL" clId="{BB22E0CA-F3D5-4AD0-B3F8-D3492DBF60C9}" dt="2025-09-17T23:46:25.098" v="6272" actId="255"/>
          <ac:spMkLst>
            <pc:docMk/>
            <pc:sldMk cId="748772265" sldId="2147483032"/>
            <ac:spMk id="9" creationId="{EE69E937-4816-D13B-4DD6-2234020D8F5A}"/>
          </ac:spMkLst>
        </pc:spChg>
        <pc:spChg chg="mod">
          <ac:chgData name="Heath Cloutier" userId="1c2b937d-cf87-449c-98c9-41c9403a8af3" providerId="ADAL" clId="{BB22E0CA-F3D5-4AD0-B3F8-D3492DBF60C9}" dt="2025-09-17T23:47:09.732" v="6285" actId="6549"/>
          <ac:spMkLst>
            <pc:docMk/>
            <pc:sldMk cId="748772265" sldId="2147483032"/>
            <ac:spMk id="11" creationId="{222F76E3-97D7-CB99-661D-79235CAA20EF}"/>
          </ac:spMkLst>
        </pc:spChg>
        <pc:spChg chg="mod">
          <ac:chgData name="Heath Cloutier" userId="1c2b937d-cf87-449c-98c9-41c9403a8af3" providerId="ADAL" clId="{BB22E0CA-F3D5-4AD0-B3F8-D3492DBF60C9}" dt="2025-09-17T23:47:19.119" v="6287" actId="6549"/>
          <ac:spMkLst>
            <pc:docMk/>
            <pc:sldMk cId="748772265" sldId="2147483032"/>
            <ac:spMk id="13" creationId="{A9FBCCDF-A079-4D31-2EF1-55C6496B702E}"/>
          </ac:spMkLst>
        </pc:spChg>
        <pc:spChg chg="mod">
          <ac:chgData name="Heath Cloutier" userId="1c2b937d-cf87-449c-98c9-41c9403a8af3" providerId="ADAL" clId="{BB22E0CA-F3D5-4AD0-B3F8-D3492DBF60C9}" dt="2025-09-17T23:47:10.261" v="6286" actId="6549"/>
          <ac:spMkLst>
            <pc:docMk/>
            <pc:sldMk cId="748772265" sldId="2147483032"/>
            <ac:spMk id="15" creationId="{AFFFCF34-421A-947B-1FCA-0EE399B25390}"/>
          </ac:spMkLst>
        </pc:spChg>
        <pc:spChg chg="mod">
          <ac:chgData name="Heath Cloutier" userId="1c2b937d-cf87-449c-98c9-41c9403a8af3" providerId="ADAL" clId="{BB22E0CA-F3D5-4AD0-B3F8-D3492DBF60C9}" dt="2025-09-17T23:47:23.262" v="6288" actId="6549"/>
          <ac:spMkLst>
            <pc:docMk/>
            <pc:sldMk cId="748772265" sldId="2147483032"/>
            <ac:spMk id="17" creationId="{F6DC1271-9753-0F74-015E-601E96BEA59F}"/>
          </ac:spMkLst>
        </pc:spChg>
      </pc:sldChg>
      <pc:sldMasterChg chg="delSldLayout">
        <pc:chgData name="Heath Cloutier" userId="1c2b937d-cf87-449c-98c9-41c9403a8af3" providerId="ADAL" clId="{BB22E0CA-F3D5-4AD0-B3F8-D3492DBF60C9}" dt="2025-09-09T03:36:52.693" v="5087" actId="47"/>
        <pc:sldMasterMkLst>
          <pc:docMk/>
          <pc:sldMasterMk cId="2410952060" sldId="2147483685"/>
        </pc:sldMasterMkLst>
        <pc:sldLayoutChg chg="del">
          <pc:chgData name="Heath Cloutier" userId="1c2b937d-cf87-449c-98c9-41c9403a8af3" providerId="ADAL" clId="{BB22E0CA-F3D5-4AD0-B3F8-D3492DBF60C9}" dt="2025-09-09T03:36:52.693" v="5087" actId="47"/>
          <pc:sldLayoutMkLst>
            <pc:docMk/>
            <pc:sldMasterMk cId="2410952060" sldId="2147483685"/>
            <pc:sldLayoutMk cId="2426867394" sldId="2147483843"/>
          </pc:sldLayoutMkLst>
        </pc:sldLayoutChg>
      </pc:sldMasterChg>
      <pc:sldMasterChg chg="addSldLayout delSldLayout">
        <pc:chgData name="Heath Cloutier" userId="1c2b937d-cf87-449c-98c9-41c9403a8af3" providerId="ADAL" clId="{BB22E0CA-F3D5-4AD0-B3F8-D3492DBF60C9}" dt="2025-09-09T18:43:18.538" v="6056" actId="47"/>
        <pc:sldMasterMkLst>
          <pc:docMk/>
          <pc:sldMasterMk cId="4016756201" sldId="2147483850"/>
        </pc:sldMasterMkLst>
        <pc:sldLayoutChg chg="add del">
          <pc:chgData name="Heath Cloutier" userId="1c2b937d-cf87-449c-98c9-41c9403a8af3" providerId="ADAL" clId="{BB22E0CA-F3D5-4AD0-B3F8-D3492DBF60C9}" dt="2025-09-09T18:43:18.538" v="6056" actId="47"/>
          <pc:sldLayoutMkLst>
            <pc:docMk/>
            <pc:sldMasterMk cId="4016756201" sldId="2147483850"/>
            <pc:sldLayoutMk cId="661776078" sldId="2147483885"/>
          </pc:sldLayoutMkLst>
        </pc:sldLayoutChg>
        <pc:sldLayoutChg chg="del">
          <pc:chgData name="Heath Cloutier" userId="1c2b937d-cf87-449c-98c9-41c9403a8af3" providerId="ADAL" clId="{BB22E0CA-F3D5-4AD0-B3F8-D3492DBF60C9}" dt="2025-09-04T23:04:03.967" v="40" actId="2696"/>
          <pc:sldLayoutMkLst>
            <pc:docMk/>
            <pc:sldMasterMk cId="4016756201" sldId="2147483850"/>
            <pc:sldLayoutMk cId="2119388540" sldId="2147483950"/>
          </pc:sldLayoutMkLst>
        </pc:sldLayoutChg>
        <pc:sldLayoutChg chg="del">
          <pc:chgData name="Heath Cloutier" userId="1c2b937d-cf87-449c-98c9-41c9403a8af3" providerId="ADAL" clId="{BB22E0CA-F3D5-4AD0-B3F8-D3492DBF60C9}" dt="2025-09-04T23:16:10.024" v="156" actId="47"/>
          <pc:sldLayoutMkLst>
            <pc:docMk/>
            <pc:sldMasterMk cId="4016756201" sldId="2147483850"/>
            <pc:sldLayoutMk cId="248484479" sldId="2147483951"/>
          </pc:sldLayoutMkLst>
        </pc:sldLayoutChg>
      </pc:sldMasterChg>
      <pc:sldMasterChg chg="delSldLayout">
        <pc:chgData name="Heath Cloutier" userId="1c2b937d-cf87-449c-98c9-41c9403a8af3" providerId="ADAL" clId="{BB22E0CA-F3D5-4AD0-B3F8-D3492DBF60C9}" dt="2025-09-04T23:05:19.433" v="42" actId="2696"/>
        <pc:sldMasterMkLst>
          <pc:docMk/>
          <pc:sldMasterMk cId="983468115" sldId="2147483948"/>
        </pc:sldMasterMkLst>
        <pc:sldLayoutChg chg="del">
          <pc:chgData name="Heath Cloutier" userId="1c2b937d-cf87-449c-98c9-41c9403a8af3" providerId="ADAL" clId="{BB22E0CA-F3D5-4AD0-B3F8-D3492DBF60C9}" dt="2025-09-04T23:05:19.433" v="42" actId="2696"/>
          <pc:sldLayoutMkLst>
            <pc:docMk/>
            <pc:sldMasterMk cId="983468115" sldId="2147483948"/>
            <pc:sldLayoutMk cId="2660574319" sldId="2147483949"/>
          </pc:sldLayoutMkLst>
        </pc:sldLayoutChg>
      </pc:sldMasterChg>
      <pc:sldMasterChg chg="addSp del delSldLayout modSldLayout">
        <pc:chgData name="Heath Cloutier" userId="1c2b937d-cf87-449c-98c9-41c9403a8af3" providerId="ADAL" clId="{BB22E0CA-F3D5-4AD0-B3F8-D3492DBF60C9}" dt="2025-09-04T22:39:38.309" v="3" actId="47"/>
        <pc:sldMasterMkLst>
          <pc:docMk/>
          <pc:sldMasterMk cId="2830299058" sldId="2147483951"/>
        </pc:sldMasterMkLst>
        <pc:sldLayoutChg chg="del">
          <pc:chgData name="Heath Cloutier" userId="1c2b937d-cf87-449c-98c9-41c9403a8af3" providerId="ADAL" clId="{BB22E0CA-F3D5-4AD0-B3F8-D3492DBF60C9}" dt="2025-09-04T22:39:38.309" v="3" actId="47"/>
          <pc:sldLayoutMkLst>
            <pc:docMk/>
            <pc:sldMasterMk cId="2830299058" sldId="2147483951"/>
            <pc:sldLayoutMk cId="2409526186" sldId="2147483952"/>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4196601298" sldId="2147483953"/>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4289457754" sldId="2147483954"/>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3232707751" sldId="2147483955"/>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1716403958" sldId="2147483956"/>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445210509" sldId="2147483957"/>
          </pc:sldLayoutMkLst>
        </pc:sldLayoutChg>
        <pc:sldLayoutChg chg="addSp del">
          <pc:chgData name="Heath Cloutier" userId="1c2b937d-cf87-449c-98c9-41c9403a8af3" providerId="ADAL" clId="{BB22E0CA-F3D5-4AD0-B3F8-D3492DBF60C9}" dt="2025-09-04T22:39:38.309" v="3" actId="47"/>
          <pc:sldLayoutMkLst>
            <pc:docMk/>
            <pc:sldMasterMk cId="2830299058" sldId="2147483951"/>
            <pc:sldLayoutMk cId="3209606059" sldId="2147483958"/>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4236369310" sldId="2147483959"/>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3971853821" sldId="2147483960"/>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3975996928" sldId="2147483961"/>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3221379432" sldId="2147483962"/>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2302870869" sldId="2147483963"/>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2382066525" sldId="2147483964"/>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748251297" sldId="2147483965"/>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1103148605" sldId="2147483966"/>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32584943" sldId="2147483967"/>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533589551" sldId="2147483968"/>
          </pc:sldLayoutMkLst>
        </pc:sldLayoutChg>
        <pc:sldLayoutChg chg="del">
          <pc:chgData name="Heath Cloutier" userId="1c2b937d-cf87-449c-98c9-41c9403a8af3" providerId="ADAL" clId="{BB22E0CA-F3D5-4AD0-B3F8-D3492DBF60C9}" dt="2025-09-04T22:39:38.309" v="3" actId="47"/>
          <pc:sldLayoutMkLst>
            <pc:docMk/>
            <pc:sldMasterMk cId="2830299058" sldId="2147483951"/>
            <pc:sldLayoutMk cId="2874141356" sldId="2147483969"/>
          </pc:sldLayoutMkLst>
        </pc:sldLayoutChg>
      </pc:sldMasterChg>
    </pc:docChg>
  </pc:docChgLst>
  <pc:docChgLst>
    <pc:chgData name="Andrea Kundert" userId="S::andrea.kundert@nordicglobal.com::5e4899a0-c4ec-4f6e-a6d4-e734af582c26" providerId="AD" clId="Web-{DA477549-0F75-367C-1837-76572FC63AC2}"/>
    <pc:docChg chg="modSld">
      <pc:chgData name="Andrea Kundert" userId="S::andrea.kundert@nordicglobal.com::5e4899a0-c4ec-4f6e-a6d4-e734af582c26" providerId="AD" clId="Web-{DA477549-0F75-367C-1837-76572FC63AC2}" dt="2025-09-17T14:09:57.185" v="4"/>
      <pc:docMkLst>
        <pc:docMk/>
      </pc:docMkLst>
      <pc:sldChg chg="modNotes">
        <pc:chgData name="Andrea Kundert" userId="S::andrea.kundert@nordicglobal.com::5e4899a0-c4ec-4f6e-a6d4-e734af582c26" providerId="AD" clId="Web-{DA477549-0F75-367C-1837-76572FC63AC2}" dt="2025-09-17T14:09:57.185" v="4"/>
        <pc:sldMkLst>
          <pc:docMk/>
          <pc:sldMk cId="3309099546" sldId="4517"/>
        </pc:sldMkLst>
      </pc:sldChg>
    </pc:docChg>
  </pc:docChgLst>
  <pc:docChgLst>
    <pc:chgData name="Andrea Kundert" userId="5e4899a0-c4ec-4f6e-a6d4-e734af582c26" providerId="ADAL" clId="{1458941E-E635-4F25-B4EB-E46531A19CBF}"/>
    <pc:docChg chg="undo custSel addSld delSld modSld sldOrd">
      <pc:chgData name="Andrea Kundert" userId="5e4899a0-c4ec-4f6e-a6d4-e734af582c26" providerId="ADAL" clId="{1458941E-E635-4F25-B4EB-E46531A19CBF}" dt="2025-09-16T20:54:05.089" v="424" actId="14100"/>
      <pc:docMkLst>
        <pc:docMk/>
      </pc:docMkLst>
      <pc:sldChg chg="ord">
        <pc:chgData name="Andrea Kundert" userId="5e4899a0-c4ec-4f6e-a6d4-e734af582c26" providerId="ADAL" clId="{1458941E-E635-4F25-B4EB-E46531A19CBF}" dt="2025-09-16T20:35:05.989" v="138"/>
        <pc:sldMkLst>
          <pc:docMk/>
          <pc:sldMk cId="3076374006" sldId="7691"/>
        </pc:sldMkLst>
      </pc:sldChg>
      <pc:sldChg chg="modSp mod ord modShow">
        <pc:chgData name="Andrea Kundert" userId="5e4899a0-c4ec-4f6e-a6d4-e734af582c26" providerId="ADAL" clId="{1458941E-E635-4F25-B4EB-E46531A19CBF}" dt="2025-09-16T20:49:41.247" v="302"/>
        <pc:sldMkLst>
          <pc:docMk/>
          <pc:sldMk cId="3732161699" sldId="2147483017"/>
        </pc:sldMkLst>
        <pc:spChg chg="mod">
          <ac:chgData name="Andrea Kundert" userId="5e4899a0-c4ec-4f6e-a6d4-e734af582c26" providerId="ADAL" clId="{1458941E-E635-4F25-B4EB-E46531A19CBF}" dt="2025-09-16T20:40:12.916" v="166" actId="14100"/>
          <ac:spMkLst>
            <pc:docMk/>
            <pc:sldMk cId="3732161699" sldId="2147483017"/>
            <ac:spMk id="2" creationId="{1C456473-9250-C5AD-EED8-1F4BFC652ED3}"/>
          </ac:spMkLst>
        </pc:spChg>
      </pc:sldChg>
      <pc:sldChg chg="del">
        <pc:chgData name="Andrea Kundert" userId="5e4899a0-c4ec-4f6e-a6d4-e734af582c26" providerId="ADAL" clId="{1458941E-E635-4F25-B4EB-E46531A19CBF}" dt="2025-09-16T20:33:42.660" v="135" actId="2696"/>
        <pc:sldMkLst>
          <pc:docMk/>
          <pc:sldMk cId="3948461650" sldId="2147483024"/>
        </pc:sldMkLst>
      </pc:sldChg>
      <pc:sldChg chg="modSp mod">
        <pc:chgData name="Andrea Kundert" userId="5e4899a0-c4ec-4f6e-a6d4-e734af582c26" providerId="ADAL" clId="{1458941E-E635-4F25-B4EB-E46531A19CBF}" dt="2025-09-16T20:25:37.223" v="15" actId="14100"/>
        <pc:sldMkLst>
          <pc:docMk/>
          <pc:sldMk cId="125469795" sldId="2147483026"/>
        </pc:sldMkLst>
        <pc:spChg chg="mod">
          <ac:chgData name="Andrea Kundert" userId="5e4899a0-c4ec-4f6e-a6d4-e734af582c26" providerId="ADAL" clId="{1458941E-E635-4F25-B4EB-E46531A19CBF}" dt="2025-09-16T20:24:51.505" v="3" actId="208"/>
          <ac:spMkLst>
            <pc:docMk/>
            <pc:sldMk cId="125469795" sldId="2147483026"/>
            <ac:spMk id="6" creationId="{6756079D-57FD-240B-EBAB-D69727E2A8E8}"/>
          </ac:spMkLst>
        </pc:spChg>
        <pc:spChg chg="mod">
          <ac:chgData name="Andrea Kundert" userId="5e4899a0-c4ec-4f6e-a6d4-e734af582c26" providerId="ADAL" clId="{1458941E-E635-4F25-B4EB-E46531A19CBF}" dt="2025-09-16T20:25:00.539" v="6" actId="208"/>
          <ac:spMkLst>
            <pc:docMk/>
            <pc:sldMk cId="125469795" sldId="2147483026"/>
            <ac:spMk id="8" creationId="{CF9ABB55-B324-4D3E-1983-4B531FB6CC99}"/>
          </ac:spMkLst>
        </pc:spChg>
        <pc:spChg chg="mod">
          <ac:chgData name="Andrea Kundert" userId="5e4899a0-c4ec-4f6e-a6d4-e734af582c26" providerId="ADAL" clId="{1458941E-E635-4F25-B4EB-E46531A19CBF}" dt="2025-09-16T20:25:08.306" v="9" actId="208"/>
          <ac:spMkLst>
            <pc:docMk/>
            <pc:sldMk cId="125469795" sldId="2147483026"/>
            <ac:spMk id="10" creationId="{E9001C4A-52AD-278E-249F-D8DB0F498A7E}"/>
          </ac:spMkLst>
        </pc:spChg>
        <pc:spChg chg="mod">
          <ac:chgData name="Andrea Kundert" userId="5e4899a0-c4ec-4f6e-a6d4-e734af582c26" providerId="ADAL" clId="{1458941E-E635-4F25-B4EB-E46531A19CBF}" dt="2025-09-16T20:24:55.739" v="4" actId="208"/>
          <ac:spMkLst>
            <pc:docMk/>
            <pc:sldMk cId="125469795" sldId="2147483026"/>
            <ac:spMk id="18" creationId="{D41CCFCE-93A3-F74F-097D-FD4D646DB20F}"/>
          </ac:spMkLst>
        </pc:spChg>
        <pc:spChg chg="mod">
          <ac:chgData name="Andrea Kundert" userId="5e4899a0-c4ec-4f6e-a6d4-e734af582c26" providerId="ADAL" clId="{1458941E-E635-4F25-B4EB-E46531A19CBF}" dt="2025-09-16T20:25:03.263" v="7" actId="208"/>
          <ac:spMkLst>
            <pc:docMk/>
            <pc:sldMk cId="125469795" sldId="2147483026"/>
            <ac:spMk id="19" creationId="{60A47AD6-3FD5-1CD9-6AA0-E727BB7F8C27}"/>
          </ac:spMkLst>
        </pc:spChg>
        <pc:spChg chg="mod">
          <ac:chgData name="Andrea Kundert" userId="5e4899a0-c4ec-4f6e-a6d4-e734af582c26" providerId="ADAL" clId="{1458941E-E635-4F25-B4EB-E46531A19CBF}" dt="2025-09-16T20:25:10.456" v="10" actId="208"/>
          <ac:spMkLst>
            <pc:docMk/>
            <pc:sldMk cId="125469795" sldId="2147483026"/>
            <ac:spMk id="20" creationId="{87D58E00-850A-3C6A-BEA2-6A87279906DE}"/>
          </ac:spMkLst>
        </pc:spChg>
        <pc:spChg chg="mod">
          <ac:chgData name="Andrea Kundert" userId="5e4899a0-c4ec-4f6e-a6d4-e734af582c26" providerId="ADAL" clId="{1458941E-E635-4F25-B4EB-E46531A19CBF}" dt="2025-09-16T20:24:58.242" v="5" actId="208"/>
          <ac:spMkLst>
            <pc:docMk/>
            <pc:sldMk cId="125469795" sldId="2147483026"/>
            <ac:spMk id="21" creationId="{D454C767-2E40-3A41-C9FC-DFAF22BD8C32}"/>
          </ac:spMkLst>
        </pc:spChg>
        <pc:spChg chg="mod">
          <ac:chgData name="Andrea Kundert" userId="5e4899a0-c4ec-4f6e-a6d4-e734af582c26" providerId="ADAL" clId="{1458941E-E635-4F25-B4EB-E46531A19CBF}" dt="2025-09-16T20:25:05.589" v="8" actId="208"/>
          <ac:spMkLst>
            <pc:docMk/>
            <pc:sldMk cId="125469795" sldId="2147483026"/>
            <ac:spMk id="22" creationId="{64307442-CC56-1D73-F15F-3483BF2E392E}"/>
          </ac:spMkLst>
        </pc:spChg>
        <pc:spChg chg="mod">
          <ac:chgData name="Andrea Kundert" userId="5e4899a0-c4ec-4f6e-a6d4-e734af582c26" providerId="ADAL" clId="{1458941E-E635-4F25-B4EB-E46531A19CBF}" dt="2025-09-16T20:25:12.839" v="11" actId="208"/>
          <ac:spMkLst>
            <pc:docMk/>
            <pc:sldMk cId="125469795" sldId="2147483026"/>
            <ac:spMk id="23" creationId="{D57A2E9A-E1AF-0ABA-EB89-133AE7956556}"/>
          </ac:spMkLst>
        </pc:spChg>
        <pc:spChg chg="mod">
          <ac:chgData name="Andrea Kundert" userId="5e4899a0-c4ec-4f6e-a6d4-e734af582c26" providerId="ADAL" clId="{1458941E-E635-4F25-B4EB-E46531A19CBF}" dt="2025-09-16T20:25:37.223" v="15" actId="14100"/>
          <ac:spMkLst>
            <pc:docMk/>
            <pc:sldMk cId="125469795" sldId="2147483026"/>
            <ac:spMk id="33" creationId="{004C638E-2D00-9E65-45C7-2F4B0554ADBF}"/>
          </ac:spMkLst>
        </pc:spChg>
      </pc:sldChg>
      <pc:sldChg chg="modSp mod">
        <pc:chgData name="Andrea Kundert" userId="5e4899a0-c4ec-4f6e-a6d4-e734af582c26" providerId="ADAL" clId="{1458941E-E635-4F25-B4EB-E46531A19CBF}" dt="2025-09-16T20:26:49.389" v="31" actId="14100"/>
        <pc:sldMkLst>
          <pc:docMk/>
          <pc:sldMk cId="2407547" sldId="2147483027"/>
        </pc:sldMkLst>
        <pc:spChg chg="mod">
          <ac:chgData name="Andrea Kundert" userId="5e4899a0-c4ec-4f6e-a6d4-e734af582c26" providerId="ADAL" clId="{1458941E-E635-4F25-B4EB-E46531A19CBF}" dt="2025-09-16T20:26:18.239" v="21" actId="1038"/>
          <ac:spMkLst>
            <pc:docMk/>
            <pc:sldMk cId="2407547" sldId="2147483027"/>
            <ac:spMk id="6" creationId="{2E2DABE8-AC64-A05C-E84A-15830D727C0B}"/>
          </ac:spMkLst>
        </pc:spChg>
        <pc:spChg chg="mod">
          <ac:chgData name="Andrea Kundert" userId="5e4899a0-c4ec-4f6e-a6d4-e734af582c26" providerId="ADAL" clId="{1458941E-E635-4F25-B4EB-E46531A19CBF}" dt="2025-09-16T20:26:26.039" v="24" actId="208"/>
          <ac:spMkLst>
            <pc:docMk/>
            <pc:sldMk cId="2407547" sldId="2147483027"/>
            <ac:spMk id="8" creationId="{B29D3D7B-5230-5879-1E22-CA880D88C93D}"/>
          </ac:spMkLst>
        </pc:spChg>
        <pc:spChg chg="mod">
          <ac:chgData name="Andrea Kundert" userId="5e4899a0-c4ec-4f6e-a6d4-e734af582c26" providerId="ADAL" clId="{1458941E-E635-4F25-B4EB-E46531A19CBF}" dt="2025-09-16T20:26:33.618" v="27" actId="208"/>
          <ac:spMkLst>
            <pc:docMk/>
            <pc:sldMk cId="2407547" sldId="2147483027"/>
            <ac:spMk id="10" creationId="{0B0F202A-4EF7-251A-7D75-39931314890B}"/>
          </ac:spMkLst>
        </pc:spChg>
        <pc:spChg chg="mod">
          <ac:chgData name="Andrea Kundert" userId="5e4899a0-c4ec-4f6e-a6d4-e734af582c26" providerId="ADAL" clId="{1458941E-E635-4F25-B4EB-E46531A19CBF}" dt="2025-09-16T20:26:21.111" v="22" actId="208"/>
          <ac:spMkLst>
            <pc:docMk/>
            <pc:sldMk cId="2407547" sldId="2147483027"/>
            <ac:spMk id="18" creationId="{83AAC770-5002-A53E-57B1-B3004D295AB6}"/>
          </ac:spMkLst>
        </pc:spChg>
        <pc:spChg chg="mod">
          <ac:chgData name="Andrea Kundert" userId="5e4899a0-c4ec-4f6e-a6d4-e734af582c26" providerId="ADAL" clId="{1458941E-E635-4F25-B4EB-E46531A19CBF}" dt="2025-09-16T20:26:28.793" v="25" actId="208"/>
          <ac:spMkLst>
            <pc:docMk/>
            <pc:sldMk cId="2407547" sldId="2147483027"/>
            <ac:spMk id="19" creationId="{4E348CDD-4B37-892B-0B06-CD7A826758B3}"/>
          </ac:spMkLst>
        </pc:spChg>
        <pc:spChg chg="mod">
          <ac:chgData name="Andrea Kundert" userId="5e4899a0-c4ec-4f6e-a6d4-e734af582c26" providerId="ADAL" clId="{1458941E-E635-4F25-B4EB-E46531A19CBF}" dt="2025-09-16T20:26:36.157" v="28" actId="208"/>
          <ac:spMkLst>
            <pc:docMk/>
            <pc:sldMk cId="2407547" sldId="2147483027"/>
            <ac:spMk id="20" creationId="{70C0E3E5-4B8C-BB70-9F1C-AC9EFD4CC1D7}"/>
          </ac:spMkLst>
        </pc:spChg>
        <pc:spChg chg="mod">
          <ac:chgData name="Andrea Kundert" userId="5e4899a0-c4ec-4f6e-a6d4-e734af582c26" providerId="ADAL" clId="{1458941E-E635-4F25-B4EB-E46531A19CBF}" dt="2025-09-16T20:26:23.255" v="23" actId="208"/>
          <ac:spMkLst>
            <pc:docMk/>
            <pc:sldMk cId="2407547" sldId="2147483027"/>
            <ac:spMk id="21" creationId="{9DA26F66-FC57-423A-C122-FB4156D8913B}"/>
          </ac:spMkLst>
        </pc:spChg>
        <pc:spChg chg="mod">
          <ac:chgData name="Andrea Kundert" userId="5e4899a0-c4ec-4f6e-a6d4-e734af582c26" providerId="ADAL" clId="{1458941E-E635-4F25-B4EB-E46531A19CBF}" dt="2025-09-16T20:26:31.180" v="26" actId="208"/>
          <ac:spMkLst>
            <pc:docMk/>
            <pc:sldMk cId="2407547" sldId="2147483027"/>
            <ac:spMk id="22" creationId="{19A1DDB0-153C-2E05-80AF-A791C2AE2F6F}"/>
          </ac:spMkLst>
        </pc:spChg>
        <pc:spChg chg="mod">
          <ac:chgData name="Andrea Kundert" userId="5e4899a0-c4ec-4f6e-a6d4-e734af582c26" providerId="ADAL" clId="{1458941E-E635-4F25-B4EB-E46531A19CBF}" dt="2025-09-16T20:26:38.338" v="29" actId="208"/>
          <ac:spMkLst>
            <pc:docMk/>
            <pc:sldMk cId="2407547" sldId="2147483027"/>
            <ac:spMk id="23" creationId="{C752A081-D499-C9E7-510F-5AEFFD5AE997}"/>
          </ac:spMkLst>
        </pc:spChg>
        <pc:spChg chg="mod">
          <ac:chgData name="Andrea Kundert" userId="5e4899a0-c4ec-4f6e-a6d4-e734af582c26" providerId="ADAL" clId="{1458941E-E635-4F25-B4EB-E46531A19CBF}" dt="2025-09-16T20:26:49.389" v="31" actId="14100"/>
          <ac:spMkLst>
            <pc:docMk/>
            <pc:sldMk cId="2407547" sldId="2147483027"/>
            <ac:spMk id="33" creationId="{E26EAE4B-6A7F-0B43-2B12-4E3EC120230C}"/>
          </ac:spMkLst>
        </pc:spChg>
      </pc:sldChg>
      <pc:sldChg chg="addSp delSp modSp add mod ord setBg">
        <pc:chgData name="Andrea Kundert" userId="5e4899a0-c4ec-4f6e-a6d4-e734af582c26" providerId="ADAL" clId="{1458941E-E635-4F25-B4EB-E46531A19CBF}" dt="2025-09-16T20:34:03.877" v="136" actId="14100"/>
        <pc:sldMkLst>
          <pc:docMk/>
          <pc:sldMk cId="2504549074" sldId="2147483029"/>
        </pc:sldMkLst>
        <pc:spChg chg="add mod">
          <ac:chgData name="Andrea Kundert" userId="5e4899a0-c4ec-4f6e-a6d4-e734af582c26" providerId="ADAL" clId="{1458941E-E635-4F25-B4EB-E46531A19CBF}" dt="2025-09-16T20:33:08.694" v="132" actId="1076"/>
          <ac:spMkLst>
            <pc:docMk/>
            <pc:sldMk cId="2504549074" sldId="2147483029"/>
            <ac:spMk id="2" creationId="{AA81D9EF-6857-98E7-E56C-390D12773EB5}"/>
          </ac:spMkLst>
        </pc:spChg>
        <pc:spChg chg="mod">
          <ac:chgData name="Andrea Kundert" userId="5e4899a0-c4ec-4f6e-a6d4-e734af582c26" providerId="ADAL" clId="{1458941E-E635-4F25-B4EB-E46531A19CBF}" dt="2025-09-16T20:29:56.736" v="78" actId="207"/>
          <ac:spMkLst>
            <pc:docMk/>
            <pc:sldMk cId="2504549074" sldId="2147483029"/>
            <ac:spMk id="5" creationId="{75FFF5DD-87AF-2D31-E619-C2EEF4CF4BFE}"/>
          </ac:spMkLst>
        </pc:spChg>
        <pc:spChg chg="mod">
          <ac:chgData name="Andrea Kundert" userId="5e4899a0-c4ec-4f6e-a6d4-e734af582c26" providerId="ADAL" clId="{1458941E-E635-4F25-B4EB-E46531A19CBF}" dt="2025-09-16T20:31:07.163" v="118" actId="255"/>
          <ac:spMkLst>
            <pc:docMk/>
            <pc:sldMk cId="2504549074" sldId="2147483029"/>
            <ac:spMk id="6" creationId="{20E740DC-838C-8022-6FAD-56DD78A82287}"/>
          </ac:spMkLst>
        </pc:spChg>
        <pc:spChg chg="mod">
          <ac:chgData name="Andrea Kundert" userId="5e4899a0-c4ec-4f6e-a6d4-e734af582c26" providerId="ADAL" clId="{1458941E-E635-4F25-B4EB-E46531A19CBF}" dt="2025-09-16T20:33:00.751" v="129"/>
          <ac:spMkLst>
            <pc:docMk/>
            <pc:sldMk cId="2504549074" sldId="2147483029"/>
            <ac:spMk id="9" creationId="{ED370722-6B00-9EA4-8F43-4EE4F97FDFD1}"/>
          </ac:spMkLst>
        </pc:spChg>
        <pc:spChg chg="mod">
          <ac:chgData name="Andrea Kundert" userId="5e4899a0-c4ec-4f6e-a6d4-e734af582c26" providerId="ADAL" clId="{1458941E-E635-4F25-B4EB-E46531A19CBF}" dt="2025-09-16T20:33:00.751" v="129"/>
          <ac:spMkLst>
            <pc:docMk/>
            <pc:sldMk cId="2504549074" sldId="2147483029"/>
            <ac:spMk id="10" creationId="{4363E9E3-8A0E-B280-4C1F-710A7A9796E9}"/>
          </ac:spMkLst>
        </pc:spChg>
        <pc:spChg chg="mod">
          <ac:chgData name="Andrea Kundert" userId="5e4899a0-c4ec-4f6e-a6d4-e734af582c26" providerId="ADAL" clId="{1458941E-E635-4F25-B4EB-E46531A19CBF}" dt="2025-09-16T20:33:00.751" v="129"/>
          <ac:spMkLst>
            <pc:docMk/>
            <pc:sldMk cId="2504549074" sldId="2147483029"/>
            <ac:spMk id="11" creationId="{CF06CBC4-3F7E-27D8-E45D-2048A44B5362}"/>
          </ac:spMkLst>
        </pc:spChg>
        <pc:spChg chg="mod">
          <ac:chgData name="Andrea Kundert" userId="5e4899a0-c4ec-4f6e-a6d4-e734af582c26" providerId="ADAL" clId="{1458941E-E635-4F25-B4EB-E46531A19CBF}" dt="2025-09-16T20:33:00.751" v="129"/>
          <ac:spMkLst>
            <pc:docMk/>
            <pc:sldMk cId="2504549074" sldId="2147483029"/>
            <ac:spMk id="12" creationId="{233812BA-0E21-2F0A-462C-FF74A730E612}"/>
          </ac:spMkLst>
        </pc:spChg>
        <pc:grpChg chg="add mod">
          <ac:chgData name="Andrea Kundert" userId="5e4899a0-c4ec-4f6e-a6d4-e734af582c26" providerId="ADAL" clId="{1458941E-E635-4F25-B4EB-E46531A19CBF}" dt="2025-09-16T20:34:03.877" v="136" actId="14100"/>
          <ac:grpSpMkLst>
            <pc:docMk/>
            <pc:sldMk cId="2504549074" sldId="2147483029"/>
            <ac:grpSpMk id="3" creationId="{3AEBE184-B9AE-ECE7-55E2-5C3098422B30}"/>
          </ac:grpSpMkLst>
        </pc:grpChg>
        <pc:grpChg chg="mod">
          <ac:chgData name="Andrea Kundert" userId="5e4899a0-c4ec-4f6e-a6d4-e734af582c26" providerId="ADAL" clId="{1458941E-E635-4F25-B4EB-E46531A19CBF}" dt="2025-09-16T20:33:00.751" v="129"/>
          <ac:grpSpMkLst>
            <pc:docMk/>
            <pc:sldMk cId="2504549074" sldId="2147483029"/>
            <ac:grpSpMk id="4" creationId="{118C0BC7-7314-AB8C-1112-EBF7465BB2EA}"/>
          </ac:grpSpMkLst>
        </pc:grpChg>
        <pc:grpChg chg="mod">
          <ac:chgData name="Andrea Kundert" userId="5e4899a0-c4ec-4f6e-a6d4-e734af582c26" providerId="ADAL" clId="{1458941E-E635-4F25-B4EB-E46531A19CBF}" dt="2025-09-16T20:33:00.751" v="129"/>
          <ac:grpSpMkLst>
            <pc:docMk/>
            <pc:sldMk cId="2504549074" sldId="2147483029"/>
            <ac:grpSpMk id="7" creationId="{5794C3DC-BEEE-815D-F8F2-A965AEE558C0}"/>
          </ac:grpSpMkLst>
        </pc:grpChg>
        <pc:picChg chg="add del mod">
          <ac:chgData name="Andrea Kundert" userId="5e4899a0-c4ec-4f6e-a6d4-e734af582c26" providerId="ADAL" clId="{1458941E-E635-4F25-B4EB-E46531A19CBF}" dt="2025-09-16T20:32:36.258" v="125" actId="478"/>
          <ac:picMkLst>
            <pc:docMk/>
            <pc:sldMk cId="2504549074" sldId="2147483029"/>
            <ac:picMk id="19" creationId="{41B8C99E-436A-5B97-1B9C-3BC038471364}"/>
          </ac:picMkLst>
        </pc:picChg>
      </pc:sldChg>
      <pc:sldChg chg="addSp delSp modSp new mod">
        <pc:chgData name="Andrea Kundert" userId="5e4899a0-c4ec-4f6e-a6d4-e734af582c26" providerId="ADAL" clId="{1458941E-E635-4F25-B4EB-E46531A19CBF}" dt="2025-09-16T20:54:05.089" v="424" actId="14100"/>
        <pc:sldMkLst>
          <pc:docMk/>
          <pc:sldMk cId="1440260092" sldId="2147483030"/>
        </pc:sldMkLst>
        <pc:spChg chg="add mod">
          <ac:chgData name="Andrea Kundert" userId="5e4899a0-c4ec-4f6e-a6d4-e734af582c26" providerId="ADAL" clId="{1458941E-E635-4F25-B4EB-E46531A19CBF}" dt="2025-09-16T20:42:09.806" v="184" actId="165"/>
          <ac:spMkLst>
            <pc:docMk/>
            <pc:sldMk cId="1440260092" sldId="2147483030"/>
            <ac:spMk id="5" creationId="{12B38DD4-4869-BC92-879C-1D3F5D22C338}"/>
          </ac:spMkLst>
        </pc:spChg>
        <pc:spChg chg="add mod">
          <ac:chgData name="Andrea Kundert" userId="5e4899a0-c4ec-4f6e-a6d4-e734af582c26" providerId="ADAL" clId="{1458941E-E635-4F25-B4EB-E46531A19CBF}" dt="2025-09-16T20:47:34.572" v="254" actId="1038"/>
          <ac:spMkLst>
            <pc:docMk/>
            <pc:sldMk cId="1440260092" sldId="2147483030"/>
            <ac:spMk id="6" creationId="{AE0710FC-1DD1-963B-B82E-2727824E5D47}"/>
          </ac:spMkLst>
        </pc:spChg>
        <pc:spChg chg="mod">
          <ac:chgData name="Andrea Kundert" userId="5e4899a0-c4ec-4f6e-a6d4-e734af582c26" providerId="ADAL" clId="{1458941E-E635-4F25-B4EB-E46531A19CBF}" dt="2025-09-16T20:47:03.572" v="234" actId="1076"/>
          <ac:spMkLst>
            <pc:docMk/>
            <pc:sldMk cId="1440260092" sldId="2147483030"/>
            <ac:spMk id="7" creationId="{965B5984-26D5-33F5-1180-D90F7CEBF621}"/>
          </ac:spMkLst>
        </pc:spChg>
        <pc:spChg chg="add mod">
          <ac:chgData name="Andrea Kundert" userId="5e4899a0-c4ec-4f6e-a6d4-e734af582c26" providerId="ADAL" clId="{1458941E-E635-4F25-B4EB-E46531A19CBF}" dt="2025-09-16T20:47:42.772" v="256" actId="113"/>
          <ac:spMkLst>
            <pc:docMk/>
            <pc:sldMk cId="1440260092" sldId="2147483030"/>
            <ac:spMk id="8" creationId="{709F0B50-90B0-3C98-30FF-F7C92548D100}"/>
          </ac:spMkLst>
        </pc:spChg>
        <pc:spChg chg="add mod">
          <ac:chgData name="Andrea Kundert" userId="5e4899a0-c4ec-4f6e-a6d4-e734af582c26" providerId="ADAL" clId="{1458941E-E635-4F25-B4EB-E46531A19CBF}" dt="2025-09-16T20:52:35.508" v="417" actId="1036"/>
          <ac:spMkLst>
            <pc:docMk/>
            <pc:sldMk cId="1440260092" sldId="2147483030"/>
            <ac:spMk id="9" creationId="{1E43E5CB-6D90-FA6E-27F8-38DA2005F87E}"/>
          </ac:spMkLst>
        </pc:spChg>
        <pc:spChg chg="add mod">
          <ac:chgData name="Andrea Kundert" userId="5e4899a0-c4ec-4f6e-a6d4-e734af582c26" providerId="ADAL" clId="{1458941E-E635-4F25-B4EB-E46531A19CBF}" dt="2025-09-16T20:42:09.806" v="184" actId="165"/>
          <ac:spMkLst>
            <pc:docMk/>
            <pc:sldMk cId="1440260092" sldId="2147483030"/>
            <ac:spMk id="10" creationId="{F6EF040F-3D9B-9476-06AA-A1EF3C9F3831}"/>
          </ac:spMkLst>
        </pc:spChg>
        <pc:spChg chg="add mod">
          <ac:chgData name="Andrea Kundert" userId="5e4899a0-c4ec-4f6e-a6d4-e734af582c26" providerId="ADAL" clId="{1458941E-E635-4F25-B4EB-E46531A19CBF}" dt="2025-09-16T20:48:27.496" v="286" actId="255"/>
          <ac:spMkLst>
            <pc:docMk/>
            <pc:sldMk cId="1440260092" sldId="2147483030"/>
            <ac:spMk id="11" creationId="{98450ABC-0B5D-A893-3CFC-667FD0E08B97}"/>
          </ac:spMkLst>
        </pc:spChg>
        <pc:spChg chg="add mod">
          <ac:chgData name="Andrea Kundert" userId="5e4899a0-c4ec-4f6e-a6d4-e734af582c26" providerId="ADAL" clId="{1458941E-E635-4F25-B4EB-E46531A19CBF}" dt="2025-09-16T20:42:09.806" v="184" actId="165"/>
          <ac:spMkLst>
            <pc:docMk/>
            <pc:sldMk cId="1440260092" sldId="2147483030"/>
            <ac:spMk id="12" creationId="{1B619D7F-AF8B-DC45-6754-9D9BD58064E9}"/>
          </ac:spMkLst>
        </pc:spChg>
        <pc:spChg chg="add mod">
          <ac:chgData name="Andrea Kundert" userId="5e4899a0-c4ec-4f6e-a6d4-e734af582c26" providerId="ADAL" clId="{1458941E-E635-4F25-B4EB-E46531A19CBF}" dt="2025-09-16T20:48:40.539" v="295" actId="1035"/>
          <ac:spMkLst>
            <pc:docMk/>
            <pc:sldMk cId="1440260092" sldId="2147483030"/>
            <ac:spMk id="13" creationId="{BF6B7DCC-383E-7EC3-6B56-8A545B885C13}"/>
          </ac:spMkLst>
        </pc:spChg>
        <pc:spChg chg="add mod">
          <ac:chgData name="Andrea Kundert" userId="5e4899a0-c4ec-4f6e-a6d4-e734af582c26" providerId="ADAL" clId="{1458941E-E635-4F25-B4EB-E46531A19CBF}" dt="2025-09-16T20:42:09.806" v="184" actId="165"/>
          <ac:spMkLst>
            <pc:docMk/>
            <pc:sldMk cId="1440260092" sldId="2147483030"/>
            <ac:spMk id="14" creationId="{3A473D90-B4AB-E730-E4E1-05D7C1D15149}"/>
          </ac:spMkLst>
        </pc:spChg>
        <pc:spChg chg="mod">
          <ac:chgData name="Andrea Kundert" userId="5e4899a0-c4ec-4f6e-a6d4-e734af582c26" providerId="ADAL" clId="{1458941E-E635-4F25-B4EB-E46531A19CBF}" dt="2025-09-16T20:48:33.287" v="288" actId="255"/>
          <ac:spMkLst>
            <pc:docMk/>
            <pc:sldMk cId="1440260092" sldId="2147483030"/>
            <ac:spMk id="15" creationId="{AE31691B-2AF7-1F36-990A-117EA7E841E5}"/>
          </ac:spMkLst>
        </pc:spChg>
        <pc:spChg chg="add mod">
          <ac:chgData name="Andrea Kundert" userId="5e4899a0-c4ec-4f6e-a6d4-e734af582c26" providerId="ADAL" clId="{1458941E-E635-4F25-B4EB-E46531A19CBF}" dt="2025-09-16T20:42:09.806" v="184" actId="165"/>
          <ac:spMkLst>
            <pc:docMk/>
            <pc:sldMk cId="1440260092" sldId="2147483030"/>
            <ac:spMk id="16" creationId="{509F0B6C-59FF-9634-4AB2-AC711A05DE16}"/>
          </ac:spMkLst>
        </pc:spChg>
        <pc:spChg chg="mod">
          <ac:chgData name="Andrea Kundert" userId="5e4899a0-c4ec-4f6e-a6d4-e734af582c26" providerId="ADAL" clId="{1458941E-E635-4F25-B4EB-E46531A19CBF}" dt="2025-09-16T20:50:11.062" v="305" actId="1038"/>
          <ac:spMkLst>
            <pc:docMk/>
            <pc:sldMk cId="1440260092" sldId="2147483030"/>
            <ac:spMk id="17" creationId="{5770EAD0-2B72-99A2-8B5E-BE7FCE30CFE1}"/>
          </ac:spMkLst>
        </pc:spChg>
        <pc:spChg chg="add mod">
          <ac:chgData name="Andrea Kundert" userId="5e4899a0-c4ec-4f6e-a6d4-e734af582c26" providerId="ADAL" clId="{1458941E-E635-4F25-B4EB-E46531A19CBF}" dt="2025-09-16T20:41:05.383" v="177" actId="1076"/>
          <ac:spMkLst>
            <pc:docMk/>
            <pc:sldMk cId="1440260092" sldId="2147483030"/>
            <ac:spMk id="28" creationId="{674F18E9-918B-093F-0DAB-10FF4C764A81}"/>
          </ac:spMkLst>
        </pc:spChg>
        <pc:spChg chg="add mod">
          <ac:chgData name="Andrea Kundert" userId="5e4899a0-c4ec-4f6e-a6d4-e734af582c26" providerId="ADAL" clId="{1458941E-E635-4F25-B4EB-E46531A19CBF}" dt="2025-09-16T20:41:51.639" v="183" actId="1076"/>
          <ac:spMkLst>
            <pc:docMk/>
            <pc:sldMk cId="1440260092" sldId="2147483030"/>
            <ac:spMk id="29" creationId="{6B37A1D6-FCD2-57A0-3D4C-B45B9558E0EC}"/>
          </ac:spMkLst>
        </pc:spChg>
        <pc:spChg chg="add del mod">
          <ac:chgData name="Andrea Kundert" userId="5e4899a0-c4ec-4f6e-a6d4-e734af582c26" providerId="ADAL" clId="{1458941E-E635-4F25-B4EB-E46531A19CBF}" dt="2025-09-16T20:46:08.139" v="227" actId="478"/>
          <ac:spMkLst>
            <pc:docMk/>
            <pc:sldMk cId="1440260092" sldId="2147483030"/>
            <ac:spMk id="40" creationId="{2E1D8D64-FBF7-5E66-F8FA-8675D0212B3F}"/>
          </ac:spMkLst>
        </pc:spChg>
        <pc:spChg chg="add mod">
          <ac:chgData name="Andrea Kundert" userId="5e4899a0-c4ec-4f6e-a6d4-e734af582c26" providerId="ADAL" clId="{1458941E-E635-4F25-B4EB-E46531A19CBF}" dt="2025-09-16T20:51:48.572" v="368" actId="164"/>
          <ac:spMkLst>
            <pc:docMk/>
            <pc:sldMk cId="1440260092" sldId="2147483030"/>
            <ac:spMk id="41" creationId="{D2ECC335-864A-6425-ECC6-4FFA34C5E753}"/>
          </ac:spMkLst>
        </pc:spChg>
        <pc:grpChg chg="mod">
          <ac:chgData name="Andrea Kundert" userId="5e4899a0-c4ec-4f6e-a6d4-e734af582c26" providerId="ADAL" clId="{1458941E-E635-4F25-B4EB-E46531A19CBF}" dt="2025-09-16T20:50:52.347" v="306" actId="338"/>
          <ac:grpSpMkLst>
            <pc:docMk/>
            <pc:sldMk cId="1440260092" sldId="2147483030"/>
            <ac:grpSpMk id="24" creationId="{47C2ABAE-7520-89A0-0A96-9235849FA1F1}"/>
          </ac:grpSpMkLst>
        </pc:grpChg>
        <pc:grpChg chg="add mod">
          <ac:chgData name="Andrea Kundert" userId="5e4899a0-c4ec-4f6e-a6d4-e734af582c26" providerId="ADAL" clId="{1458941E-E635-4F25-B4EB-E46531A19CBF}" dt="2025-09-16T20:40:48.678" v="174" actId="12788"/>
          <ac:grpSpMkLst>
            <pc:docMk/>
            <pc:sldMk cId="1440260092" sldId="2147483030"/>
            <ac:grpSpMk id="25" creationId="{FA7538BF-02F4-941B-96FD-5AD840770924}"/>
          </ac:grpSpMkLst>
        </pc:grpChg>
        <pc:grpChg chg="add mod">
          <ac:chgData name="Andrea Kundert" userId="5e4899a0-c4ec-4f6e-a6d4-e734af582c26" providerId="ADAL" clId="{1458941E-E635-4F25-B4EB-E46531A19CBF}" dt="2025-09-16T20:51:32.989" v="365" actId="164"/>
          <ac:grpSpMkLst>
            <pc:docMk/>
            <pc:sldMk cId="1440260092" sldId="2147483030"/>
            <ac:grpSpMk id="43" creationId="{8092F420-A380-E161-75C2-D7292996CC9F}"/>
          </ac:grpSpMkLst>
        </pc:grpChg>
        <pc:grpChg chg="add mod">
          <ac:chgData name="Andrea Kundert" userId="5e4899a0-c4ec-4f6e-a6d4-e734af582c26" providerId="ADAL" clId="{1458941E-E635-4F25-B4EB-E46531A19CBF}" dt="2025-09-16T20:51:48.572" v="368" actId="164"/>
          <ac:grpSpMkLst>
            <pc:docMk/>
            <pc:sldMk cId="1440260092" sldId="2147483030"/>
            <ac:grpSpMk id="44" creationId="{5AF6E8EB-D217-64B8-A30A-659A28E56C15}"/>
          </ac:grpSpMkLst>
        </pc:grpChg>
        <pc:grpChg chg="add mod">
          <ac:chgData name="Andrea Kundert" userId="5e4899a0-c4ec-4f6e-a6d4-e734af582c26" providerId="ADAL" clId="{1458941E-E635-4F25-B4EB-E46531A19CBF}" dt="2025-09-16T20:52:20.075" v="410" actId="1036"/>
          <ac:grpSpMkLst>
            <pc:docMk/>
            <pc:sldMk cId="1440260092" sldId="2147483030"/>
            <ac:grpSpMk id="45" creationId="{DDD4A1F2-19B8-3C30-D2EC-4CF298F31EAE}"/>
          </ac:grpSpMkLst>
        </pc:grpChg>
        <pc:picChg chg="add mod">
          <ac:chgData name="Andrea Kundert" userId="5e4899a0-c4ec-4f6e-a6d4-e734af582c26" providerId="ADAL" clId="{1458941E-E635-4F25-B4EB-E46531A19CBF}" dt="2025-09-16T20:50:52.347" v="306" actId="338"/>
          <ac:picMkLst>
            <pc:docMk/>
            <pc:sldMk cId="1440260092" sldId="2147483030"/>
            <ac:picMk id="2" creationId="{846D099F-DC4F-7A59-36B6-F23EA9F02E85}"/>
          </ac:picMkLst>
        </pc:picChg>
        <pc:picChg chg="add mod">
          <ac:chgData name="Andrea Kundert" userId="5e4899a0-c4ec-4f6e-a6d4-e734af582c26" providerId="ADAL" clId="{1458941E-E635-4F25-B4EB-E46531A19CBF}" dt="2025-09-16T20:40:02.156" v="165" actId="1076"/>
          <ac:picMkLst>
            <pc:docMk/>
            <pc:sldMk cId="1440260092" sldId="2147483030"/>
            <ac:picMk id="27" creationId="{400492CD-CDC5-DC43-6D3C-DF32FE3C2739}"/>
          </ac:picMkLst>
        </pc:picChg>
        <pc:cxnChg chg="mod">
          <ac:chgData name="Andrea Kundert" userId="5e4899a0-c4ec-4f6e-a6d4-e734af582c26" providerId="ADAL" clId="{1458941E-E635-4F25-B4EB-E46531A19CBF}" dt="2025-09-16T20:43:40.292" v="207" actId="1582"/>
          <ac:cxnSpMkLst>
            <pc:docMk/>
            <pc:sldMk cId="1440260092" sldId="2147483030"/>
            <ac:cxnSpMk id="18" creationId="{E4AD1121-741C-7A41-D31B-5365B678CA48}"/>
          </ac:cxnSpMkLst>
        </pc:cxnChg>
        <pc:cxnChg chg="mod">
          <ac:chgData name="Andrea Kundert" userId="5e4899a0-c4ec-4f6e-a6d4-e734af582c26" providerId="ADAL" clId="{1458941E-E635-4F25-B4EB-E46531A19CBF}" dt="2025-09-16T20:43:40.292" v="207" actId="1582"/>
          <ac:cxnSpMkLst>
            <pc:docMk/>
            <pc:sldMk cId="1440260092" sldId="2147483030"/>
            <ac:cxnSpMk id="19" creationId="{C3348B19-7A31-8785-711D-5A5324A7BE76}"/>
          </ac:cxnSpMkLst>
        </pc:cxnChg>
        <pc:cxnChg chg="mod">
          <ac:chgData name="Andrea Kundert" userId="5e4899a0-c4ec-4f6e-a6d4-e734af582c26" providerId="ADAL" clId="{1458941E-E635-4F25-B4EB-E46531A19CBF}" dt="2025-09-16T20:43:40.292" v="207" actId="1582"/>
          <ac:cxnSpMkLst>
            <pc:docMk/>
            <pc:sldMk cId="1440260092" sldId="2147483030"/>
            <ac:cxnSpMk id="20" creationId="{D1C778D9-083B-4FBC-3BB5-490978999C2F}"/>
          </ac:cxnSpMkLst>
        </pc:cxnChg>
        <pc:cxnChg chg="mod">
          <ac:chgData name="Andrea Kundert" userId="5e4899a0-c4ec-4f6e-a6d4-e734af582c26" providerId="ADAL" clId="{1458941E-E635-4F25-B4EB-E46531A19CBF}" dt="2025-09-16T20:43:40.292" v="207" actId="1582"/>
          <ac:cxnSpMkLst>
            <pc:docMk/>
            <pc:sldMk cId="1440260092" sldId="2147483030"/>
            <ac:cxnSpMk id="21" creationId="{A52302F0-95EA-2812-DEDF-D1984549E952}"/>
          </ac:cxnSpMkLst>
        </pc:cxnChg>
        <pc:cxnChg chg="mod">
          <ac:chgData name="Andrea Kundert" userId="5e4899a0-c4ec-4f6e-a6d4-e734af582c26" providerId="ADAL" clId="{1458941E-E635-4F25-B4EB-E46531A19CBF}" dt="2025-09-16T20:43:40.292" v="207" actId="1582"/>
          <ac:cxnSpMkLst>
            <pc:docMk/>
            <pc:sldMk cId="1440260092" sldId="2147483030"/>
            <ac:cxnSpMk id="22" creationId="{E97D6B27-D1ED-E113-7DEA-66342EAB1A58}"/>
          </ac:cxnSpMkLst>
        </pc:cxnChg>
        <pc:cxnChg chg="mod">
          <ac:chgData name="Andrea Kundert" userId="5e4899a0-c4ec-4f6e-a6d4-e734af582c26" providerId="ADAL" clId="{1458941E-E635-4F25-B4EB-E46531A19CBF}" dt="2025-09-16T20:43:40.292" v="207" actId="1582"/>
          <ac:cxnSpMkLst>
            <pc:docMk/>
            <pc:sldMk cId="1440260092" sldId="2147483030"/>
            <ac:cxnSpMk id="23" creationId="{6F21E3D0-6250-B365-ADAC-2E0A1A4C75F9}"/>
          </ac:cxnSpMkLst>
        </pc:cxnChg>
        <pc:cxnChg chg="add mod">
          <ac:chgData name="Andrea Kundert" userId="5e4899a0-c4ec-4f6e-a6d4-e734af582c26" providerId="ADAL" clId="{1458941E-E635-4F25-B4EB-E46531A19CBF}" dt="2025-09-16T20:41:40.590" v="181" actId="1076"/>
          <ac:cxnSpMkLst>
            <pc:docMk/>
            <pc:sldMk cId="1440260092" sldId="2147483030"/>
            <ac:cxnSpMk id="30" creationId="{DAD9A22F-3236-6102-BFE9-7F0532368FAE}"/>
          </ac:cxnSpMkLst>
        </pc:cxnChg>
        <pc:cxnChg chg="add mod">
          <ac:chgData name="Andrea Kundert" userId="5e4899a0-c4ec-4f6e-a6d4-e734af582c26" providerId="ADAL" clId="{1458941E-E635-4F25-B4EB-E46531A19CBF}" dt="2025-09-16T20:53:27.106" v="421" actId="14100"/>
          <ac:cxnSpMkLst>
            <pc:docMk/>
            <pc:sldMk cId="1440260092" sldId="2147483030"/>
            <ac:cxnSpMk id="31" creationId="{E89A915E-F62B-4A45-871F-58CDA930DDD8}"/>
          </ac:cxnSpMkLst>
        </pc:cxnChg>
        <pc:cxnChg chg="add mod">
          <ac:chgData name="Andrea Kundert" userId="5e4899a0-c4ec-4f6e-a6d4-e734af582c26" providerId="ADAL" clId="{1458941E-E635-4F25-B4EB-E46531A19CBF}" dt="2025-09-16T20:54:05.089" v="424" actId="14100"/>
          <ac:cxnSpMkLst>
            <pc:docMk/>
            <pc:sldMk cId="1440260092" sldId="2147483030"/>
            <ac:cxnSpMk id="35" creationId="{86606A9C-78E0-E3A1-6EFC-24F1126CE7ED}"/>
          </ac:cxnSpMkLst>
        </pc:cxnChg>
      </pc:sldChg>
    </pc:docChg>
  </pc:docChgLst>
  <pc:docChgLst>
    <pc:chgData name="Andrea Kundert" userId="5e4899a0-c4ec-4f6e-a6d4-e734af582c26" providerId="ADAL" clId="{98248598-C6A9-4048-B862-53961398DB87}"/>
    <pc:docChg chg="undo custSel addSld delSld modSld">
      <pc:chgData name="Andrea Kundert" userId="5e4899a0-c4ec-4f6e-a6d4-e734af582c26" providerId="ADAL" clId="{98248598-C6A9-4048-B862-53961398DB87}" dt="2025-09-15T16:54:29.711" v="318" actId="2711"/>
      <pc:docMkLst>
        <pc:docMk/>
      </pc:docMkLst>
      <pc:sldChg chg="modSp add mod">
        <pc:chgData name="Andrea Kundert" userId="5e4899a0-c4ec-4f6e-a6d4-e734af582c26" providerId="ADAL" clId="{98248598-C6A9-4048-B862-53961398DB87}" dt="2025-09-15T14:22:14.616" v="58" actId="20577"/>
        <pc:sldMkLst>
          <pc:docMk/>
          <pc:sldMk cId="2452365811" sldId="4336"/>
        </pc:sldMkLst>
        <pc:spChg chg="mod">
          <ac:chgData name="Andrea Kundert" userId="5e4899a0-c4ec-4f6e-a6d4-e734af582c26" providerId="ADAL" clId="{98248598-C6A9-4048-B862-53961398DB87}" dt="2025-09-15T14:02:30.412" v="36" actId="20577"/>
          <ac:spMkLst>
            <pc:docMk/>
            <pc:sldMk cId="2452365811" sldId="4336"/>
            <ac:spMk id="2" creationId="{E629B6AB-1651-DF49-881D-CFACC6E825C0}"/>
          </ac:spMkLst>
        </pc:spChg>
        <pc:spChg chg="mod">
          <ac:chgData name="Andrea Kundert" userId="5e4899a0-c4ec-4f6e-a6d4-e734af582c26" providerId="ADAL" clId="{98248598-C6A9-4048-B862-53961398DB87}" dt="2025-09-15T14:22:14.616" v="58" actId="20577"/>
          <ac:spMkLst>
            <pc:docMk/>
            <pc:sldMk cId="2452365811" sldId="4336"/>
            <ac:spMk id="8" creationId="{D46F73E1-C867-4BCD-9CE4-A85E94402DF9}"/>
          </ac:spMkLst>
        </pc:spChg>
        <pc:picChg chg="mod modCrop">
          <ac:chgData name="Andrea Kundert" userId="5e4899a0-c4ec-4f6e-a6d4-e734af582c26" providerId="ADAL" clId="{98248598-C6A9-4048-B862-53961398DB87}" dt="2025-09-15T14:18:33.412" v="48" actId="196"/>
          <ac:picMkLst>
            <pc:docMk/>
            <pc:sldMk cId="2452365811" sldId="4336"/>
            <ac:picMk id="4" creationId="{3FF007DB-FF82-2146-A2F8-41CFC5CE187B}"/>
          </ac:picMkLst>
        </pc:picChg>
      </pc:sldChg>
      <pc:sldChg chg="modSp add mod">
        <pc:chgData name="Andrea Kundert" userId="5e4899a0-c4ec-4f6e-a6d4-e734af582c26" providerId="ADAL" clId="{98248598-C6A9-4048-B862-53961398DB87}" dt="2025-09-15T15:04:52.518" v="275" actId="18131"/>
        <pc:sldMkLst>
          <pc:docMk/>
          <pc:sldMk cId="1120553779" sldId="4434"/>
        </pc:sldMkLst>
        <pc:spChg chg="mod">
          <ac:chgData name="Andrea Kundert" userId="5e4899a0-c4ec-4f6e-a6d4-e734af582c26" providerId="ADAL" clId="{98248598-C6A9-4048-B862-53961398DB87}" dt="2025-09-15T14:40:08.640" v="262" actId="1037"/>
          <ac:spMkLst>
            <pc:docMk/>
            <pc:sldMk cId="1120553779" sldId="4434"/>
            <ac:spMk id="5" creationId="{A23B4553-6043-BAAB-4730-00634EF27584}"/>
          </ac:spMkLst>
        </pc:spChg>
        <pc:spChg chg="mod">
          <ac:chgData name="Andrea Kundert" userId="5e4899a0-c4ec-4f6e-a6d4-e734af582c26" providerId="ADAL" clId="{98248598-C6A9-4048-B862-53961398DB87}" dt="2025-09-15T14:54:54.419" v="271" actId="14100"/>
          <ac:spMkLst>
            <pc:docMk/>
            <pc:sldMk cId="1120553779" sldId="4434"/>
            <ac:spMk id="6" creationId="{2EB3EE09-2875-89C5-F97F-5C9F3B1F5014}"/>
          </ac:spMkLst>
        </pc:spChg>
        <pc:picChg chg="mod modCrop">
          <ac:chgData name="Andrea Kundert" userId="5e4899a0-c4ec-4f6e-a6d4-e734af582c26" providerId="ADAL" clId="{98248598-C6A9-4048-B862-53961398DB87}" dt="2025-09-15T15:04:52.518" v="275" actId="18131"/>
          <ac:picMkLst>
            <pc:docMk/>
            <pc:sldMk cId="1120553779" sldId="4434"/>
            <ac:picMk id="19" creationId="{24D86EBE-1319-7603-721E-F72379E9772A}"/>
          </ac:picMkLst>
        </pc:picChg>
      </pc:sldChg>
      <pc:sldChg chg="del">
        <pc:chgData name="Andrea Kundert" userId="5e4899a0-c4ec-4f6e-a6d4-e734af582c26" providerId="ADAL" clId="{98248598-C6A9-4048-B862-53961398DB87}" dt="2025-09-15T14:22:43.891" v="61" actId="2696"/>
        <pc:sldMkLst>
          <pc:docMk/>
          <pc:sldMk cId="2104597587" sldId="4440"/>
        </pc:sldMkLst>
      </pc:sldChg>
      <pc:sldChg chg="del">
        <pc:chgData name="Andrea Kundert" userId="5e4899a0-c4ec-4f6e-a6d4-e734af582c26" providerId="ADAL" clId="{98248598-C6A9-4048-B862-53961398DB87}" dt="2025-09-15T14:02:05.140" v="0" actId="2696"/>
        <pc:sldMkLst>
          <pc:docMk/>
          <pc:sldMk cId="1138188863" sldId="4441"/>
        </pc:sldMkLst>
      </pc:sldChg>
      <pc:sldChg chg="modSp mod">
        <pc:chgData name="Andrea Kundert" userId="5e4899a0-c4ec-4f6e-a6d4-e734af582c26" providerId="ADAL" clId="{98248598-C6A9-4048-B862-53961398DB87}" dt="2025-09-15T16:52:28.433" v="304" actId="2711"/>
        <pc:sldMkLst>
          <pc:docMk/>
          <pc:sldMk cId="3309099546" sldId="4517"/>
        </pc:sldMkLst>
        <pc:spChg chg="mod">
          <ac:chgData name="Andrea Kundert" userId="5e4899a0-c4ec-4f6e-a6d4-e734af582c26" providerId="ADAL" clId="{98248598-C6A9-4048-B862-53961398DB87}" dt="2025-09-15T16:52:28.433" v="304" actId="2711"/>
          <ac:spMkLst>
            <pc:docMk/>
            <pc:sldMk cId="3309099546" sldId="4517"/>
            <ac:spMk id="4" creationId="{0F900771-CE9A-5CF1-197A-91944B78C868}"/>
          </ac:spMkLst>
        </pc:spChg>
      </pc:sldChg>
      <pc:sldChg chg="mod modShow">
        <pc:chgData name="Andrea Kundert" userId="5e4899a0-c4ec-4f6e-a6d4-e734af582c26" providerId="ADAL" clId="{98248598-C6A9-4048-B862-53961398DB87}" dt="2025-09-15T14:22:24.076" v="59" actId="729"/>
        <pc:sldMkLst>
          <pc:docMk/>
          <pc:sldMk cId="3076374006" sldId="7691"/>
        </pc:sldMkLst>
      </pc:sldChg>
      <pc:sldChg chg="addSp modSp mod">
        <pc:chgData name="Andrea Kundert" userId="5e4899a0-c4ec-4f6e-a6d4-e734af582c26" providerId="ADAL" clId="{98248598-C6A9-4048-B862-53961398DB87}" dt="2025-09-15T16:54:29.711" v="318" actId="2711"/>
        <pc:sldMkLst>
          <pc:docMk/>
          <pc:sldMk cId="3436084150" sldId="7708"/>
        </pc:sldMkLst>
        <pc:spChg chg="mod">
          <ac:chgData name="Andrea Kundert" userId="5e4899a0-c4ec-4f6e-a6d4-e734af582c26" providerId="ADAL" clId="{98248598-C6A9-4048-B862-53961398DB87}" dt="2025-09-15T16:54:29.711" v="318" actId="2711"/>
          <ac:spMkLst>
            <pc:docMk/>
            <pc:sldMk cId="3436084150" sldId="7708"/>
            <ac:spMk id="21" creationId="{95DAA3AE-11FF-6DD3-5144-52BF48FEC4B5}"/>
          </ac:spMkLst>
        </pc:spChg>
        <pc:spChg chg="mod">
          <ac:chgData name="Andrea Kundert" userId="5e4899a0-c4ec-4f6e-a6d4-e734af582c26" providerId="ADAL" clId="{98248598-C6A9-4048-B862-53961398DB87}" dt="2025-09-15T16:54:17.090" v="309" actId="2711"/>
          <ac:spMkLst>
            <pc:docMk/>
            <pc:sldMk cId="3436084150" sldId="7708"/>
            <ac:spMk id="24" creationId="{76A9F8E7-382E-13AE-C454-728C8D7D56AA}"/>
          </ac:spMkLst>
        </pc:spChg>
        <pc:spChg chg="mod">
          <ac:chgData name="Andrea Kundert" userId="5e4899a0-c4ec-4f6e-a6d4-e734af582c26" providerId="ADAL" clId="{98248598-C6A9-4048-B862-53961398DB87}" dt="2025-09-15T16:54:10.401" v="308" actId="2711"/>
          <ac:spMkLst>
            <pc:docMk/>
            <pc:sldMk cId="3436084150" sldId="7708"/>
            <ac:spMk id="26" creationId="{6D7870C4-549A-6E61-F872-7A5B2E62F4FC}"/>
          </ac:spMkLst>
        </pc:spChg>
        <pc:grpChg chg="add mod">
          <ac:chgData name="Andrea Kundert" userId="5e4899a0-c4ec-4f6e-a6d4-e734af582c26" providerId="ADAL" clId="{98248598-C6A9-4048-B862-53961398DB87}" dt="2025-09-15T14:29:46.175" v="80" actId="164"/>
          <ac:grpSpMkLst>
            <pc:docMk/>
            <pc:sldMk cId="3436084150" sldId="7708"/>
            <ac:grpSpMk id="5" creationId="{B61ABCB2-B829-155E-391D-D8708BEC27E4}"/>
          </ac:grpSpMkLst>
        </pc:grpChg>
        <pc:picChg chg="mod">
          <ac:chgData name="Andrea Kundert" userId="5e4899a0-c4ec-4f6e-a6d4-e734af582c26" providerId="ADAL" clId="{98248598-C6A9-4048-B862-53961398DB87}" dt="2025-09-15T14:29:46.175" v="80" actId="164"/>
          <ac:picMkLst>
            <pc:docMk/>
            <pc:sldMk cId="3436084150" sldId="7708"/>
            <ac:picMk id="3" creationId="{D641600D-6967-8E9A-2ED9-12920E406FE7}"/>
          </ac:picMkLst>
        </pc:picChg>
        <pc:picChg chg="add mod">
          <ac:chgData name="Andrea Kundert" userId="5e4899a0-c4ec-4f6e-a6d4-e734af582c26" providerId="ADAL" clId="{98248598-C6A9-4048-B862-53961398DB87}" dt="2025-09-15T14:29:46.175" v="80" actId="164"/>
          <ac:picMkLst>
            <pc:docMk/>
            <pc:sldMk cId="3436084150" sldId="7708"/>
            <ac:picMk id="4" creationId="{D94F1FB8-4623-E048-E76C-FFCB238A0EAD}"/>
          </ac:picMkLst>
        </pc:picChg>
      </pc:sldChg>
      <pc:sldChg chg="add">
        <pc:chgData name="Andrea Kundert" userId="5e4899a0-c4ec-4f6e-a6d4-e734af582c26" providerId="ADAL" clId="{98248598-C6A9-4048-B862-53961398DB87}" dt="2025-09-15T14:22:39.207" v="60"/>
        <pc:sldMkLst>
          <pc:docMk/>
          <pc:sldMk cId="2571063255" sldId="7784"/>
        </pc:sldMkLst>
      </pc:sldChg>
      <pc:sldChg chg="modSp mod">
        <pc:chgData name="Andrea Kundert" userId="5e4899a0-c4ec-4f6e-a6d4-e734af582c26" providerId="ADAL" clId="{98248598-C6A9-4048-B862-53961398DB87}" dt="2025-09-15T16:53:20.758" v="305" actId="255"/>
        <pc:sldMkLst>
          <pc:docMk/>
          <pc:sldMk cId="2034409690" sldId="2147482953"/>
        </pc:sldMkLst>
        <pc:spChg chg="mod">
          <ac:chgData name="Andrea Kundert" userId="5e4899a0-c4ec-4f6e-a6d4-e734af582c26" providerId="ADAL" clId="{98248598-C6A9-4048-B862-53961398DB87}" dt="2025-09-15T16:53:20.758" v="305" actId="255"/>
          <ac:spMkLst>
            <pc:docMk/>
            <pc:sldMk cId="2034409690" sldId="2147482953"/>
            <ac:spMk id="39" creationId="{0743E87D-D3E7-4313-43D6-417F6EAF0F3F}"/>
          </ac:spMkLst>
        </pc:spChg>
      </pc:sldChg>
      <pc:sldChg chg="modSp del mod">
        <pc:chgData name="Andrea Kundert" userId="5e4899a0-c4ec-4f6e-a6d4-e734af582c26" providerId="ADAL" clId="{98248598-C6A9-4048-B862-53961398DB87}" dt="2025-09-15T14:55:35.195" v="274" actId="2696"/>
        <pc:sldMkLst>
          <pc:docMk/>
          <pc:sldMk cId="2146176345" sldId="2147483023"/>
        </pc:sldMkLst>
      </pc:sldChg>
      <pc:sldChg chg="modSp mod">
        <pc:chgData name="Andrea Kundert" userId="5e4899a0-c4ec-4f6e-a6d4-e734af582c26" providerId="ADAL" clId="{98248598-C6A9-4048-B862-53961398DB87}" dt="2025-09-15T16:47:14.972" v="302" actId="255"/>
        <pc:sldMkLst>
          <pc:docMk/>
          <pc:sldMk cId="125469795" sldId="2147483026"/>
        </pc:sldMkLst>
        <pc:spChg chg="mod">
          <ac:chgData name="Andrea Kundert" userId="5e4899a0-c4ec-4f6e-a6d4-e734af582c26" providerId="ADAL" clId="{98248598-C6A9-4048-B862-53961398DB87}" dt="2025-09-15T16:47:14.972" v="302" actId="255"/>
          <ac:spMkLst>
            <pc:docMk/>
            <pc:sldMk cId="125469795" sldId="2147483026"/>
            <ac:spMk id="2" creationId="{DB73F389-729C-2341-2624-1FC066DC854C}"/>
          </ac:spMkLst>
        </pc:spChg>
      </pc:sldChg>
      <pc:sldChg chg="modSp mod">
        <pc:chgData name="Andrea Kundert" userId="5e4899a0-c4ec-4f6e-a6d4-e734af582c26" providerId="ADAL" clId="{98248598-C6A9-4048-B862-53961398DB87}" dt="2025-09-15T16:47:23.214" v="303" actId="255"/>
        <pc:sldMkLst>
          <pc:docMk/>
          <pc:sldMk cId="2407547" sldId="2147483027"/>
        </pc:sldMkLst>
        <pc:spChg chg="mod">
          <ac:chgData name="Andrea Kundert" userId="5e4899a0-c4ec-4f6e-a6d4-e734af582c26" providerId="ADAL" clId="{98248598-C6A9-4048-B862-53961398DB87}" dt="2025-09-15T16:47:23.214" v="303" actId="255"/>
          <ac:spMkLst>
            <pc:docMk/>
            <pc:sldMk cId="2407547" sldId="2147483027"/>
            <ac:spMk id="2" creationId="{3F4FDB97-B348-03B7-B855-35C2E4DF9D4A}"/>
          </ac:spMkLst>
        </pc:spChg>
      </pc:sldChg>
      <pc:sldChg chg="modSp mod">
        <pc:chgData name="Andrea Kundert" userId="5e4899a0-c4ec-4f6e-a6d4-e734af582c26" providerId="ADAL" clId="{98248598-C6A9-4048-B862-53961398DB87}" dt="2025-09-15T16:47:06.768" v="301" actId="255"/>
        <pc:sldMkLst>
          <pc:docMk/>
          <pc:sldMk cId="2428031930" sldId="2147483028"/>
        </pc:sldMkLst>
        <pc:spChg chg="mod">
          <ac:chgData name="Andrea Kundert" userId="5e4899a0-c4ec-4f6e-a6d4-e734af582c26" providerId="ADAL" clId="{98248598-C6A9-4048-B862-53961398DB87}" dt="2025-09-15T16:44:03.728" v="289" actId="2711"/>
          <ac:spMkLst>
            <pc:docMk/>
            <pc:sldMk cId="2428031930" sldId="2147483028"/>
            <ac:spMk id="3" creationId="{E9FC5C5F-AE91-EDEB-E595-FDA302355A6D}"/>
          </ac:spMkLst>
        </pc:spChg>
        <pc:spChg chg="mod">
          <ac:chgData name="Andrea Kundert" userId="5e4899a0-c4ec-4f6e-a6d4-e734af582c26" providerId="ADAL" clId="{98248598-C6A9-4048-B862-53961398DB87}" dt="2025-09-15T16:44:08.039" v="290" actId="2711"/>
          <ac:spMkLst>
            <pc:docMk/>
            <pc:sldMk cId="2428031930" sldId="2147483028"/>
            <ac:spMk id="7" creationId="{4A581CF0-7CAD-7E86-C249-1F2E2E56DD2A}"/>
          </ac:spMkLst>
        </pc:spChg>
        <pc:spChg chg="mod">
          <ac:chgData name="Andrea Kundert" userId="5e4899a0-c4ec-4f6e-a6d4-e734af582c26" providerId="ADAL" clId="{98248598-C6A9-4048-B862-53961398DB87}" dt="2025-09-15T16:47:06.768" v="301" actId="255"/>
          <ac:spMkLst>
            <pc:docMk/>
            <pc:sldMk cId="2428031930" sldId="2147483028"/>
            <ac:spMk id="8" creationId="{C19DF454-824C-0F7B-E6E4-5F8B292270A2}"/>
          </ac:spMkLst>
        </pc:spChg>
        <pc:spChg chg="mod">
          <ac:chgData name="Andrea Kundert" userId="5e4899a0-c4ec-4f6e-a6d4-e734af582c26" providerId="ADAL" clId="{98248598-C6A9-4048-B862-53961398DB87}" dt="2025-09-15T16:43:55.802" v="287" actId="2711"/>
          <ac:spMkLst>
            <pc:docMk/>
            <pc:sldMk cId="2428031930" sldId="2147483028"/>
            <ac:spMk id="9" creationId="{CE8B34F0-D344-176B-2AB6-30BBEE9A32B7}"/>
          </ac:spMkLst>
        </pc:spChg>
        <pc:spChg chg="mod">
          <ac:chgData name="Andrea Kundert" userId="5e4899a0-c4ec-4f6e-a6d4-e734af582c26" providerId="ADAL" clId="{98248598-C6A9-4048-B862-53961398DB87}" dt="2025-09-15T16:44:16.266" v="292" actId="2711"/>
          <ac:spMkLst>
            <pc:docMk/>
            <pc:sldMk cId="2428031930" sldId="2147483028"/>
            <ac:spMk id="15" creationId="{FB31CA3F-8F1A-FA48-D06A-F4695FA5CD5F}"/>
          </ac:spMkLst>
        </pc:spChg>
        <pc:spChg chg="mod">
          <ac:chgData name="Andrea Kundert" userId="5e4899a0-c4ec-4f6e-a6d4-e734af582c26" providerId="ADAL" clId="{98248598-C6A9-4048-B862-53961398DB87}" dt="2025-09-15T16:44:12.471" v="291" actId="2711"/>
          <ac:spMkLst>
            <pc:docMk/>
            <pc:sldMk cId="2428031930" sldId="2147483028"/>
            <ac:spMk id="16" creationId="{BAF6A8BF-6928-9BB7-98F3-B8E1513D6DA1}"/>
          </ac:spMkLst>
        </pc:spChg>
        <pc:spChg chg="mod">
          <ac:chgData name="Andrea Kundert" userId="5e4899a0-c4ec-4f6e-a6d4-e734af582c26" providerId="ADAL" clId="{98248598-C6A9-4048-B862-53961398DB87}" dt="2025-09-15T16:44:21.621" v="293" actId="2711"/>
          <ac:spMkLst>
            <pc:docMk/>
            <pc:sldMk cId="2428031930" sldId="2147483028"/>
            <ac:spMk id="17" creationId="{14C0FBFA-9B1D-5D28-78EA-E5674C88574D}"/>
          </ac:spMkLst>
        </pc:spChg>
        <pc:spChg chg="mod">
          <ac:chgData name="Andrea Kundert" userId="5e4899a0-c4ec-4f6e-a6d4-e734af582c26" providerId="ADAL" clId="{98248598-C6A9-4048-B862-53961398DB87}" dt="2025-09-15T16:44:45.637" v="299" actId="2711"/>
          <ac:spMkLst>
            <pc:docMk/>
            <pc:sldMk cId="2428031930" sldId="2147483028"/>
            <ac:spMk id="18" creationId="{19948A48-8CD6-350E-5B44-8CE67E1C63A1}"/>
          </ac:spMkLst>
        </pc:spChg>
        <pc:spChg chg="mod">
          <ac:chgData name="Andrea Kundert" userId="5e4899a0-c4ec-4f6e-a6d4-e734af582c26" providerId="ADAL" clId="{98248598-C6A9-4048-B862-53961398DB87}" dt="2025-09-15T16:44:35.482" v="296" actId="14100"/>
          <ac:spMkLst>
            <pc:docMk/>
            <pc:sldMk cId="2428031930" sldId="2147483028"/>
            <ac:spMk id="19" creationId="{C880C5EE-F11F-5849-76A5-C329EBBE237A}"/>
          </ac:spMkLst>
        </pc:spChg>
        <pc:spChg chg="mod">
          <ac:chgData name="Andrea Kundert" userId="5e4899a0-c4ec-4f6e-a6d4-e734af582c26" providerId="ADAL" clId="{98248598-C6A9-4048-B862-53961398DB87}" dt="2025-09-15T16:44:41.657" v="298" actId="14100"/>
          <ac:spMkLst>
            <pc:docMk/>
            <pc:sldMk cId="2428031930" sldId="2147483028"/>
            <ac:spMk id="20" creationId="{85B2D2D2-A7A6-3D6B-5078-A7751247B54B}"/>
          </ac:spMkLst>
        </pc:spChg>
        <pc:spChg chg="mod">
          <ac:chgData name="Andrea Kundert" userId="5e4899a0-c4ec-4f6e-a6d4-e734af582c26" providerId="ADAL" clId="{98248598-C6A9-4048-B862-53961398DB87}" dt="2025-09-15T16:44:26.265" v="294" actId="2711"/>
          <ac:spMkLst>
            <pc:docMk/>
            <pc:sldMk cId="2428031930" sldId="2147483028"/>
            <ac:spMk id="21" creationId="{737E4A79-70B0-88FC-D32F-741618B8F35F}"/>
          </ac:spMkLst>
        </pc:spChg>
        <pc:spChg chg="mod">
          <ac:chgData name="Andrea Kundert" userId="5e4899a0-c4ec-4f6e-a6d4-e734af582c26" providerId="ADAL" clId="{98248598-C6A9-4048-B862-53961398DB87}" dt="2025-09-15T16:43:37.332" v="278" actId="2711"/>
          <ac:spMkLst>
            <pc:docMk/>
            <pc:sldMk cId="2428031930" sldId="2147483028"/>
            <ac:spMk id="26" creationId="{9F29C690-A57E-7B0A-29BB-FA0EFAEB46F9}"/>
          </ac:spMkLst>
        </pc:spChg>
        <pc:spChg chg="mod">
          <ac:chgData name="Andrea Kundert" userId="5e4899a0-c4ec-4f6e-a6d4-e734af582c26" providerId="ADAL" clId="{98248598-C6A9-4048-B862-53961398DB87}" dt="2025-09-15T16:43:30.840" v="277" actId="2711"/>
          <ac:spMkLst>
            <pc:docMk/>
            <pc:sldMk cId="2428031930" sldId="2147483028"/>
            <ac:spMk id="29" creationId="{01EFD71B-E1BD-A63F-6BD2-98F2A92D7BF0}"/>
          </ac:spMkLst>
        </pc:spChg>
        <pc:spChg chg="mod">
          <ac:chgData name="Andrea Kundert" userId="5e4899a0-c4ec-4f6e-a6d4-e734af582c26" providerId="ADAL" clId="{98248598-C6A9-4048-B862-53961398DB87}" dt="2025-09-15T16:43:50.260" v="286" actId="2711"/>
          <ac:spMkLst>
            <pc:docMk/>
            <pc:sldMk cId="2428031930" sldId="2147483028"/>
            <ac:spMk id="32" creationId="{C67EE577-BE10-288A-50B9-40C2866A704C}"/>
          </ac:spMkLst>
        </pc:spChg>
        <pc:spChg chg="mod">
          <ac:chgData name="Andrea Kundert" userId="5e4899a0-c4ec-4f6e-a6d4-e734af582c26" providerId="ADAL" clId="{98248598-C6A9-4048-B862-53961398DB87}" dt="2025-09-15T16:43:59.718" v="288" actId="2711"/>
          <ac:spMkLst>
            <pc:docMk/>
            <pc:sldMk cId="2428031930" sldId="2147483028"/>
            <ac:spMk id="35" creationId="{19A3D37C-DB30-400B-E8D6-262153D3D1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E78E24-AB51-6245-A6A1-BAD7658B7569}"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024991-1934-AE40-9593-FB023422FBEC}" type="slidenum">
              <a:rPr lang="en-US" smtClean="0"/>
              <a:t>‹#›</a:t>
            </a:fld>
            <a:endParaRPr lang="en-US"/>
          </a:p>
        </p:txBody>
      </p:sp>
    </p:spTree>
    <p:extLst>
      <p:ext uri="{BB962C8B-B14F-4D97-AF65-F5344CB8AC3E}">
        <p14:creationId xmlns:p14="http://schemas.microsoft.com/office/powerpoint/2010/main" val="3977183115"/>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youtu.be/T2IAStVayL0"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youtu.be/QyNp3YYaZvo"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forms.office.com/r/UUM27yvCGq"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nordicglobal.com/who-we-are/global-leadership"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AD6C1-1AD0-A88C-D02F-C44E14DF5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28D92-F81E-FD3F-12AC-C46CD718C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95289-8BB1-CE4D-CBC3-7C1B53AA18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7A0BD6-0297-9CEF-E84D-70E2ACDB4FA0}"/>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041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3941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Six combined Best in KLAS rankings in 2022 and 2023: Overall IT Services Firm x2, HIT Core Clinical Implementation Leadership x2, Revenue Cycle Optimization, and Technical Services</a:t>
            </a: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Highest KLAS rating among expansive firms for application managed services (AMS) and help desk services in 2021</a:t>
            </a: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7x named Best Place to Work in Healthcare by Modern Healthcare</a:t>
            </a: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5x named Top Place to Work in Healthcare by Becker’s Hospital Review</a:t>
            </a: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Named Best Company Culture, Best HR Team, Best Work-Life Balance, </a:t>
            </a:r>
            <a:b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b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Best Career Growth by Comparably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8218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Source Sans Pro" panose="020B0503030403020204" pitchFamily="34" charset="0"/>
                <a:ea typeface="Source Sans Pro" panose="020B0503030403020204" pitchFamily="34" charset="0"/>
                <a:cs typeface="Times New Roman" panose="02020603050405020304" pitchFamily="18" charset="0"/>
              </a:rPr>
              <a:t>If there is one thing so far to remember, it would be our Mission Statement. </a:t>
            </a:r>
            <a:r>
              <a:rPr lang="en-US" sz="1800" u="sng" dirty="0">
                <a:effectLst/>
                <a:latin typeface="Source Sans Pro" panose="020B0503030403020204" pitchFamily="34" charset="0"/>
                <a:ea typeface="Source Sans Pro" panose="020B0503030403020204" pitchFamily="34" charset="0"/>
                <a:cs typeface="Times New Roman" panose="02020603050405020304" pitchFamily="18" charset="0"/>
              </a:rPr>
              <a:t>Nordic connects people, data, and technology to create a healthier world.</a:t>
            </a:r>
          </a:p>
          <a:p>
            <a:endParaRPr lang="en-US" sz="1800" u="sng" dirty="0">
              <a:effectLst/>
              <a:latin typeface="Source Sans Pro" panose="020B0503030403020204" pitchFamily="34" charset="0"/>
              <a:ea typeface="Source Sans Pro" panose="020B0503030403020204" pitchFamily="34" charset="0"/>
              <a:cs typeface="Times New Roman" panose="02020603050405020304" pitchFamily="18" charset="0"/>
            </a:endParaRPr>
          </a:p>
          <a:p>
            <a:r>
              <a:rPr lang="en-US" b="0" i="0" u="none" strike="noStrike" dirty="0">
                <a:effectLst/>
                <a:latin typeface="YouTube Noto"/>
                <a:hlinkClick r:id="rId3" tooltip="Share link"/>
              </a:rPr>
              <a:t>https://youtu.be/T2IAStVayL0</a:t>
            </a:r>
            <a:endParaRPr lang="en-US" dirty="0"/>
          </a:p>
        </p:txBody>
      </p:sp>
      <p:sp>
        <p:nvSpPr>
          <p:cNvPr id="4" name="Slide Number Placeholder 3"/>
          <p:cNvSpPr>
            <a:spLocks noGrp="1"/>
          </p:cNvSpPr>
          <p:nvPr>
            <p:ph type="sldNum" sz="quarter" idx="5"/>
          </p:nvPr>
        </p:nvSpPr>
        <p:spPr/>
        <p:txBody>
          <a:bodyPr/>
          <a:lstStyle/>
          <a:p>
            <a:fld id="{94024991-1934-AE40-9593-FB023422FBEC}" type="slidenum">
              <a:rPr lang="en-US" smtClean="0"/>
              <a:t>4</a:t>
            </a:fld>
            <a:endParaRPr lang="en-US" dirty="0"/>
          </a:p>
        </p:txBody>
      </p:sp>
    </p:spTree>
    <p:extLst>
      <p:ext uri="{BB962C8B-B14F-4D97-AF65-F5344CB8AC3E}">
        <p14:creationId xmlns:p14="http://schemas.microsoft.com/office/powerpoint/2010/main" val="1183904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A5F79"/>
                </a:solidFill>
                <a:effectLst/>
                <a:latin typeface="SourceSansPro"/>
              </a:rPr>
              <a:t>Breakout Rooms</a:t>
            </a:r>
          </a:p>
          <a:p>
            <a:endParaRPr lang="en-US" b="0" i="0" dirty="0">
              <a:solidFill>
                <a:srgbClr val="5A5F79"/>
              </a:solidFill>
              <a:effectLst/>
              <a:latin typeface="SourceSansPro"/>
            </a:endParaRPr>
          </a:p>
          <a:p>
            <a:r>
              <a:rPr lang="en-US" b="0" i="0" dirty="0">
                <a:solidFill>
                  <a:srgbClr val="5A5F79"/>
                </a:solidFill>
                <a:effectLst/>
                <a:latin typeface="SourceSansPro"/>
              </a:rPr>
              <a:t>The 11 Nordic maxims are our guide to doing good. They shape who we are, what we do, and how we interact with those around us. </a:t>
            </a:r>
          </a:p>
          <a:p>
            <a:endParaRPr lang="en-US" b="0" i="0" dirty="0">
              <a:solidFill>
                <a:srgbClr val="5A5F79"/>
              </a:solidFill>
              <a:effectLst/>
              <a:latin typeface="SourceSansPro"/>
            </a:endParaRPr>
          </a:p>
          <a:p>
            <a:pPr algn="l">
              <a:buFont typeface="Arial" panose="020B0604020202020204" pitchFamily="34" charset="0"/>
              <a:buChar char="•"/>
            </a:pPr>
            <a:r>
              <a:rPr lang="en-US" b="0" i="0" dirty="0">
                <a:solidFill>
                  <a:srgbClr val="5A5F79"/>
                </a:solidFill>
                <a:effectLst/>
                <a:latin typeface="SourceSansPro"/>
              </a:rPr>
              <a:t> </a:t>
            </a:r>
            <a:r>
              <a:rPr lang="en-US" b="1" i="0" dirty="0">
                <a:solidFill>
                  <a:srgbClr val="5A5F79"/>
                </a:solidFill>
                <a:effectLst/>
                <a:latin typeface="SourceSansPro"/>
              </a:rPr>
              <a:t>Be You.</a:t>
            </a:r>
            <a:r>
              <a:rPr lang="en-US" b="0" i="0" dirty="0">
                <a:solidFill>
                  <a:srgbClr val="5A5F79"/>
                </a:solidFill>
                <a:effectLst/>
                <a:latin typeface="SourceSansPro"/>
              </a:rPr>
              <a:t> -  There's only one you. Your background and experiences are like no other. Your individuality sets you apart. It's our uniqueness – fully embraced – that helps to make us Nordic. </a:t>
            </a:r>
          </a:p>
          <a:p>
            <a:pPr algn="l">
              <a:buFont typeface="Arial" panose="020B0604020202020204" pitchFamily="34" charset="0"/>
              <a:buChar char="•"/>
            </a:pPr>
            <a:r>
              <a:rPr lang="en-US" b="1" i="0" dirty="0">
                <a:solidFill>
                  <a:srgbClr val="5A5F79"/>
                </a:solidFill>
                <a:effectLst/>
                <a:latin typeface="SourceSansPro"/>
              </a:rPr>
              <a:t>Make it about "We".</a:t>
            </a:r>
            <a:r>
              <a:rPr lang="en-US" b="0" i="0" dirty="0">
                <a:solidFill>
                  <a:srgbClr val="5A5F79"/>
                </a:solidFill>
                <a:effectLst/>
                <a:latin typeface="SourceSansPro"/>
              </a:rPr>
              <a:t> -  Collaboration is critical to our success. It's how we work. With everyone. Collaboration allows us to capture the best of our wisdom and creativity.</a:t>
            </a:r>
          </a:p>
          <a:p>
            <a:pPr algn="l">
              <a:buFont typeface="Arial" panose="020B0604020202020204" pitchFamily="34" charset="0"/>
              <a:buChar char="•"/>
            </a:pPr>
            <a:r>
              <a:rPr lang="en-US" b="1" i="0" dirty="0">
                <a:solidFill>
                  <a:srgbClr val="5A5F79"/>
                </a:solidFill>
                <a:effectLst/>
                <a:latin typeface="SourceSansPro"/>
              </a:rPr>
              <a:t>Listen.</a:t>
            </a:r>
            <a:r>
              <a:rPr lang="en-US" b="0" i="0" dirty="0">
                <a:solidFill>
                  <a:srgbClr val="5A5F79"/>
                </a:solidFill>
                <a:effectLst/>
                <a:latin typeface="SourceSansPro"/>
              </a:rPr>
              <a:t> - Listening is the first step to any answer. It's a skill that helps us solve problems and discover more innovative solutions. It's an art that we must actively practice to ensure the right outcome.    </a:t>
            </a:r>
          </a:p>
          <a:p>
            <a:pPr algn="l">
              <a:buFont typeface="Arial" panose="020B0604020202020204" pitchFamily="34" charset="0"/>
              <a:buChar char="•"/>
            </a:pPr>
            <a:r>
              <a:rPr lang="en-US" b="1" i="0" dirty="0">
                <a:solidFill>
                  <a:srgbClr val="5A5F79"/>
                </a:solidFill>
                <a:effectLst/>
                <a:latin typeface="SourceSansPro"/>
              </a:rPr>
              <a:t>Embrace the Gray.</a:t>
            </a:r>
            <a:r>
              <a:rPr lang="en-US" b="0" i="0" dirty="0">
                <a:solidFill>
                  <a:srgbClr val="5A5F79"/>
                </a:solidFill>
                <a:effectLst/>
                <a:latin typeface="SourceSansPro"/>
              </a:rPr>
              <a:t> -  Not everything is black and white. The unknown challenges us to explore strategies and pragmatic solutions that aren't yet defined.</a:t>
            </a:r>
          </a:p>
          <a:p>
            <a:pPr algn="l">
              <a:buFont typeface="Arial" panose="020B0604020202020204" pitchFamily="34" charset="0"/>
              <a:buChar char="•"/>
            </a:pPr>
            <a:r>
              <a:rPr lang="en-US" b="1" i="0" dirty="0">
                <a:solidFill>
                  <a:srgbClr val="5A5F79"/>
                </a:solidFill>
                <a:effectLst/>
                <a:latin typeface="SourceSansPro"/>
              </a:rPr>
              <a:t>Assume the Best Intentions.</a:t>
            </a:r>
            <a:r>
              <a:rPr lang="en-US" b="0" i="0" dirty="0">
                <a:solidFill>
                  <a:srgbClr val="5A5F79"/>
                </a:solidFill>
                <a:effectLst/>
                <a:latin typeface="SourceSansPro"/>
              </a:rPr>
              <a:t> -  Great minds don't always think alike. Sometimes ideas and opinions differ, but remember, we're all working in the best interest of all parties.</a:t>
            </a:r>
          </a:p>
          <a:p>
            <a:pPr algn="l">
              <a:buFont typeface="Arial" panose="020B0604020202020204" pitchFamily="34" charset="0"/>
              <a:buChar char="•"/>
            </a:pPr>
            <a:r>
              <a:rPr lang="en-US" b="1" i="0" dirty="0">
                <a:solidFill>
                  <a:srgbClr val="5A5F79"/>
                </a:solidFill>
                <a:effectLst/>
                <a:latin typeface="SourceSansPro"/>
              </a:rPr>
              <a:t>Be Open and Direct.</a:t>
            </a:r>
            <a:r>
              <a:rPr lang="en-US" b="0" i="0" dirty="0">
                <a:solidFill>
                  <a:srgbClr val="5A5F79"/>
                </a:solidFill>
                <a:effectLst/>
                <a:latin typeface="SourceSansPro"/>
              </a:rPr>
              <a:t> -  When you are honest and transparent, good things happen. So don't be afraid to have the difficult conversation or face the tough situation. Just remember to be supportive and understanding. </a:t>
            </a:r>
          </a:p>
          <a:p>
            <a:pPr algn="l">
              <a:buFont typeface="Arial" panose="020B0604020202020204" pitchFamily="34" charset="0"/>
              <a:buChar char="•"/>
            </a:pPr>
            <a:r>
              <a:rPr lang="en-US" b="1" i="0" dirty="0">
                <a:solidFill>
                  <a:srgbClr val="5A5F79"/>
                </a:solidFill>
                <a:effectLst/>
                <a:latin typeface="SourceSansPro"/>
              </a:rPr>
              <a:t>Do What's Right.</a:t>
            </a:r>
            <a:r>
              <a:rPr lang="en-US" b="0" i="0" dirty="0">
                <a:solidFill>
                  <a:srgbClr val="5A5F79"/>
                </a:solidFill>
                <a:effectLst/>
                <a:latin typeface="SourceSansPro"/>
              </a:rPr>
              <a:t> -  When confronted with any decision, always do the right thing, not just what's easy. When you focus on the fair and ethical path, you can't go wrong.</a:t>
            </a:r>
          </a:p>
          <a:p>
            <a:pPr algn="l">
              <a:buFont typeface="Arial" panose="020B0604020202020204" pitchFamily="34" charset="0"/>
              <a:buChar char="•"/>
            </a:pPr>
            <a:r>
              <a:rPr lang="en-US" b="1" i="0" dirty="0">
                <a:solidFill>
                  <a:srgbClr val="5A5F79"/>
                </a:solidFill>
                <a:effectLst/>
                <a:latin typeface="SourceSansPro"/>
              </a:rPr>
              <a:t>[In chaos, fear, and confusion] Be a Rock.</a:t>
            </a:r>
            <a:r>
              <a:rPr lang="en-US" b="0" i="0" dirty="0">
                <a:solidFill>
                  <a:srgbClr val="5A5F79"/>
                </a:solidFill>
                <a:effectLst/>
                <a:latin typeface="SourceSansPro"/>
              </a:rPr>
              <a:t> -  Ours is sometimes an unpredictable and unforgiving business. Be the calm before, during, and after the storm.</a:t>
            </a:r>
          </a:p>
          <a:p>
            <a:pPr algn="l">
              <a:buFont typeface="Arial" panose="020B0604020202020204" pitchFamily="34" charset="0"/>
              <a:buChar char="•"/>
            </a:pPr>
            <a:r>
              <a:rPr lang="en-US" b="1" i="0" dirty="0">
                <a:solidFill>
                  <a:srgbClr val="5A5F79"/>
                </a:solidFill>
                <a:effectLst/>
                <a:latin typeface="SourceSansPro"/>
              </a:rPr>
              <a:t>Think, Act, and Adapt with Urgency.</a:t>
            </a:r>
            <a:r>
              <a:rPr lang="en-US" b="0" i="0" dirty="0">
                <a:solidFill>
                  <a:srgbClr val="5A5F79"/>
                </a:solidFill>
                <a:effectLst/>
                <a:latin typeface="SourceSansPro"/>
              </a:rPr>
              <a:t> -  Gather information. Get going. Be ready to change. Sometimes the situation at hand requires thinking on your feet.</a:t>
            </a:r>
          </a:p>
          <a:p>
            <a:pPr algn="l">
              <a:buFont typeface="Arial" panose="020B0604020202020204" pitchFamily="34" charset="0"/>
              <a:buChar char="•"/>
            </a:pPr>
            <a:r>
              <a:rPr lang="en-US" b="1" i="0" dirty="0">
                <a:solidFill>
                  <a:srgbClr val="5A5F79"/>
                </a:solidFill>
                <a:effectLst/>
                <a:latin typeface="SourceSansPro"/>
              </a:rPr>
              <a:t>Act like an Owner.</a:t>
            </a:r>
            <a:r>
              <a:rPr lang="en-US" b="0" i="0" dirty="0">
                <a:solidFill>
                  <a:srgbClr val="5A5F79"/>
                </a:solidFill>
                <a:effectLst/>
                <a:latin typeface="SourceSansPro"/>
              </a:rPr>
              <a:t> -  Show passion and enthusiasm for everything you do. Take ownership, not only of your work, but the greater success of all parties. Be a role model in all your decisions and responsibilities.</a:t>
            </a:r>
          </a:p>
          <a:p>
            <a:pPr algn="l">
              <a:buFont typeface="Arial" panose="020B0604020202020204" pitchFamily="34" charset="0"/>
              <a:buChar char="•"/>
            </a:pPr>
            <a:r>
              <a:rPr lang="en-US" b="1" i="0" dirty="0">
                <a:solidFill>
                  <a:srgbClr val="5A5F79"/>
                </a:solidFill>
                <a:effectLst/>
                <a:latin typeface="SourceSansPro"/>
              </a:rPr>
              <a:t>Grow. Teach.</a:t>
            </a:r>
            <a:r>
              <a:rPr lang="en-US" b="0" i="0" dirty="0">
                <a:solidFill>
                  <a:srgbClr val="5A5F79"/>
                </a:solidFill>
                <a:effectLst/>
                <a:latin typeface="SourceSansPro"/>
              </a:rPr>
              <a:t> -  Knowledge is always more powerful when it's passed from one person to another. Keep learning and sharing. Keep growing yourself and those around you.   </a:t>
            </a:r>
          </a:p>
          <a:p>
            <a:endParaRPr lang="en-US"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7887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0" i="0" u="none" strike="noStrike" dirty="0">
                <a:effectLst/>
                <a:latin typeface="YouTube Noto"/>
                <a:hlinkClick r:id="rId3" tooltip="Share link"/>
              </a:rPr>
              <a:t>https://youtu.be/QyNp3YYaZvo</a:t>
            </a:r>
            <a:endParaRPr lang="en-US" dirty="0"/>
          </a:p>
        </p:txBody>
      </p:sp>
      <p:sp>
        <p:nvSpPr>
          <p:cNvPr id="4" name="Slide Number Placeholder 3"/>
          <p:cNvSpPr>
            <a:spLocks noGrp="1"/>
          </p:cNvSpPr>
          <p:nvPr>
            <p:ph type="sldNum" sz="quarter" idx="5"/>
          </p:nvPr>
        </p:nvSpPr>
        <p:spPr/>
        <p:txBody>
          <a:bodyPr/>
          <a:lstStyle/>
          <a:p>
            <a:fld id="{94024991-1934-AE40-9593-FB023422FBEC}" type="slidenum">
              <a:rPr lang="en-US" smtClean="0"/>
              <a:t>6</a:t>
            </a:fld>
            <a:endParaRPr lang="en-US" dirty="0"/>
          </a:p>
        </p:txBody>
      </p:sp>
    </p:spTree>
    <p:extLst>
      <p:ext uri="{BB962C8B-B14F-4D97-AF65-F5344CB8AC3E}">
        <p14:creationId xmlns:p14="http://schemas.microsoft.com/office/powerpoint/2010/main" val="2704414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0523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2B680-C540-D6EF-4541-1AFF2F5D2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02E55-EF65-6C43-E59F-C15A52EA3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6FCBE-B681-67FE-4289-E9B8C9DFDDE3}"/>
              </a:ext>
            </a:extLst>
          </p:cNvPr>
          <p:cNvSpPr>
            <a:spLocks noGrp="1"/>
          </p:cNvSpPr>
          <p:nvPr>
            <p:ph type="body" idx="1"/>
          </p:nvPr>
        </p:nvSpPr>
        <p:spPr/>
        <p:txBody>
          <a:bodyPr/>
          <a:lstStyle/>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Today we live in an era known as “The Big Squeeze”, a phenomenon that presents ongoing challenges to healthcare organizations across the globe.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In the US, the big squeeze impacts profitability, while elsewhere it creates service constraints, leading to long wait times for patients, or getting less healthcare than before for the same amount of money.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There is not a single healthcare organization that isn’t being squeezed in one or more of these areas, and Nordic is able to help organizations make meaningful progress toward better outcomes.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r>
              <a:rPr lang="en-US" sz="1800">
                <a:effectLst/>
                <a:latin typeface="Arial" panose="020B0604020202020204" pitchFamily="34" charset="0"/>
                <a:ea typeface="Calibri" panose="020F0502020204030204" pitchFamily="34" charset="0"/>
              </a:rPr>
              <a:t>&lt; CLICK &gt;</a:t>
            </a:r>
          </a:p>
          <a:p>
            <a:endParaRPr lang="en-US" sz="1800">
              <a:effectLst/>
              <a:latin typeface="Arial" panose="020B0604020202020204" pitchFamily="34" charset="0"/>
              <a:ea typeface="Calibri" panose="020F0502020204030204" pitchFamily="34" charset="0"/>
            </a:endParaRPr>
          </a:p>
          <a:p>
            <a:r>
              <a:rPr lang="en-US" sz="1800">
                <a:effectLst/>
                <a:latin typeface="Arial" panose="020B0604020202020204" pitchFamily="34" charset="0"/>
                <a:ea typeface="Calibri" panose="020F0502020204030204" pitchFamily="34" charset="0"/>
              </a:rPr>
              <a:t>New competitors – disintermediation taking out the middleman direct to market sales from Amazon and </a:t>
            </a:r>
            <a:r>
              <a:rPr lang="en-US" sz="1800" err="1">
                <a:effectLst/>
                <a:latin typeface="Arial" panose="020B0604020202020204" pitchFamily="34" charset="0"/>
                <a:ea typeface="Calibri" panose="020F0502020204030204" pitchFamily="34" charset="0"/>
              </a:rPr>
              <a:t>ZoomCare</a:t>
            </a:r>
            <a:r>
              <a:rPr lang="en-US" sz="1800">
                <a:effectLst/>
                <a:latin typeface="Arial" panose="020B0604020202020204" pitchFamily="34" charset="0"/>
                <a:ea typeface="Calibri" panose="020F0502020204030204" pitchFamily="34" charset="0"/>
              </a:rPr>
              <a:t> to patients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t>Care complexity – the Baby Boom generation, largest population segment, is requiring more complicated healthcare as they age</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t>Provider burnout – leads to high turnover and retraining costs as medical workers are quitting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t>Rising costs – healthcare expenditures grew 8% in 2024, 7% in 2025, outpacing growth in GDP</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t>Technology gaps – </a:t>
            </a:r>
            <a:r>
              <a:rPr lang="en-US" sz="1200" b="0" i="0" kern="1200">
                <a:solidFill>
                  <a:schemeClr val="tx1"/>
                </a:solidFill>
                <a:effectLst/>
                <a:latin typeface="+mn-lt"/>
                <a:ea typeface="+mn-ea"/>
                <a:cs typeface="+mn-cs"/>
              </a:rPr>
              <a:t>Rapid adoption of telehealth, AI diagnostics, is outpacing IT infrastructure, leading to cybersecurity risks, data silos, and workflow inefficiencies.</a:t>
            </a:r>
            <a:endParaRPr lang="en-US"/>
          </a:p>
          <a:p>
            <a:pPr marL="0" marR="0" lvl="0" indent="0" algn="l" defTabSz="1219170" rtl="0" eaLnBrk="1" fontAlgn="auto" latinLnBrk="0" hangingPunct="1">
              <a:lnSpc>
                <a:spcPct val="100000"/>
              </a:lnSpc>
              <a:spcBef>
                <a:spcPts val="0"/>
              </a:spcBef>
              <a:spcAft>
                <a:spcPts val="0"/>
              </a:spcAft>
              <a:buClrTx/>
              <a:buSzTx/>
              <a:buFontTx/>
              <a:buNone/>
              <a:tabLst/>
              <a:defRPr/>
            </a:pPr>
            <a:r>
              <a:rPr lang="en-US"/>
              <a:t>Reduced coverage – One Big Beautiful Bill has reduced Medicaid coverage for millions of Americans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t>Labor shortages – vacant roles mean clinics and hospitals have to put more work on existing staff and/or hire less qualified workers</a:t>
            </a:r>
          </a:p>
          <a:p>
            <a:r>
              <a:rPr lang="en-US"/>
              <a:t>Financial pressure – sluggish economic growth in US, inflation, </a:t>
            </a:r>
          </a:p>
          <a:p>
            <a:endParaRPr lang="en-US"/>
          </a:p>
          <a:p>
            <a:endParaRPr lang="en-US"/>
          </a:p>
          <a:p>
            <a:endParaRPr lang="en-US"/>
          </a:p>
        </p:txBody>
      </p:sp>
      <p:sp>
        <p:nvSpPr>
          <p:cNvPr id="4" name="Slide Number Placeholder 3">
            <a:extLst>
              <a:ext uri="{FF2B5EF4-FFF2-40B4-BE49-F238E27FC236}">
                <a16:creationId xmlns:a16="http://schemas.microsoft.com/office/drawing/2014/main" id="{7ED93803-09D0-EFD9-070B-52826FF09609}"/>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7323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2CD40-5949-53F5-7C39-FEC9F6E28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C640D-776D-499A-DD18-37384411D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E007B-BD56-20F5-A80F-147B8E1CF820}"/>
              </a:ext>
            </a:extLst>
          </p:cNvPr>
          <p:cNvSpPr>
            <a:spLocks noGrp="1"/>
          </p:cNvSpPr>
          <p:nvPr>
            <p:ph type="body" idx="1"/>
          </p:nvPr>
        </p:nvSpPr>
        <p:spPr/>
        <p:txBody>
          <a:bodyPr/>
          <a:lstStyle/>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Today we live in an era known as “The Big Squeeze”, a phenomenon that presents ongoing challenges to healthcare organizations across the globe.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In the US, the big squeeze impacts profitability, while elsewhere it creates service constraints, leading to long wait times for patients, or getting less healthcare than before for the same amount of money.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There is not a single healthcare organization that isn’t being squeezed in one or more of these areas, and Nordic is able to help organizations make meaningful progress toward better outcomes.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r>
              <a:rPr lang="en-US" sz="1800">
                <a:effectLst/>
                <a:latin typeface="Arial" panose="020B0604020202020204" pitchFamily="34" charset="0"/>
                <a:ea typeface="Calibri" panose="020F0502020204030204" pitchFamily="34" charset="0"/>
              </a:rPr>
              <a:t>&lt; CLICK &gt;</a:t>
            </a:r>
          </a:p>
          <a:p>
            <a:endParaRPr lang="en-US" sz="1800">
              <a:effectLst/>
              <a:latin typeface="Arial" panose="020B0604020202020204" pitchFamily="34" charset="0"/>
              <a:ea typeface="Calibri" panose="020F0502020204030204" pitchFamily="34" charset="0"/>
            </a:endParaRPr>
          </a:p>
          <a:p>
            <a:r>
              <a:rPr lang="en-US" sz="1800">
                <a:effectLst/>
                <a:latin typeface="Arial" panose="020B0604020202020204" pitchFamily="34" charset="0"/>
                <a:ea typeface="Calibri" panose="020F0502020204030204" pitchFamily="34" charset="0"/>
              </a:rPr>
              <a:t>New competitors – disintermediation taking out the middleman direct to market sales from Amazon and </a:t>
            </a:r>
            <a:r>
              <a:rPr lang="en-US" sz="1800" err="1">
                <a:effectLst/>
                <a:latin typeface="Arial" panose="020B0604020202020204" pitchFamily="34" charset="0"/>
                <a:ea typeface="Calibri" panose="020F0502020204030204" pitchFamily="34" charset="0"/>
              </a:rPr>
              <a:t>ZoomCare</a:t>
            </a:r>
            <a:r>
              <a:rPr lang="en-US" sz="1800">
                <a:effectLst/>
                <a:latin typeface="Arial" panose="020B0604020202020204" pitchFamily="34" charset="0"/>
                <a:ea typeface="Calibri" panose="020F0502020204030204" pitchFamily="34" charset="0"/>
              </a:rPr>
              <a:t> to patients</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t>Reduced coverage – One Big Beautiful Bill has reduced Medicaid coverage for millions of Americans</a:t>
            </a:r>
          </a:p>
          <a:p>
            <a:endParaRPr lang="en-US"/>
          </a:p>
          <a:p>
            <a:pPr marL="0" marR="0" lvl="0" indent="0" algn="l" defTabSz="1219170" rtl="0" eaLnBrk="1" fontAlgn="auto" latinLnBrk="0" hangingPunct="1">
              <a:lnSpc>
                <a:spcPct val="100000"/>
              </a:lnSpc>
              <a:spcBef>
                <a:spcPts val="0"/>
              </a:spcBef>
              <a:spcAft>
                <a:spcPts val="0"/>
              </a:spcAft>
              <a:buClrTx/>
              <a:buSzTx/>
              <a:buFontTx/>
              <a:buNone/>
              <a:tabLst/>
              <a:defRPr/>
            </a:pPr>
            <a:r>
              <a:rPr lang="en-US"/>
              <a:t>Technology gaps – </a:t>
            </a:r>
            <a:r>
              <a:rPr lang="en-US" sz="1200" b="0" i="0" kern="1200">
                <a:solidFill>
                  <a:schemeClr val="tx1"/>
                </a:solidFill>
                <a:effectLst/>
                <a:latin typeface="+mn-lt"/>
                <a:ea typeface="+mn-ea"/>
                <a:cs typeface="+mn-cs"/>
              </a:rPr>
              <a:t>Rapid adoption of telehealth, AI diagnostics, is outpacing the ability of many healthcare systems to modernize their IT infrastructure, leading to cybersecurity risks, data silos, and workflow inefficiencies.</a:t>
            </a:r>
            <a:endParaRPr lang="en-US"/>
          </a:p>
          <a:p>
            <a:r>
              <a:rPr lang="en-US"/>
              <a:t>Care complexity – the Baby Boom generation, largest population segment, is requiring more complicated healthcare as they age</a:t>
            </a:r>
          </a:p>
          <a:p>
            <a:endParaRPr lang="en-US"/>
          </a:p>
          <a:p>
            <a:pPr marL="0" marR="0" lvl="0" indent="0" algn="l" defTabSz="1219170" rtl="0" eaLnBrk="1" fontAlgn="auto" latinLnBrk="0" hangingPunct="1">
              <a:lnSpc>
                <a:spcPct val="100000"/>
              </a:lnSpc>
              <a:spcBef>
                <a:spcPts val="0"/>
              </a:spcBef>
              <a:spcAft>
                <a:spcPts val="0"/>
              </a:spcAft>
              <a:buClrTx/>
              <a:buSzTx/>
              <a:buFontTx/>
              <a:buNone/>
              <a:tabLst/>
              <a:defRPr/>
            </a:pPr>
            <a:r>
              <a:rPr lang="en-US"/>
              <a:t>Provider burnout – leads to high turnover and retraining costs as medical workers are quitting  </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a:t>Labor shortages – vacant roles mean clinics and hospitals have to put more work on existing staff and/or hire less qualified workers</a:t>
            </a:r>
          </a:p>
          <a:p>
            <a:endParaRPr lang="en-US"/>
          </a:p>
          <a:p>
            <a:pPr marL="0" marR="0" lvl="0" indent="0" algn="l" defTabSz="1219170" rtl="0" eaLnBrk="1" fontAlgn="auto" latinLnBrk="0" hangingPunct="1">
              <a:lnSpc>
                <a:spcPct val="100000"/>
              </a:lnSpc>
              <a:spcBef>
                <a:spcPts val="0"/>
              </a:spcBef>
              <a:spcAft>
                <a:spcPts val="0"/>
              </a:spcAft>
              <a:buClrTx/>
              <a:buSzTx/>
              <a:buFontTx/>
              <a:buNone/>
              <a:tabLst/>
              <a:defRPr/>
            </a:pPr>
            <a:r>
              <a:rPr lang="en-US"/>
              <a:t>Rising costs – healthcare expenditures grew 8% in 2024, 7% in 2025, outpacing growth in GDP</a:t>
            </a:r>
          </a:p>
          <a:p>
            <a:r>
              <a:rPr lang="en-US"/>
              <a:t>Financial pressure – sluggish economic growth in US, inflation, </a:t>
            </a:r>
          </a:p>
          <a:p>
            <a:endParaRPr lang="en-US"/>
          </a:p>
          <a:p>
            <a:endParaRPr lang="en-US"/>
          </a:p>
          <a:p>
            <a:endParaRPr lang="en-US"/>
          </a:p>
        </p:txBody>
      </p:sp>
      <p:sp>
        <p:nvSpPr>
          <p:cNvPr id="4" name="Slide Number Placeholder 3">
            <a:extLst>
              <a:ext uri="{FF2B5EF4-FFF2-40B4-BE49-F238E27FC236}">
                <a16:creationId xmlns:a16="http://schemas.microsoft.com/office/drawing/2014/main" id="{E4F6F8FA-FD76-B2B6-FF85-E0F31252872F}"/>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2855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Nordic has several competitors in the market, vying for the opportunity to partner with healthcare organizations to address their struggles. </a:t>
            </a:r>
          </a:p>
          <a:p>
            <a:pPr marL="0" marR="0">
              <a:lnSpc>
                <a:spcPct val="107000"/>
              </a:lnSpc>
              <a:spcAft>
                <a:spcPts val="600"/>
              </a:spcAft>
              <a:tabLst>
                <a:tab pos="2992755" algn="l"/>
              </a:tabLst>
            </a:pP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ASK:</a:t>
            </a:r>
            <a:r>
              <a:rPr lang="en-US" sz="1800" kern="100">
                <a:solidFill>
                  <a:srgbClr val="598E18"/>
                </a:solidFill>
                <a:effectLst/>
                <a:latin typeface="Arial" panose="020B0604020202020204" pitchFamily="34" charset="0"/>
                <a:ea typeface="Calibri" panose="020F0502020204030204" pitchFamily="34" charset="0"/>
                <a:cs typeface="Arial" panose="020B0604020202020204" pitchFamily="34" charset="0"/>
              </a:rPr>
              <a:t> </a:t>
            </a:r>
            <a:r>
              <a:rPr lang="en-US" sz="1800" kern="100">
                <a:effectLst/>
                <a:latin typeface="Arial" panose="020B0604020202020204" pitchFamily="34" charset="0"/>
                <a:ea typeface="Calibri" panose="020F0502020204030204" pitchFamily="34" charset="0"/>
                <a:cs typeface="Arial" panose="020B0604020202020204" pitchFamily="34" charset="0"/>
              </a:rPr>
              <a:t>By a show of hands, how many of you have heard of any of these consulting firms? </a:t>
            </a:r>
          </a:p>
          <a:p>
            <a:pPr marL="0" marR="0">
              <a:lnSpc>
                <a:spcPct val="107000"/>
              </a:lnSpc>
              <a:spcAft>
                <a:spcPts val="600"/>
              </a:spcAft>
              <a:tabLst>
                <a:tab pos="2992755" algn="l"/>
              </a:tabLst>
            </a:pP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Wait for people to raise their hands.</a:t>
            </a:r>
          </a:p>
          <a:p>
            <a:pPr marL="0" marR="0">
              <a:lnSpc>
                <a:spcPct val="107000"/>
              </a:lnSpc>
              <a:spcAft>
                <a:spcPts val="600"/>
              </a:spcAft>
              <a:tabLst>
                <a:tab pos="2992755" algn="l"/>
              </a:tabLst>
            </a:pP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We chose to put the firms on the left together for a reason and the firms on the right together for a reason. Take a moment to do a quick google search to figure out why we put them in those groups. I’ll call time in about 60 seconds so that we can chat more as a group. </a:t>
            </a:r>
          </a:p>
          <a:p>
            <a:pPr marL="0" marR="0">
              <a:lnSpc>
                <a:spcPct val="107000"/>
              </a:lnSpc>
              <a:spcAft>
                <a:spcPts val="600"/>
              </a:spcAft>
              <a:tabLst>
                <a:tab pos="2992755" algn="l"/>
              </a:tabLst>
            </a:pP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Wait for people to research.</a:t>
            </a:r>
          </a:p>
          <a:p>
            <a:pPr marL="0" marR="0">
              <a:lnSpc>
                <a:spcPct val="107000"/>
              </a:lnSpc>
              <a:spcAft>
                <a:spcPts val="600"/>
              </a:spcAft>
              <a:tabLst>
                <a:tab pos="2992755" algn="l"/>
              </a:tabLst>
            </a:pP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Ok, what did you find out?</a:t>
            </a:r>
          </a:p>
          <a:p>
            <a:pPr marL="0" marR="0">
              <a:lnSpc>
                <a:spcPct val="107000"/>
              </a:lnSpc>
              <a:spcAft>
                <a:spcPts val="600"/>
              </a:spcAft>
              <a:tabLst>
                <a:tab pos="2992755" algn="l"/>
              </a:tabLst>
            </a:pP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Wait for people to share, respond as needed. Call out people by name if needed.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a:tabLst>
                <a:tab pos="2992755" algn="l"/>
              </a:tabLst>
            </a:pPr>
            <a:endParaRPr lang="en-US" i="1" kern="100"/>
          </a:p>
          <a:p>
            <a:pPr>
              <a:tabLst>
                <a:tab pos="2992755" algn="l"/>
              </a:tabLst>
            </a:pPr>
            <a:r>
              <a:rPr lang="en-US" kern="100"/>
              <a:t>&lt; CLICK &gt;</a:t>
            </a:r>
          </a:p>
          <a:p>
            <a:pPr>
              <a:tabLst>
                <a:tab pos="2992755" algn="l"/>
              </a:tabLst>
            </a:pPr>
            <a:endParaRPr lang="en-US" kern="100">
              <a:ea typeface="Calibri"/>
              <a:cs typeface="Calibri"/>
            </a:endParaRPr>
          </a:p>
          <a:p>
            <a:pPr>
              <a:tabLst>
                <a:tab pos="2992755" algn="l"/>
              </a:tabLst>
            </a:pPr>
            <a:r>
              <a:rPr lang="en-US" kern="100"/>
              <a:t>Deloitte, Ernst &amp; Young, PWC, and KPMG are firms that are well known for their broad consulting capabilities. They </a:t>
            </a:r>
            <a:r>
              <a:rPr lang="en-US" b="1" kern="100"/>
              <a:t>can</a:t>
            </a:r>
            <a:r>
              <a:rPr lang="en-US" kern="100"/>
              <a:t> and </a:t>
            </a:r>
            <a:r>
              <a:rPr lang="en-US" b="1" kern="100"/>
              <a:t>do</a:t>
            </a:r>
            <a:r>
              <a:rPr lang="en-US" kern="100"/>
              <a:t> consult in the healthcare space, but they also work in many other markets, helping clients strategize at a high level. </a:t>
            </a:r>
            <a:endParaRPr lang="en-US" kern="100">
              <a:ea typeface="Calibri"/>
              <a:cs typeface="Calibri"/>
            </a:endParaRPr>
          </a:p>
          <a:p>
            <a:pPr>
              <a:tabLst>
                <a:tab pos="2992755" algn="l"/>
              </a:tabLst>
            </a:pPr>
            <a:endParaRPr lang="en-US" kern="100"/>
          </a:p>
          <a:p>
            <a:pPr>
              <a:tabLst>
                <a:tab pos="2992755" algn="l"/>
              </a:tabLst>
            </a:pPr>
            <a:r>
              <a:rPr lang="en-US" kern="100"/>
              <a:t>We also have competitors specific to the EHR space. Evergreen, </a:t>
            </a:r>
            <a:r>
              <a:rPr lang="en-US" kern="100" err="1"/>
              <a:t>Tegria</a:t>
            </a:r>
            <a:r>
              <a:rPr lang="en-US" kern="100"/>
              <a:t>, and Huron are a few examples of firms that specialize in EHR implementation. They advise strategy for clients in this area, and also provide staffing to assist with their implementation projects. </a:t>
            </a:r>
            <a:endParaRPr lang="en-US" kern="100">
              <a:ea typeface="Calibri"/>
              <a:cs typeface="Calibri"/>
            </a:endParaRPr>
          </a:p>
          <a:p>
            <a:pPr>
              <a:tabLst>
                <a:tab pos="2992755" algn="l"/>
              </a:tabLst>
            </a:pPr>
            <a:endParaRPr lang="en-US" kern="100"/>
          </a:p>
          <a:p>
            <a:pPr>
              <a:tabLst>
                <a:tab pos="2992755" algn="l"/>
              </a:tabLst>
            </a:pPr>
            <a:r>
              <a:rPr lang="en-US" i="1" kern="100"/>
              <a:t>ASK:</a:t>
            </a:r>
            <a:r>
              <a:rPr lang="en-US" kern="100"/>
              <a:t> So, which group does Nordic fit in?</a:t>
            </a:r>
            <a:endParaRPr lang="en-US" kern="100">
              <a:ea typeface="Calibri"/>
              <a:cs typeface="Calibri"/>
            </a:endParaRPr>
          </a:p>
          <a:p>
            <a:pPr>
              <a:tabLst>
                <a:tab pos="2992755" algn="l"/>
              </a:tabLst>
            </a:pPr>
            <a:endParaRPr lang="en-US" kern="100"/>
          </a:p>
          <a:p>
            <a:pPr>
              <a:tabLst>
                <a:tab pos="2992755" algn="l"/>
              </a:tabLst>
            </a:pPr>
            <a:r>
              <a:rPr lang="en-US" i="1" kern="100"/>
              <a:t>Wait for people to share, see if the “lightbulb” goes on for someone that sees the unique spot that Nordic sits in.</a:t>
            </a:r>
            <a:endParaRPr lang="en-US" kern="100"/>
          </a:p>
          <a:p>
            <a:pPr>
              <a:tabLst>
                <a:tab pos="2992755" algn="l"/>
              </a:tabLst>
            </a:pPr>
            <a:r>
              <a:rPr lang="en-US" kern="100"/>
              <a:t>&lt; CLICK &gt;</a:t>
            </a:r>
            <a:endParaRPr lang="en-US" kern="100">
              <a:ea typeface="Calibri"/>
              <a:cs typeface="Calibri"/>
            </a:endParaRPr>
          </a:p>
          <a:p>
            <a:pPr marL="0" marR="0">
              <a:lnSpc>
                <a:spcPct val="107000"/>
              </a:lnSpc>
              <a:spcAft>
                <a:spcPts val="600"/>
              </a:spcAft>
              <a:tabLst>
                <a:tab pos="2992755" algn="l"/>
              </a:tabLst>
            </a:pPr>
            <a:endParaRPr lang="en-US" sz="1800" kern="100">
              <a:effectLst/>
              <a:latin typeface="Arial" panose="020B0604020202020204" pitchFamily="34" charset="0"/>
              <a:ea typeface="Calibri" panose="020F0502020204030204" pitchFamily="34" charset="0"/>
              <a:cs typeface="Arial"/>
            </a:endParaRP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2238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tabLst>
                <a:tab pos="2992755" algn="l"/>
              </a:tabLst>
            </a:pPr>
            <a:r>
              <a:rPr lang="en-US" kern="100"/>
              <a:t>Nordic has a sweet spot in the market. We have broad capabilities like the big strategy firms, and we also have deep technical knowledge and expertise in the EHR space that allows us to compete against those niche firms. </a:t>
            </a:r>
          </a:p>
          <a:p>
            <a:pPr>
              <a:tabLst>
                <a:tab pos="2992755" algn="l"/>
              </a:tabLst>
            </a:pPr>
            <a:r>
              <a:rPr lang="en-US" kern="100"/>
              <a:t>When we put those capabilities together, </a:t>
            </a:r>
            <a:r>
              <a:rPr lang="en-US" b="1" kern="100"/>
              <a:t>Nordic can do things other firms cannot. </a:t>
            </a:r>
            <a:endParaRPr lang="en-US" kern="100"/>
          </a:p>
          <a:p>
            <a:pPr>
              <a:tabLst>
                <a:tab pos="2992755" algn="l"/>
              </a:tabLst>
            </a:pPr>
            <a:r>
              <a:rPr lang="en-US" kern="100"/>
              <a:t>&lt; CLICK &gt;</a:t>
            </a:r>
          </a:p>
          <a:p>
            <a:pPr marL="0" marR="0">
              <a:lnSpc>
                <a:spcPct val="107000"/>
              </a:lnSpc>
              <a:spcAft>
                <a:spcPts val="600"/>
              </a:spcAft>
              <a:tabLst>
                <a:tab pos="2992755" algn="l"/>
              </a:tabLst>
            </a:pPr>
            <a:endParaRPr lang="en-US" sz="1800" kern="100">
              <a:latin typeface="Arial"/>
              <a:ea typeface="Calibri"/>
              <a:cs typeface="Arial"/>
            </a:endParaRPr>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5540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Clients choose Nordic because of our unique capabilities, so let’s listen to what one our client CIO’s has to say about us.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Please write down something from the video that stands out to you so that we can chat about it later. </a:t>
            </a:r>
          </a:p>
          <a:p>
            <a:pPr marL="0" marR="0">
              <a:lnSpc>
                <a:spcPct val="107000"/>
              </a:lnSpc>
              <a:spcBef>
                <a:spcPts val="0"/>
              </a:spcBef>
              <a:spcAft>
                <a:spcPts val="600"/>
              </a:spcAft>
              <a:tabLst>
                <a:tab pos="2992755" algn="l"/>
              </a:tabLst>
            </a:pPr>
            <a:endParaRPr lang="en-US" sz="1800" kern="100">
              <a:effectLst/>
              <a:latin typeface="Arial" panose="020B0604020202020204" pitchFamily="34" charset="0"/>
              <a:ea typeface="Calibri" panose="020F0502020204030204" pitchFamily="34" charset="0"/>
              <a:cs typeface="Times New Roman" panose="02020603050405020304" pitchFamily="18" charset="0"/>
            </a:endParaRPr>
          </a:p>
          <a:p>
            <a:pPr marL="0" marR="0" lvl="0" indent="0" algn="l" defTabSz="1219170" rtl="0" eaLnBrk="1" fontAlgn="auto" latinLnBrk="0" hangingPunct="1">
              <a:lnSpc>
                <a:spcPct val="107000"/>
              </a:lnSpc>
              <a:spcBef>
                <a:spcPts val="0"/>
              </a:spcBef>
              <a:spcAft>
                <a:spcPts val="600"/>
              </a:spcAft>
              <a:buClrTx/>
              <a:buSzTx/>
              <a:buFontTx/>
              <a:buNone/>
              <a:tabLst>
                <a:tab pos="2992755" algn="l"/>
              </a:tabLst>
              <a:defRPr/>
            </a:pP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Niki will put a link to the video in the Chat for those that are not able to see it in the presentation.</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&lt; CLICK &gt;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r>
              <a:rPr lang="en-US"/>
              <a:t>https://youtu.be/LERKn023zsc?si=u6LzpS80tzLIbexm</a:t>
            </a:r>
          </a:p>
          <a:p>
            <a:endParaRPr lang="en-US"/>
          </a:p>
          <a:p>
            <a:pPr marL="0" marR="0" lvl="0" indent="0" algn="l" defTabSz="1219170" rtl="0" eaLnBrk="1" fontAlgn="auto" latinLnBrk="0" hangingPunct="1">
              <a:lnSpc>
                <a:spcPct val="100000"/>
              </a:lnSpc>
              <a:spcBef>
                <a:spcPts val="0"/>
              </a:spcBef>
              <a:spcAft>
                <a:spcPts val="0"/>
              </a:spcAft>
              <a:buClrTx/>
              <a:buSzTx/>
              <a:buFontTx/>
              <a:buNone/>
              <a:tabLst/>
              <a:defRPr/>
            </a:pPr>
            <a:r>
              <a:rPr lang="en-US"/>
              <a:t>Article: https://nordicconsulting.sharepoint.com/sites/NordicHQ/NordicHQStories/Pages/Stories/Pf98Y0WOEBOGJH7In8o8w/76157a2a-9df8-4948-a5de-f36e45b17095.aspx</a:t>
            </a:r>
          </a:p>
          <a:p>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97162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6DBCA-E30C-3C8C-6E7A-426F67E89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857FEB-8E53-863E-75B4-C6A9DDAB0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6A196-D7DD-6641-E21E-5FDDCA000455}"/>
              </a:ext>
            </a:extLst>
          </p:cNvPr>
          <p:cNvSpPr>
            <a:spLocks noGrp="1"/>
          </p:cNvSpPr>
          <p:nvPr>
            <p:ph type="body" idx="1"/>
          </p:nvPr>
        </p:nvSpPr>
        <p:spPr/>
        <p:txBody>
          <a:bodyPr/>
          <a:lstStyle/>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This is one of my favorite quotes from the video.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It captures what makes Nordic stand out in the industry and why we own such a unique place in the market.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I’d love to hear from the group on this. What stood out to you from the video? Please feel free to come off of mute to share your thoughts or add them to the chat.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endPar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rPr>
              <a:t>Look to chat for responses.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rPr>
              <a:t>Mission is simple, it’s just to be the best health system.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rPr>
              <a:t>The only way to get to the level we wanted to was to jump into the digital space.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rPr>
              <a:t>Expanding access to care, improving patient satisfaction. Improved self-sufficiency for patients. 1-11 philosophy, 1 patient, 1 consent, once a year.</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endParaRPr lang="en-US" sz="1800" kern="100">
              <a:effectLst/>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&lt; CLICK &gt;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29169EC4-5C0A-7F68-69A4-94560BFFE906}"/>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5508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04ABA-80D0-773A-4EE9-CE3BF8A04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29916-272C-C36E-DBAB-809F84368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1D9AD1-285F-CAE5-FE9A-196A21250047}"/>
              </a:ext>
            </a:extLst>
          </p:cNvPr>
          <p:cNvSpPr>
            <a:spLocks noGrp="1"/>
          </p:cNvSpPr>
          <p:nvPr>
            <p:ph type="body" idx="1"/>
          </p:nvPr>
        </p:nvSpPr>
        <p:spPr/>
        <p:txBody>
          <a:bodyPr/>
          <a:lstStyle/>
          <a:p>
            <a:r>
              <a:rPr lang="en-US" sz="1200" b="0" dirty="0">
                <a:solidFill>
                  <a:srgbClr val="FFFFFF"/>
                </a:solidFill>
                <a:latin typeface="+mn-lt"/>
              </a:rPr>
              <a:t>These are not employee divisions or our team structure. They are the main ways we generate revenue. Not of equal size. (But then – what is CP selling, per se? I mean, everything I guess.)</a:t>
            </a:r>
          </a:p>
          <a:p>
            <a:endParaRPr lang="en-US" sz="1200" b="0" dirty="0">
              <a:solidFill>
                <a:srgbClr val="FFFFFF"/>
              </a:solidFill>
              <a:latin typeface="+mn-lt"/>
            </a:endParaRPr>
          </a:p>
          <a:p>
            <a:r>
              <a:rPr lang="en-US" sz="1200" b="0" dirty="0">
                <a:solidFill>
                  <a:srgbClr val="FFFFFF"/>
                </a:solidFill>
                <a:latin typeface="+mn-lt"/>
              </a:rPr>
              <a:t>Advisory Services vs. Staffing Services vs. Consulting Services?</a:t>
            </a:r>
          </a:p>
          <a:p>
            <a:endParaRPr lang="en-US" sz="1200" b="0" dirty="0">
              <a:solidFill>
                <a:srgbClr val="FFFFFF"/>
              </a:solidFill>
              <a:latin typeface="+mn-lt"/>
            </a:endParaRPr>
          </a:p>
          <a:p>
            <a:r>
              <a:rPr lang="en-US" sz="1200" b="0" dirty="0">
                <a:solidFill>
                  <a:srgbClr val="FFFFFF"/>
                </a:solidFill>
                <a:latin typeface="+mn-lt"/>
              </a:rPr>
              <a:t>Consulting Services is “HR of consultants,” the group that intakes all consultants, then farms them out to the appropriate business line. CS itself is an internal service, not a business line. </a:t>
            </a:r>
          </a:p>
          <a:p>
            <a:endParaRPr lang="en-US" sz="1200" b="0" dirty="0">
              <a:solidFill>
                <a:srgbClr val="FFFFFF"/>
              </a:solidFill>
              <a:latin typeface="+mn-lt"/>
            </a:endParaRPr>
          </a:p>
          <a:p>
            <a:r>
              <a:rPr lang="en-US" sz="1200" b="0" dirty="0">
                <a:solidFill>
                  <a:srgbClr val="FFFFFF"/>
                </a:solidFill>
                <a:latin typeface="+mn-lt"/>
              </a:rPr>
              <a:t>Staffing Services = A business line that fills a staffing need at a </a:t>
            </a:r>
            <a:r>
              <a:rPr lang="en-US" sz="1200" kern="1200" dirty="0">
                <a:solidFill>
                  <a:schemeClr val="tx1"/>
                </a:solidFill>
                <a:effectLst/>
                <a:latin typeface="+mn-lt"/>
                <a:ea typeface="+mn-ea"/>
                <a:cs typeface="+mn-cs"/>
              </a:rPr>
              <a:t>client site, which is typically just a one-off need (I need a Cadence analyst for 3 months). </a:t>
            </a:r>
            <a:endParaRPr lang="en-US" sz="1200" b="0" dirty="0">
              <a:solidFill>
                <a:srgbClr val="FFFFFF"/>
              </a:solidFill>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200" b="0" dirty="0">
                <a:solidFill>
                  <a:srgbClr val="FFFFFF"/>
                </a:solidFill>
                <a:latin typeface="+mn-lt"/>
              </a:rPr>
              <a:t>Advisory Services = A business line that helps hospitals by giving them advice on strategic needs, such as </a:t>
            </a:r>
            <a:r>
              <a:rPr lang="en-US" sz="1200" kern="1200" dirty="0">
                <a:solidFill>
                  <a:schemeClr val="tx1"/>
                </a:solidFill>
                <a:effectLst/>
                <a:latin typeface="+mn-lt"/>
                <a:ea typeface="+mn-ea"/>
                <a:cs typeface="+mn-cs"/>
              </a:rPr>
              <a:t>performance improvement</a:t>
            </a:r>
          </a:p>
          <a:p>
            <a:r>
              <a:rPr lang="en-US" sz="1200" b="0" dirty="0">
                <a:solidFill>
                  <a:srgbClr val="FFFFFF"/>
                </a:solidFill>
                <a:latin typeface="+mn-lt"/>
              </a:rPr>
              <a:t>Affiliate Solutions = A business line that helps hospitals </a:t>
            </a:r>
            <a:r>
              <a:rPr lang="en-US" sz="1600" kern="1200" dirty="0">
                <a:solidFill>
                  <a:schemeClr val="tx1"/>
                </a:solidFill>
                <a:effectLst/>
                <a:latin typeface="+mn-lt"/>
                <a:ea typeface="+mn-ea"/>
                <a:cs typeface="+mn-cs"/>
              </a:rPr>
              <a:t>roll out Epic to community clinics. </a:t>
            </a:r>
          </a:p>
          <a:p>
            <a:r>
              <a:rPr lang="en-US" sz="1600" kern="1200" dirty="0">
                <a:solidFill>
                  <a:schemeClr val="tx1"/>
                </a:solidFill>
                <a:effectLst/>
                <a:latin typeface="+mn-lt"/>
                <a:ea typeface="+mn-ea"/>
                <a:cs typeface="+mn-cs"/>
              </a:rPr>
              <a:t>EHR Services = A business line that helps hospitals install an EHR</a:t>
            </a:r>
          </a:p>
          <a:p>
            <a:endParaRPr lang="en-US" sz="1200" b="0" dirty="0">
              <a:solidFill>
                <a:srgbClr val="FFFFFF"/>
              </a:solidFill>
              <a:latin typeface="+mn-lt"/>
            </a:endParaRPr>
          </a:p>
          <a:p>
            <a:r>
              <a:rPr lang="en-US" sz="1200" b="0" dirty="0">
                <a:solidFill>
                  <a:srgbClr val="FFFFFF"/>
                </a:solidFill>
                <a:latin typeface="+mn-lt"/>
              </a:rPr>
              <a:t>Sheryl:</a:t>
            </a:r>
          </a:p>
          <a:p>
            <a:r>
              <a:rPr lang="en-US" sz="1600" kern="1200" dirty="0">
                <a:solidFill>
                  <a:schemeClr val="tx1"/>
                </a:solidFill>
                <a:effectLst/>
                <a:latin typeface="+mn-lt"/>
                <a:ea typeface="+mn-ea"/>
                <a:cs typeface="+mn-cs"/>
              </a:rPr>
              <a:t>Great question, as these terms are super confusing. </a:t>
            </a:r>
          </a:p>
          <a:p>
            <a:r>
              <a:rPr lang="en-US" sz="1600" kern="1200" dirty="0">
                <a:solidFill>
                  <a:schemeClr val="tx1"/>
                </a:solidFill>
                <a:effectLst/>
                <a:latin typeface="+mn-lt"/>
                <a:ea typeface="+mn-ea"/>
                <a:cs typeface="+mn-cs"/>
              </a:rPr>
              <a:t> </a:t>
            </a:r>
          </a:p>
          <a:p>
            <a:r>
              <a:rPr lang="en-US" sz="1600" kern="1200" dirty="0">
                <a:solidFill>
                  <a:schemeClr val="tx1"/>
                </a:solidFill>
                <a:effectLst/>
                <a:latin typeface="+mn-lt"/>
                <a:ea typeface="+mn-ea"/>
                <a:cs typeface="+mn-cs"/>
              </a:rPr>
              <a:t>Consulting services is the team responsible for consultant hiring, management, and placement. We aren’t a business line, but a department within the organization.  </a:t>
            </a:r>
          </a:p>
          <a:p>
            <a:r>
              <a:rPr lang="en-US" sz="1600" kern="1200" dirty="0">
                <a:solidFill>
                  <a:schemeClr val="tx1"/>
                </a:solidFill>
                <a:effectLst/>
                <a:latin typeface="+mn-lt"/>
                <a:ea typeface="+mn-ea"/>
                <a:cs typeface="+mn-cs"/>
              </a:rPr>
              <a:t> </a:t>
            </a:r>
          </a:p>
          <a:p>
            <a:r>
              <a:rPr lang="en-US" sz="1600" kern="1200" dirty="0">
                <a:solidFill>
                  <a:schemeClr val="tx1"/>
                </a:solidFill>
                <a:effectLst/>
                <a:latin typeface="+mn-lt"/>
                <a:ea typeface="+mn-ea"/>
                <a:cs typeface="+mn-cs"/>
              </a:rPr>
              <a:t>Staffing services, or staffing, is its own business line. When we sell a client a single role (a backfill for an analyst, for example), this role is classified as staffing. We have consultants who are on staffing projects/roles. I’m not sure staffing services is really a thing anymore. Our team was called staffing services for a short period of time but that has changed. Staffing, however, is very much a thing and always will be. This is what our business was founded on. </a:t>
            </a:r>
          </a:p>
          <a:p>
            <a:r>
              <a:rPr lang="en-US" sz="1600" kern="1200" dirty="0">
                <a:solidFill>
                  <a:schemeClr val="tx1"/>
                </a:solidFill>
                <a:effectLst/>
                <a:latin typeface="+mn-lt"/>
                <a:ea typeface="+mn-ea"/>
                <a:cs typeface="+mn-cs"/>
              </a:rPr>
              <a:t> </a:t>
            </a:r>
          </a:p>
          <a:p>
            <a:r>
              <a:rPr lang="en-US" sz="1600" kern="1200" dirty="0">
                <a:solidFill>
                  <a:schemeClr val="tx1"/>
                </a:solidFill>
                <a:effectLst/>
                <a:latin typeface="+mn-lt"/>
                <a:ea typeface="+mn-ea"/>
                <a:cs typeface="+mn-cs"/>
              </a:rPr>
              <a:t>Advisory services is an umbrella term used for the groups within Nordic that provide services focused on strategy, technology, and performance improvement. Those groups are Digital Health, Implementation Services, and Performance Improvement. </a:t>
            </a:r>
          </a:p>
          <a:p>
            <a:r>
              <a:rPr lang="en-US" sz="1600" kern="1200" dirty="0">
                <a:solidFill>
                  <a:schemeClr val="tx1"/>
                </a:solidFill>
                <a:effectLst/>
                <a:latin typeface="+mn-lt"/>
                <a:ea typeface="+mn-ea"/>
                <a:cs typeface="+mn-cs"/>
              </a:rPr>
              <a:t> </a:t>
            </a:r>
          </a:p>
          <a:p>
            <a:r>
              <a:rPr lang="en-US" sz="1600" kern="1200" dirty="0">
                <a:solidFill>
                  <a:schemeClr val="tx1"/>
                </a:solidFill>
                <a:effectLst/>
                <a:latin typeface="+mn-lt"/>
                <a:ea typeface="+mn-ea"/>
                <a:cs typeface="+mn-cs"/>
              </a:rPr>
              <a:t>Affiliate services is housed within Implementation services. We have in-house experts in areas such as mergers &amp; acquisitions and community connect, which are two ways in which healthcare organizations work together and utilize the same instance of Epic. These projects are more nuanced than a first time install, which is why we have a team to support these projects. </a:t>
            </a:r>
          </a:p>
          <a:p>
            <a:endParaRPr lang="en-US" sz="1600" kern="1200" dirty="0">
              <a:solidFill>
                <a:schemeClr val="tx1"/>
              </a:solidFill>
              <a:effectLst/>
              <a:latin typeface="+mn-lt"/>
              <a:ea typeface="+mn-ea"/>
              <a:cs typeface="+mn-cs"/>
            </a:endParaRPr>
          </a:p>
          <a:p>
            <a:endParaRPr lang="en-US" sz="1600" kern="1200" dirty="0">
              <a:solidFill>
                <a:schemeClr val="tx1"/>
              </a:solidFill>
              <a:effectLst/>
              <a:latin typeface="+mn-lt"/>
              <a:ea typeface="+mn-ea"/>
              <a:cs typeface="+mn-cs"/>
            </a:endParaRPr>
          </a:p>
          <a:p>
            <a:r>
              <a:rPr lang="en-US" sz="1600" kern="1200" dirty="0">
                <a:solidFill>
                  <a:schemeClr val="tx1"/>
                </a:solidFill>
                <a:effectLst/>
                <a:latin typeface="+mn-lt"/>
                <a:ea typeface="+mn-ea"/>
                <a:cs typeface="+mn-cs"/>
              </a:rPr>
              <a:t>Our CS consultants fill roles for all of our business lines. They are still called consultants in each case, but the type of project they are supporting will be linked to a different business line. </a:t>
            </a:r>
          </a:p>
          <a:p>
            <a:r>
              <a:rPr lang="en-US" sz="1600" kern="1200" dirty="0">
                <a:solidFill>
                  <a:schemeClr val="tx1"/>
                </a:solidFill>
                <a:effectLst/>
                <a:latin typeface="+mn-lt"/>
                <a:ea typeface="+mn-ea"/>
                <a:cs typeface="+mn-cs"/>
              </a:rPr>
              <a:t> </a:t>
            </a:r>
          </a:p>
          <a:p>
            <a:r>
              <a:rPr lang="en-US" sz="1600" kern="1200" dirty="0">
                <a:solidFill>
                  <a:schemeClr val="tx1"/>
                </a:solidFill>
                <a:effectLst/>
                <a:latin typeface="+mn-lt"/>
                <a:ea typeface="+mn-ea"/>
                <a:cs typeface="+mn-cs"/>
              </a:rPr>
              <a:t>A CS consultant might fill a staffing need at a client site, which is typically just a one-off need (I need a Cadence analyst for 3 months). </a:t>
            </a:r>
          </a:p>
          <a:p>
            <a:r>
              <a:rPr lang="en-US" sz="1600" kern="1200" dirty="0">
                <a:solidFill>
                  <a:schemeClr val="tx1"/>
                </a:solidFill>
                <a:effectLst/>
                <a:latin typeface="+mn-lt"/>
                <a:ea typeface="+mn-ea"/>
                <a:cs typeface="+mn-cs"/>
              </a:rPr>
              <a:t>A CS consultant might be on an affiliate project, helping to roll out Epic to community clinics. </a:t>
            </a:r>
          </a:p>
          <a:p>
            <a:r>
              <a:rPr lang="en-US" sz="1600" kern="1200" dirty="0">
                <a:solidFill>
                  <a:schemeClr val="tx1"/>
                </a:solidFill>
                <a:effectLst/>
                <a:latin typeface="+mn-lt"/>
                <a:ea typeface="+mn-ea"/>
                <a:cs typeface="+mn-cs"/>
              </a:rPr>
              <a:t>A CS consultant might be an analyst on a performance improvement project. </a:t>
            </a:r>
          </a:p>
          <a:p>
            <a:r>
              <a:rPr lang="en-US" sz="1600" kern="1200" dirty="0">
                <a:solidFill>
                  <a:schemeClr val="tx1"/>
                </a:solidFill>
                <a:effectLst/>
                <a:latin typeface="+mn-lt"/>
                <a:ea typeface="+mn-ea"/>
                <a:cs typeface="+mn-cs"/>
              </a:rPr>
              <a:t>A CS consultant might be part of an implementation project. </a:t>
            </a:r>
          </a:p>
          <a:p>
            <a:endParaRPr lang="en-US" sz="1200" b="0" dirty="0">
              <a:solidFill>
                <a:srgbClr val="FFFFFF"/>
              </a:solidFill>
              <a:latin typeface="+mn-lt"/>
            </a:endParaRPr>
          </a:p>
          <a:p>
            <a:r>
              <a:rPr lang="en-US" sz="1200" b="0" dirty="0">
                <a:solidFill>
                  <a:srgbClr val="FFFFFF"/>
                </a:solidFill>
                <a:latin typeface="+mn-lt"/>
              </a:rPr>
              <a:t>LINNEA</a:t>
            </a:r>
          </a:p>
          <a:p>
            <a:r>
              <a:rPr lang="en-US" sz="1600" kern="1200" dirty="0">
                <a:solidFill>
                  <a:schemeClr val="tx1"/>
                </a:solidFill>
                <a:effectLst/>
                <a:latin typeface="+mn-lt"/>
                <a:ea typeface="+mn-ea"/>
                <a:cs typeface="+mn-cs"/>
              </a:rPr>
              <a:t>There’s something I still do not quite understand about Managed Services. I know there are different categories within MS. Which of the following is correct?</a:t>
            </a:r>
          </a:p>
          <a:p>
            <a:r>
              <a:rPr lang="en-US" sz="1600" kern="1200" dirty="0">
                <a:solidFill>
                  <a:schemeClr val="tx1"/>
                </a:solidFill>
                <a:effectLst/>
                <a:latin typeface="+mn-lt"/>
                <a:ea typeface="+mn-ea"/>
                <a:cs typeface="+mn-cs"/>
              </a:rPr>
              <a:t> </a:t>
            </a:r>
          </a:p>
          <a:p>
            <a:pPr lvl="0"/>
            <a:r>
              <a:rPr lang="en-US" sz="1600" kern="1200" dirty="0">
                <a:solidFill>
                  <a:schemeClr val="tx1"/>
                </a:solidFill>
                <a:effectLst/>
                <a:latin typeface="+mn-lt"/>
                <a:ea typeface="+mn-ea"/>
                <a:cs typeface="+mn-cs"/>
              </a:rPr>
              <a:t>A. ALL of MS consists of different kinds of outsourced help desks.</a:t>
            </a:r>
          </a:p>
          <a:p>
            <a:pPr lvl="0"/>
            <a:r>
              <a:rPr lang="en-US" sz="1600" kern="1200" dirty="0">
                <a:solidFill>
                  <a:schemeClr val="tx1"/>
                </a:solidFill>
                <a:effectLst/>
                <a:latin typeface="+mn-lt"/>
                <a:ea typeface="+mn-ea"/>
                <a:cs typeface="+mn-cs"/>
              </a:rPr>
              <a:t>B. One of the categories of work within MS is outsourced help desks, but there are other kinds of MS work as well.</a:t>
            </a:r>
          </a:p>
          <a:p>
            <a:pPr lvl="0"/>
            <a:r>
              <a:rPr lang="en-US" sz="1600" kern="1200" dirty="0">
                <a:solidFill>
                  <a:schemeClr val="tx1"/>
                </a:solidFill>
                <a:effectLst/>
                <a:latin typeface="+mn-lt"/>
                <a:ea typeface="+mn-ea"/>
                <a:cs typeface="+mn-cs"/>
              </a:rPr>
              <a:t>C. None of the above.</a:t>
            </a:r>
          </a:p>
          <a:p>
            <a:endParaRPr lang="en-US" sz="1200" b="0" dirty="0">
              <a:solidFill>
                <a:srgbClr val="FFFFFF"/>
              </a:solidFill>
              <a:latin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mn-lt"/>
                <a:ea typeface="+mn-ea"/>
                <a:cs typeface="+mn-cs"/>
              </a:rPr>
              <a:t>B! We have multiple types of helpdesks that can be outsourced to Managed Services, such as clinical help desk (aimed at clinical users with Epic issues), technical help desk (for all sorts of technical issues) and patient portal help desk (for patients with MyChart issues). Those are all considered “Tier 1” support. The next tier is “Tier 2” support which is when they need to pass the issue off to an analyst for a deeper dive. That would include my team for “AMS”- Application Managed Services. And then we also have Service Management and Project Management as a service as well.</a:t>
            </a:r>
          </a:p>
          <a:p>
            <a:endParaRPr lang="en-US" sz="1200" b="0" dirty="0">
              <a:solidFill>
                <a:srgbClr val="FFFFFF"/>
              </a:solidFill>
              <a:latin typeface="+mn-lt"/>
            </a:endParaRPr>
          </a:p>
          <a:p>
            <a:endParaRPr lang="en-US" sz="1200" b="0" dirty="0">
              <a:solidFill>
                <a:srgbClr val="FFFFFF"/>
              </a:solidFill>
              <a:latin typeface="+mn-lt"/>
            </a:endParaRPr>
          </a:p>
          <a:p>
            <a:endParaRPr lang="en-US" sz="1200" b="0" dirty="0">
              <a:solidFill>
                <a:srgbClr val="FFFFFF"/>
              </a:solidFill>
              <a:latin typeface="+mn-lt"/>
            </a:endParaRPr>
          </a:p>
        </p:txBody>
      </p:sp>
      <p:sp>
        <p:nvSpPr>
          <p:cNvPr id="4" name="Slide Number Placeholder 3">
            <a:extLst>
              <a:ext uri="{FF2B5EF4-FFF2-40B4-BE49-F238E27FC236}">
                <a16:creationId xmlns:a16="http://schemas.microsoft.com/office/drawing/2014/main" id="{F27EAA49-D5D1-75CC-CF3A-AF24EB474EF6}"/>
              </a:ext>
            </a:extLst>
          </p:cNvPr>
          <p:cNvSpPr>
            <a:spLocks noGrp="1"/>
          </p:cNvSpPr>
          <p:nvPr>
            <p:ph type="sldNum" sz="quarter" idx="5"/>
          </p:nvPr>
        </p:nvSpPr>
        <p:spPr/>
        <p:txBody>
          <a:bodyPr/>
          <a:lstStyle/>
          <a:p>
            <a:fld id="{94024991-1934-AE40-9593-FB023422FBEC}" type="slidenum">
              <a:rPr lang="en-US" smtClean="0"/>
              <a:t>15</a:t>
            </a:fld>
            <a:endParaRPr lang="en-US"/>
          </a:p>
        </p:txBody>
      </p:sp>
    </p:spTree>
    <p:extLst>
      <p:ext uri="{BB962C8B-B14F-4D97-AF65-F5344CB8AC3E}">
        <p14:creationId xmlns:p14="http://schemas.microsoft.com/office/powerpoint/2010/main" val="2882735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101D2-A21B-9920-67DF-6F39DB1FD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2E9B1-98CE-6A9D-BDB0-F281032010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22FE2A-360F-4188-6E29-123E35267C40}"/>
              </a:ext>
            </a:extLst>
          </p:cNvPr>
          <p:cNvSpPr>
            <a:spLocks noGrp="1"/>
          </p:cNvSpPr>
          <p:nvPr>
            <p:ph type="body" idx="1"/>
          </p:nvPr>
        </p:nvSpPr>
        <p:spPr/>
        <p:txBody>
          <a:bodyPr/>
          <a:lstStyle/>
          <a:p>
            <a:pPr algn="l"/>
            <a:r>
              <a:rPr lang="en-US" b="0" i="0" dirty="0">
                <a:effectLst/>
                <a:latin typeface="SourceSansPro"/>
              </a:rPr>
              <a:t>In 2009 the US Congress passed the HITECH Act (Health Information Technology for Economic &amp; Clinical Health) This moved forward the adoption and meaningful use of Electronic Healthcare Records (EHRs) This was to improve quality, safety and efficiency. Ensure privacy and security. Increase coordination of care. Engage patients in care and improve the health of the population.</a:t>
            </a:r>
          </a:p>
          <a:p>
            <a:pPr algn="l"/>
            <a:endParaRPr lang="en-US" b="0" i="0" dirty="0">
              <a:effectLst/>
              <a:latin typeface="SourceSansPro"/>
            </a:endParaRPr>
          </a:p>
          <a:p>
            <a:pPr algn="l"/>
            <a:r>
              <a:rPr lang="en-US" b="0" i="0" dirty="0">
                <a:effectLst/>
                <a:latin typeface="SourceSansPro"/>
              </a:rPr>
              <a:t>In January of 2010, Nordic was founded by two former Epic employees. </a:t>
            </a:r>
          </a:p>
          <a:p>
            <a:pPr algn="l"/>
            <a:endParaRPr lang="en-US" b="1" i="0" dirty="0">
              <a:effectLst/>
              <a:latin typeface="SourceSansPro"/>
            </a:endParaRPr>
          </a:p>
          <a:p>
            <a:pPr algn="l"/>
            <a:r>
              <a:rPr lang="en-US" b="1" i="0" dirty="0">
                <a:effectLst/>
                <a:latin typeface="SourceSansPro"/>
              </a:rPr>
              <a:t>Healthtech </a:t>
            </a:r>
          </a:p>
          <a:p>
            <a:pPr algn="l"/>
            <a:r>
              <a:rPr lang="en-US" b="0" i="0" dirty="0">
                <a:solidFill>
                  <a:srgbClr val="5A5F79"/>
                </a:solidFill>
                <a:effectLst/>
                <a:latin typeface="SourceSansPro"/>
              </a:rPr>
              <a:t>Healthtech is based in Canada, specializing in health and technology consulting and operating within a universal healthcare environment. The team's experience and certifications with a vast variety of systems have enabled it to deliver clinical, operational, and financial improvements to healthcare clients for over 35 years.  </a:t>
            </a:r>
          </a:p>
          <a:p>
            <a:endParaRPr lang="en-US" dirty="0"/>
          </a:p>
          <a:p>
            <a:pPr algn="l"/>
            <a:r>
              <a:rPr lang="en-US" b="1" i="0" dirty="0">
                <a:effectLst/>
                <a:latin typeface="SourceSansPro"/>
              </a:rPr>
              <a:t>Bails/ERP Services</a:t>
            </a:r>
          </a:p>
          <a:p>
            <a:pPr algn="l"/>
            <a:r>
              <a:rPr lang="en-US" b="0" i="0" dirty="0">
                <a:solidFill>
                  <a:srgbClr val="5A5F79"/>
                </a:solidFill>
                <a:effectLst/>
                <a:latin typeface="SourceSansPro"/>
              </a:rPr>
              <a:t>ERP Services (formerly known as Bails) delivers the "and technology" consulting component to clients worldwide. With expertise in healthcare and beyond, Bails helps companies in many industries implement, manage, and maintain back-office processes and software. Using proven Infor Deployment Methodology, Bails has enhanced clients' business operations for 25 years. </a:t>
            </a:r>
          </a:p>
          <a:p>
            <a:pPr algn="l"/>
            <a:endParaRPr lang="en-US" b="1" i="0" dirty="0">
              <a:effectLst/>
              <a:latin typeface="SourceSansPro"/>
            </a:endParaRPr>
          </a:p>
          <a:p>
            <a:pPr algn="l"/>
            <a:r>
              <a:rPr lang="en-US" b="1" i="0" dirty="0">
                <a:effectLst/>
                <a:latin typeface="SourceSansPro"/>
              </a:rPr>
              <a:t>S&amp;P</a:t>
            </a:r>
          </a:p>
          <a:p>
            <a:pPr algn="l"/>
            <a:r>
              <a:rPr lang="en-US" b="0" i="0" dirty="0">
                <a:solidFill>
                  <a:srgbClr val="5A5F79"/>
                </a:solidFill>
                <a:effectLst/>
                <a:latin typeface="SourceSansPro"/>
              </a:rPr>
              <a:t>S&amp;P's expertise includes clinical, revenue cycle, integration, strategic planning, reporting, and project/program management.  In addition, we have an extensive Laboratory IS team fluent in Cerner, </a:t>
            </a:r>
            <a:r>
              <a:rPr lang="en-US" b="0" i="0" dirty="0" err="1">
                <a:solidFill>
                  <a:srgbClr val="5A5F79"/>
                </a:solidFill>
                <a:effectLst/>
                <a:latin typeface="SourceSansPro"/>
              </a:rPr>
              <a:t>Clinisys</a:t>
            </a:r>
            <a:r>
              <a:rPr lang="en-US" b="0" i="0" dirty="0">
                <a:solidFill>
                  <a:srgbClr val="5A5F79"/>
                </a:solidFill>
                <a:effectLst/>
                <a:latin typeface="SourceSansPro"/>
              </a:rPr>
              <a:t> (</a:t>
            </a:r>
            <a:r>
              <a:rPr lang="en-US" b="0" i="0" dirty="0" err="1">
                <a:solidFill>
                  <a:srgbClr val="5A5F79"/>
                </a:solidFill>
                <a:effectLst/>
                <a:latin typeface="SourceSansPro"/>
              </a:rPr>
              <a:t>fka</a:t>
            </a:r>
            <a:r>
              <a:rPr lang="en-US" b="0" i="0" dirty="0">
                <a:solidFill>
                  <a:srgbClr val="5A5F79"/>
                </a:solidFill>
                <a:effectLst/>
                <a:latin typeface="SourceSansPro"/>
              </a:rPr>
              <a:t> Sunquest), SCC Soft, and most mainstream LIS systems. </a:t>
            </a:r>
          </a:p>
          <a:p>
            <a:pPr algn="l"/>
            <a:r>
              <a:rPr lang="en-US" b="1" i="0" dirty="0">
                <a:effectLst/>
                <a:latin typeface="SourceSansPro"/>
              </a:rPr>
              <a:t> </a:t>
            </a:r>
          </a:p>
          <a:p>
            <a:pPr marL="0" marR="0">
              <a:spcBef>
                <a:spcPts val="0"/>
              </a:spcBef>
              <a:spcAft>
                <a:spcPts val="0"/>
              </a:spcAft>
            </a:pPr>
            <a:r>
              <a:rPr lang="en-US" sz="1600" b="1" i="1" dirty="0">
                <a:effectLst/>
                <a:latin typeface="Arial" panose="020B0604020202020204" pitchFamily="34" charset="0"/>
                <a:ea typeface="Calibri" panose="020F0502020204030204" pitchFamily="34" charset="0"/>
              </a:rPr>
              <a:t>Accrete Health Partners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Accrete Health Partners acquired Nordic Consulting in June 2022. The partnership will anchor </a:t>
            </a:r>
            <a:r>
              <a:rPr lang="en-US" sz="1600" i="1" dirty="0" err="1">
                <a:effectLst/>
                <a:latin typeface="Arial" panose="020B0604020202020204" pitchFamily="34" charset="0"/>
                <a:ea typeface="Calibri" panose="020F0502020204030204" pitchFamily="34" charset="0"/>
              </a:rPr>
              <a:t>Accrete’s</a:t>
            </a:r>
            <a:r>
              <a:rPr lang="en-US" sz="1600" i="1" dirty="0">
                <a:effectLst/>
                <a:latin typeface="Arial" panose="020B0604020202020204" pitchFamily="34" charset="0"/>
                <a:ea typeface="Calibri" panose="020F0502020204030204" pitchFamily="34" charset="0"/>
              </a:rPr>
              <a:t> growing portfolio, expand Nordic’s health care technology services, and accelerate end-to-end efficiencies for patients, providers, and health systems, primarily in the Managed Services space. Together, we will improve I&amp;T operational performance, capabilities and capacity for our clients.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endParaRPr lang="en-US" sz="1600" i="1" dirty="0">
              <a:effectLst/>
              <a:latin typeface="Arial" panose="020B060402020202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One of the 2023 Outcomes from Nordic’s Strategic Plan is ‘Improve client digital service delivery.’ The BSMH and RSFH Agreements, highlighted below, help us achieve the goal of ‘Creating a set of offerings from IT assessments through full Managed Services that help our clients right-size their spend and deliver top-of-class digital services and operations to their organizations.’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 </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b="1" i="1" dirty="0">
                <a:effectLst/>
                <a:latin typeface="Arial" panose="020B0604020202020204" pitchFamily="34" charset="0"/>
                <a:ea typeface="Calibri" panose="020F0502020204030204" pitchFamily="34" charset="0"/>
              </a:rPr>
              <a:t>Bon Secours Mercy Health (BSMH) and Roper St. Francis Health (RSFH) </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Nordic expanded its offerings to include a full suite of Managed Services by adding Bon Secours Mercy Health (BSMH), one of the nation’s 20 largest healthcare systems, and Roper St. Francis Healthcare (RSFH), a 657-bed system with 117+ facilities, as clients in July 2023. BSMH and RSFH Information and Technology teams will join Nordic to build an end-to-end managed services organization, focused on serving the healthcare industry. This addition advances Nordic with the innovative, patient-centric capabilities BSMH and RSFH have developed to support world-class patient care for future engagements. </a:t>
            </a:r>
            <a:endParaRPr lang="en-US" sz="1600" dirty="0">
              <a:effectLst/>
              <a:latin typeface="Calibri" panose="020F0502020204030204" pitchFamily="34" charset="0"/>
              <a:ea typeface="Calibri" panose="020F0502020204030204" pitchFamily="34" charset="0"/>
            </a:endParaRPr>
          </a:p>
          <a:p>
            <a:pPr algn="l"/>
            <a:endParaRPr lang="en-US" b="1" i="0" dirty="0">
              <a:effectLst/>
              <a:latin typeface="SourceSansPro"/>
            </a:endParaRPr>
          </a:p>
          <a:p>
            <a:pPr algn="l"/>
            <a:r>
              <a:rPr lang="en-US" b="1" i="0" dirty="0" err="1">
                <a:effectLst/>
                <a:latin typeface="SourceSansPro"/>
              </a:rPr>
              <a:t>Hygeian</a:t>
            </a:r>
            <a:endParaRPr lang="en-US" b="1" i="0" dirty="0">
              <a:effectLst/>
              <a:latin typeface="SourceSansPro"/>
            </a:endParaRPr>
          </a:p>
          <a:p>
            <a:pPr algn="l"/>
            <a:r>
              <a:rPr lang="en-US" b="0" i="0" dirty="0" err="1">
                <a:solidFill>
                  <a:srgbClr val="5A5F79"/>
                </a:solidFill>
                <a:effectLst/>
                <a:latin typeface="SourceSansPro"/>
              </a:rPr>
              <a:t>Hygeian</a:t>
            </a:r>
            <a:r>
              <a:rPr lang="en-US" b="0" i="0" dirty="0">
                <a:solidFill>
                  <a:srgbClr val="5A5F79"/>
                </a:solidFill>
                <a:effectLst/>
                <a:latin typeface="SourceSansPro"/>
              </a:rPr>
              <a:t> is healthcare consulting company based in the United Kingdom. </a:t>
            </a:r>
            <a:r>
              <a:rPr lang="en-US" b="0" i="0" dirty="0" err="1">
                <a:solidFill>
                  <a:srgbClr val="5A5F79"/>
                </a:solidFill>
                <a:effectLst/>
                <a:latin typeface="SourceSansPro"/>
              </a:rPr>
              <a:t>Hygeian</a:t>
            </a:r>
            <a:r>
              <a:rPr lang="en-US" b="0" i="0" dirty="0">
                <a:solidFill>
                  <a:srgbClr val="5A5F79"/>
                </a:solidFill>
                <a:effectLst/>
                <a:latin typeface="SourceSansPro"/>
              </a:rPr>
              <a:t> has a strong network of 300 highly experienced and skilled management consultants - with a wide range of expertise from clinical, financial, and technical backgrounds - supporting both public and private sector clients across the UK and the Middle East </a:t>
            </a:r>
          </a:p>
          <a:p>
            <a:endParaRPr lang="en-US" dirty="0"/>
          </a:p>
          <a:p>
            <a:pPr algn="l"/>
            <a:r>
              <a:rPr lang="en-US" b="1" i="0" dirty="0">
                <a:effectLst/>
                <a:latin typeface="SourceSansPro"/>
              </a:rPr>
              <a:t>Nordic Europe</a:t>
            </a:r>
          </a:p>
          <a:p>
            <a:pPr algn="l"/>
            <a:r>
              <a:rPr lang="en-US" b="0" i="0" dirty="0">
                <a:solidFill>
                  <a:srgbClr val="5A5F79"/>
                </a:solidFill>
                <a:effectLst/>
                <a:latin typeface="SourceSansPro"/>
              </a:rPr>
              <a:t>Focusing outside of North America, Nordic Europe helps clients navigate their systems and workflow challenges to meet strategic health and technology needs. Nordic Europe supports clients by navigating the specific requirements of each region, country, and health system with creativity, flexibility, and determination. Locations in Ireland and The Netherlands</a:t>
            </a:r>
          </a:p>
          <a:p>
            <a:pPr algn="l"/>
            <a:endParaRPr lang="en-US" b="0" i="0" dirty="0">
              <a:solidFill>
                <a:srgbClr val="5A5F79"/>
              </a:solidFill>
              <a:effectLst/>
              <a:latin typeface="SourceSansPro"/>
            </a:endParaRPr>
          </a:p>
          <a:p>
            <a:pPr algn="l"/>
            <a:r>
              <a:rPr lang="en-US" b="1" i="0" dirty="0">
                <a:solidFill>
                  <a:srgbClr val="5A5F79"/>
                </a:solidFill>
                <a:effectLst/>
                <a:latin typeface="SourceSansPro"/>
              </a:rPr>
              <a:t>Nordic Middle East</a:t>
            </a:r>
          </a:p>
          <a:p>
            <a:pPr algn="l"/>
            <a:r>
              <a:rPr lang="en-US" b="0" i="0" dirty="0">
                <a:solidFill>
                  <a:srgbClr val="5A5F79"/>
                </a:solidFill>
                <a:effectLst/>
                <a:latin typeface="SourceSansPro"/>
              </a:rPr>
              <a:t>We deliver targeted expertise with a focus on value versus cost alone. From hospitals serving local communities to healthcare organizations with nationwide coverage, we believe collaboration across clinical teams and digital initiatives will lead to a healthier population and streamlined processes that benefit providers and patients alike.  Located in Dubai</a:t>
            </a:r>
          </a:p>
          <a:p>
            <a:pPr algn="l"/>
            <a:r>
              <a:rPr lang="en-US" b="0" i="0" dirty="0">
                <a:solidFill>
                  <a:srgbClr val="5A5F79"/>
                </a:solidFill>
                <a:effectLst/>
                <a:latin typeface="SourceSansPro"/>
              </a:rPr>
              <a:t>Strategic Advisory </a:t>
            </a:r>
          </a:p>
          <a:p>
            <a:pPr algn="l">
              <a:buFont typeface="Arial" panose="020B0604020202020204" pitchFamily="34" charset="0"/>
              <a:buChar char="•"/>
            </a:pPr>
            <a:r>
              <a:rPr lang="en-US" b="0" i="0" dirty="0">
                <a:solidFill>
                  <a:srgbClr val="5A5F79"/>
                </a:solidFill>
                <a:effectLst/>
                <a:latin typeface="SourceSansPro"/>
              </a:rPr>
              <a:t> Clinical and Operational Performance Optimization </a:t>
            </a:r>
          </a:p>
          <a:p>
            <a:pPr algn="l">
              <a:buFont typeface="Arial" panose="020B0604020202020204" pitchFamily="34" charset="0"/>
              <a:buChar char="•"/>
            </a:pPr>
            <a:r>
              <a:rPr lang="en-US" b="0" i="0" dirty="0">
                <a:solidFill>
                  <a:srgbClr val="5A5F79"/>
                </a:solidFill>
                <a:effectLst/>
                <a:latin typeface="SourceSansPro"/>
              </a:rPr>
              <a:t>EHR Implementation and Benefits Realization</a:t>
            </a:r>
          </a:p>
          <a:p>
            <a:pPr algn="l"/>
            <a:endParaRPr lang="en-US" b="1" i="0" dirty="0">
              <a:solidFill>
                <a:srgbClr val="5A5F79"/>
              </a:solidFill>
              <a:effectLst/>
              <a:latin typeface="SourceSansPro"/>
            </a:endParaRPr>
          </a:p>
          <a:p>
            <a:pPr algn="l"/>
            <a:r>
              <a:rPr lang="en-US" b="1" i="0" dirty="0">
                <a:solidFill>
                  <a:srgbClr val="5A5F79"/>
                </a:solidFill>
                <a:effectLst/>
                <a:latin typeface="SourceSansPro"/>
              </a:rPr>
              <a:t>BSMH &amp; RSFH</a:t>
            </a:r>
          </a:p>
          <a:p>
            <a:pPr algn="l"/>
            <a:r>
              <a:rPr lang="en-US" b="0" i="0" dirty="0">
                <a:solidFill>
                  <a:srgbClr val="5A5F79"/>
                </a:solidFill>
                <a:effectLst/>
                <a:latin typeface="SourceSansPro"/>
              </a:rPr>
              <a:t>In alignment with our 2023-2025 strategic plan, </a:t>
            </a:r>
            <a:r>
              <a:rPr lang="en-US" dirty="0"/>
              <a:t>We are expanding our offerings to now provide our clients with a full suite of managed services. This move represents an evolution from primarily focusing on EHR-agnostic, point solutions to an enhanced portfolio that delivers end-to-end IT support. </a:t>
            </a:r>
            <a:r>
              <a:rPr lang="en-US" b="0" i="0" dirty="0">
                <a:solidFill>
                  <a:srgbClr val="5A5F79"/>
                </a:solidFill>
                <a:effectLst/>
                <a:latin typeface="SourceSansPro"/>
              </a:rPr>
              <a:t>We are beginning this journey by working with a group of foundational clients, Bon Secours Mercy Health (BSMH) and Roper St. Francis Healthcare (RSFH), who both have an innovative, patient-first approach to information technology. </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C64FD5B-635A-2D99-1A99-246541E18CCA}"/>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5228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69802-95D6-9597-660B-53E88D382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E35FC-C934-0473-5F78-4D3BF4396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9EB10-E512-3B75-BE7D-3AC378BD102D}"/>
              </a:ext>
            </a:extLst>
          </p:cNvPr>
          <p:cNvSpPr>
            <a:spLocks noGrp="1"/>
          </p:cNvSpPr>
          <p:nvPr>
            <p:ph type="body" idx="1"/>
          </p:nvPr>
        </p:nvSpPr>
        <p:spPr/>
        <p:txBody>
          <a:bodyPr/>
          <a:lstStyle/>
          <a:p>
            <a:pPr algn="l"/>
            <a:r>
              <a:rPr lang="en-US" b="0" i="0" dirty="0">
                <a:effectLst/>
                <a:latin typeface="SourceSansPro"/>
              </a:rPr>
              <a:t>In 2009 the US Congress passed the HITECH Act (Health Information Technology for Economic &amp; Clinical Health) This moved forward the adoption and meaningful use of Electronic Healthcare Records (EHRs) This was to improve quality, safety and efficiency. Ensure privacy and security. Increase coordination of care. Engage patients in care and improve the health of the population.</a:t>
            </a:r>
          </a:p>
          <a:p>
            <a:pPr algn="l"/>
            <a:endParaRPr lang="en-US" b="0" i="0" dirty="0">
              <a:effectLst/>
              <a:latin typeface="SourceSansPro"/>
            </a:endParaRPr>
          </a:p>
          <a:p>
            <a:pPr algn="l"/>
            <a:r>
              <a:rPr lang="en-US" b="0" i="0" dirty="0">
                <a:effectLst/>
                <a:latin typeface="SourceSansPro"/>
              </a:rPr>
              <a:t>In January of 2010, Nordic was founded by two former Epic employees. </a:t>
            </a:r>
          </a:p>
          <a:p>
            <a:pPr algn="l"/>
            <a:endParaRPr lang="en-US" b="1" i="0" dirty="0">
              <a:effectLst/>
              <a:latin typeface="SourceSansPro"/>
            </a:endParaRPr>
          </a:p>
          <a:p>
            <a:pPr algn="l"/>
            <a:r>
              <a:rPr lang="en-US" b="1" i="0" dirty="0">
                <a:effectLst/>
                <a:latin typeface="SourceSansPro"/>
              </a:rPr>
              <a:t>Healthtech </a:t>
            </a:r>
          </a:p>
          <a:p>
            <a:pPr algn="l"/>
            <a:r>
              <a:rPr lang="en-US" b="0" i="0" dirty="0">
                <a:solidFill>
                  <a:srgbClr val="5A5F79"/>
                </a:solidFill>
                <a:effectLst/>
                <a:latin typeface="SourceSansPro"/>
              </a:rPr>
              <a:t>Healthtech is based in Canada, specializing in health and technology consulting and operating within a universal healthcare environment. The team's experience and certifications with a vast variety of systems have enabled it to deliver clinical, operational, and financial improvements to healthcare clients for over 35 years.  </a:t>
            </a:r>
          </a:p>
          <a:p>
            <a:endParaRPr lang="en-US" dirty="0"/>
          </a:p>
          <a:p>
            <a:pPr algn="l"/>
            <a:r>
              <a:rPr lang="en-US" b="1" i="0" dirty="0">
                <a:effectLst/>
                <a:latin typeface="SourceSansPro"/>
              </a:rPr>
              <a:t>Bails/ERP Services</a:t>
            </a:r>
          </a:p>
          <a:p>
            <a:pPr algn="l"/>
            <a:r>
              <a:rPr lang="en-US" b="0" i="0" dirty="0">
                <a:solidFill>
                  <a:srgbClr val="5A5F79"/>
                </a:solidFill>
                <a:effectLst/>
                <a:latin typeface="SourceSansPro"/>
              </a:rPr>
              <a:t>ERP Services (formerly known as Bails) delivers the "and technology" consulting component to clients worldwide. With expertise in healthcare and beyond, Bails helps companies in many industries implement, manage, and maintain back-office processes and software. Using proven Infor Deployment Methodology, Bails has enhanced clients' business operations for 25 years. </a:t>
            </a:r>
          </a:p>
          <a:p>
            <a:pPr algn="l"/>
            <a:endParaRPr lang="en-US" b="1" i="0" dirty="0">
              <a:effectLst/>
              <a:latin typeface="SourceSansPro"/>
            </a:endParaRPr>
          </a:p>
          <a:p>
            <a:pPr algn="l"/>
            <a:r>
              <a:rPr lang="en-US" b="1" i="0" dirty="0">
                <a:effectLst/>
                <a:latin typeface="SourceSansPro"/>
              </a:rPr>
              <a:t>S&amp;P</a:t>
            </a:r>
          </a:p>
          <a:p>
            <a:pPr algn="l"/>
            <a:r>
              <a:rPr lang="en-US" b="0" i="0" dirty="0">
                <a:solidFill>
                  <a:srgbClr val="5A5F79"/>
                </a:solidFill>
                <a:effectLst/>
                <a:latin typeface="SourceSansPro"/>
              </a:rPr>
              <a:t>S&amp;P's expertise includes clinical, revenue cycle, integration, strategic planning, reporting, and project/program management.  In addition, we have an extensive Laboratory IS team fluent in Cerner, </a:t>
            </a:r>
            <a:r>
              <a:rPr lang="en-US" b="0" i="0" dirty="0" err="1">
                <a:solidFill>
                  <a:srgbClr val="5A5F79"/>
                </a:solidFill>
                <a:effectLst/>
                <a:latin typeface="SourceSansPro"/>
              </a:rPr>
              <a:t>Clinisys</a:t>
            </a:r>
            <a:r>
              <a:rPr lang="en-US" b="0" i="0" dirty="0">
                <a:solidFill>
                  <a:srgbClr val="5A5F79"/>
                </a:solidFill>
                <a:effectLst/>
                <a:latin typeface="SourceSansPro"/>
              </a:rPr>
              <a:t> (</a:t>
            </a:r>
            <a:r>
              <a:rPr lang="en-US" b="0" i="0" dirty="0" err="1">
                <a:solidFill>
                  <a:srgbClr val="5A5F79"/>
                </a:solidFill>
                <a:effectLst/>
                <a:latin typeface="SourceSansPro"/>
              </a:rPr>
              <a:t>fka</a:t>
            </a:r>
            <a:r>
              <a:rPr lang="en-US" b="0" i="0" dirty="0">
                <a:solidFill>
                  <a:srgbClr val="5A5F79"/>
                </a:solidFill>
                <a:effectLst/>
                <a:latin typeface="SourceSansPro"/>
              </a:rPr>
              <a:t> Sunquest), SCC Soft, and most mainstream LIS systems. </a:t>
            </a:r>
          </a:p>
          <a:p>
            <a:pPr algn="l"/>
            <a:r>
              <a:rPr lang="en-US" b="1" i="0" dirty="0">
                <a:effectLst/>
                <a:latin typeface="SourceSansPro"/>
              </a:rPr>
              <a:t> </a:t>
            </a:r>
          </a:p>
          <a:p>
            <a:pPr marL="0" marR="0">
              <a:spcBef>
                <a:spcPts val="0"/>
              </a:spcBef>
              <a:spcAft>
                <a:spcPts val="0"/>
              </a:spcAft>
            </a:pPr>
            <a:r>
              <a:rPr lang="en-US" sz="1600" b="1" i="1" dirty="0">
                <a:effectLst/>
                <a:latin typeface="Arial" panose="020B0604020202020204" pitchFamily="34" charset="0"/>
                <a:ea typeface="Calibri" panose="020F0502020204030204" pitchFamily="34" charset="0"/>
              </a:rPr>
              <a:t>Accrete Health Partners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Accrete Health Partners acquired Nordic Consulting in June 2022. The partnership will anchor </a:t>
            </a:r>
            <a:r>
              <a:rPr lang="en-US" sz="1600" i="1" dirty="0" err="1">
                <a:effectLst/>
                <a:latin typeface="Arial" panose="020B0604020202020204" pitchFamily="34" charset="0"/>
                <a:ea typeface="Calibri" panose="020F0502020204030204" pitchFamily="34" charset="0"/>
              </a:rPr>
              <a:t>Accrete’s</a:t>
            </a:r>
            <a:r>
              <a:rPr lang="en-US" sz="1600" i="1" dirty="0">
                <a:effectLst/>
                <a:latin typeface="Arial" panose="020B0604020202020204" pitchFamily="34" charset="0"/>
                <a:ea typeface="Calibri" panose="020F0502020204030204" pitchFamily="34" charset="0"/>
              </a:rPr>
              <a:t> growing portfolio, expand Nordic’s health care technology services, and accelerate end-to-end efficiencies for patients, providers, and health systems, primarily in the Managed Services space. Together, we will improve I&amp;T operational performance, capabilities and capacity for our clients.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endParaRPr lang="en-US" sz="1600" i="1" dirty="0">
              <a:effectLst/>
              <a:latin typeface="Arial" panose="020B060402020202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One of the 2023 Outcomes from Nordic’s Strategic Plan is ‘Improve client digital service delivery.’ The BSMH and RSFH Agreements, highlighted below, help us achieve the goal of ‘Creating a set of offerings from IT assessments through full Managed Services that help our clients right-size their spend and deliver top-of-class digital services and operations to their organizations.’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 </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b="1" i="1" dirty="0">
                <a:effectLst/>
                <a:latin typeface="Arial" panose="020B0604020202020204" pitchFamily="34" charset="0"/>
                <a:ea typeface="Calibri" panose="020F0502020204030204" pitchFamily="34" charset="0"/>
              </a:rPr>
              <a:t>Bon Secours Mercy Health (BSMH) and Roper St. Francis Health (RSFH) </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Nordic expanded its offerings to include a full suite of Managed Services by adding Bon Secours Mercy Health (BSMH), one of the nation’s 20 largest healthcare systems, and Roper St. Francis Healthcare (RSFH), a 657-bed system with 117+ facilities, as clients in July 2023. BSMH and RSFH Information and Technology teams will join Nordic to build an end-to-end managed services organization, focused on serving the healthcare industry. This addition advances Nordic with the innovative, patient-centric capabilities BSMH and RSFH have developed to support world-class patient care for future engagements. </a:t>
            </a:r>
            <a:endParaRPr lang="en-US" sz="1600" dirty="0">
              <a:effectLst/>
              <a:latin typeface="Calibri" panose="020F0502020204030204" pitchFamily="34" charset="0"/>
              <a:ea typeface="Calibri" panose="020F0502020204030204" pitchFamily="34" charset="0"/>
            </a:endParaRPr>
          </a:p>
          <a:p>
            <a:pPr algn="l"/>
            <a:endParaRPr lang="en-US" b="1" i="0" dirty="0">
              <a:effectLst/>
              <a:latin typeface="SourceSansPro"/>
            </a:endParaRPr>
          </a:p>
          <a:p>
            <a:pPr algn="l"/>
            <a:r>
              <a:rPr lang="en-US" b="1" i="0" dirty="0" err="1">
                <a:effectLst/>
                <a:latin typeface="SourceSansPro"/>
              </a:rPr>
              <a:t>Hygeian</a:t>
            </a:r>
            <a:endParaRPr lang="en-US" b="1" i="0" dirty="0">
              <a:effectLst/>
              <a:latin typeface="SourceSansPro"/>
            </a:endParaRPr>
          </a:p>
          <a:p>
            <a:pPr algn="l"/>
            <a:r>
              <a:rPr lang="en-US" b="0" i="0" dirty="0" err="1">
                <a:solidFill>
                  <a:srgbClr val="5A5F79"/>
                </a:solidFill>
                <a:effectLst/>
                <a:latin typeface="SourceSansPro"/>
              </a:rPr>
              <a:t>Hygeian</a:t>
            </a:r>
            <a:r>
              <a:rPr lang="en-US" b="0" i="0" dirty="0">
                <a:solidFill>
                  <a:srgbClr val="5A5F79"/>
                </a:solidFill>
                <a:effectLst/>
                <a:latin typeface="SourceSansPro"/>
              </a:rPr>
              <a:t> is healthcare consulting company based in the United Kingdom. </a:t>
            </a:r>
            <a:r>
              <a:rPr lang="en-US" b="0" i="0" dirty="0" err="1">
                <a:solidFill>
                  <a:srgbClr val="5A5F79"/>
                </a:solidFill>
                <a:effectLst/>
                <a:latin typeface="SourceSansPro"/>
              </a:rPr>
              <a:t>Hygeian</a:t>
            </a:r>
            <a:r>
              <a:rPr lang="en-US" b="0" i="0" dirty="0">
                <a:solidFill>
                  <a:srgbClr val="5A5F79"/>
                </a:solidFill>
                <a:effectLst/>
                <a:latin typeface="SourceSansPro"/>
              </a:rPr>
              <a:t> has a strong network of 300 highly experienced and skilled management consultants - with a wide range of expertise from clinical, financial, and technical backgrounds - supporting both public and private sector clients across the UK and the Middle East </a:t>
            </a:r>
          </a:p>
          <a:p>
            <a:endParaRPr lang="en-US" dirty="0"/>
          </a:p>
          <a:p>
            <a:pPr algn="l"/>
            <a:r>
              <a:rPr lang="en-US" b="1" i="0" dirty="0">
                <a:effectLst/>
                <a:latin typeface="SourceSansPro"/>
              </a:rPr>
              <a:t>Nordic Europe</a:t>
            </a:r>
          </a:p>
          <a:p>
            <a:pPr algn="l"/>
            <a:r>
              <a:rPr lang="en-US" b="0" i="0" dirty="0">
                <a:solidFill>
                  <a:srgbClr val="5A5F79"/>
                </a:solidFill>
                <a:effectLst/>
                <a:latin typeface="SourceSansPro"/>
              </a:rPr>
              <a:t>Focusing outside of North America, Nordic Europe helps clients navigate their systems and workflow challenges to meet strategic health and technology needs. Nordic Europe supports clients by navigating the specific requirements of each region, country, and health system with creativity, flexibility, and determination. Locations in Ireland and The Netherlands</a:t>
            </a:r>
          </a:p>
          <a:p>
            <a:pPr algn="l"/>
            <a:endParaRPr lang="en-US" b="0" i="0" dirty="0">
              <a:solidFill>
                <a:srgbClr val="5A5F79"/>
              </a:solidFill>
              <a:effectLst/>
              <a:latin typeface="SourceSansPro"/>
            </a:endParaRPr>
          </a:p>
          <a:p>
            <a:pPr algn="l"/>
            <a:r>
              <a:rPr lang="en-US" b="1" i="0" dirty="0">
                <a:solidFill>
                  <a:srgbClr val="5A5F79"/>
                </a:solidFill>
                <a:effectLst/>
                <a:latin typeface="SourceSansPro"/>
              </a:rPr>
              <a:t>Nordic Middle East</a:t>
            </a:r>
          </a:p>
          <a:p>
            <a:pPr algn="l"/>
            <a:r>
              <a:rPr lang="en-US" b="0" i="0" dirty="0">
                <a:solidFill>
                  <a:srgbClr val="5A5F79"/>
                </a:solidFill>
                <a:effectLst/>
                <a:latin typeface="SourceSansPro"/>
              </a:rPr>
              <a:t>We deliver targeted expertise with a focus on value versus cost alone. From hospitals serving local communities to healthcare organizations with nationwide coverage, we believe collaboration across clinical teams and digital initiatives will lead to a healthier population and streamlined processes that benefit providers and patients alike.  Located in Dubai</a:t>
            </a:r>
          </a:p>
          <a:p>
            <a:pPr algn="l"/>
            <a:r>
              <a:rPr lang="en-US" b="0" i="0" dirty="0">
                <a:solidFill>
                  <a:srgbClr val="5A5F79"/>
                </a:solidFill>
                <a:effectLst/>
                <a:latin typeface="SourceSansPro"/>
              </a:rPr>
              <a:t>Strategic Advisory </a:t>
            </a:r>
          </a:p>
          <a:p>
            <a:pPr algn="l">
              <a:buFont typeface="Arial" panose="020B0604020202020204" pitchFamily="34" charset="0"/>
              <a:buChar char="•"/>
            </a:pPr>
            <a:r>
              <a:rPr lang="en-US" b="0" i="0" dirty="0">
                <a:solidFill>
                  <a:srgbClr val="5A5F79"/>
                </a:solidFill>
                <a:effectLst/>
                <a:latin typeface="SourceSansPro"/>
              </a:rPr>
              <a:t> Clinical and Operational Performance Optimization </a:t>
            </a:r>
          </a:p>
          <a:p>
            <a:pPr algn="l">
              <a:buFont typeface="Arial" panose="020B0604020202020204" pitchFamily="34" charset="0"/>
              <a:buChar char="•"/>
            </a:pPr>
            <a:r>
              <a:rPr lang="en-US" b="0" i="0" dirty="0">
                <a:solidFill>
                  <a:srgbClr val="5A5F79"/>
                </a:solidFill>
                <a:effectLst/>
                <a:latin typeface="SourceSansPro"/>
              </a:rPr>
              <a:t>EHR Implementation and Benefits Realization</a:t>
            </a:r>
          </a:p>
          <a:p>
            <a:pPr algn="l"/>
            <a:endParaRPr lang="en-US" b="1" i="0" dirty="0">
              <a:solidFill>
                <a:srgbClr val="5A5F79"/>
              </a:solidFill>
              <a:effectLst/>
              <a:latin typeface="SourceSansPro"/>
            </a:endParaRPr>
          </a:p>
          <a:p>
            <a:pPr algn="l"/>
            <a:r>
              <a:rPr lang="en-US" b="1" i="0" dirty="0">
                <a:solidFill>
                  <a:srgbClr val="5A5F79"/>
                </a:solidFill>
                <a:effectLst/>
                <a:latin typeface="SourceSansPro"/>
              </a:rPr>
              <a:t>BSMH &amp; RSFH</a:t>
            </a:r>
          </a:p>
          <a:p>
            <a:pPr algn="l"/>
            <a:r>
              <a:rPr lang="en-US" b="0" i="0" dirty="0">
                <a:solidFill>
                  <a:srgbClr val="5A5F79"/>
                </a:solidFill>
                <a:effectLst/>
                <a:latin typeface="SourceSansPro"/>
              </a:rPr>
              <a:t>In alignment with our 2023-2025 strategic plan, </a:t>
            </a:r>
            <a:r>
              <a:rPr lang="en-US" dirty="0"/>
              <a:t>We are expanding our offerings to now provide our clients with a full suite of managed services. This move represents an evolution from primarily focusing on EHR-agnostic, point solutions to an enhanced portfolio that delivers end-to-end IT support. </a:t>
            </a:r>
            <a:r>
              <a:rPr lang="en-US" b="0" i="0" dirty="0">
                <a:solidFill>
                  <a:srgbClr val="5A5F79"/>
                </a:solidFill>
                <a:effectLst/>
                <a:latin typeface="SourceSansPro"/>
              </a:rPr>
              <a:t>We are beginning this journey by working with a group of foundational clients, Bon Secours Mercy Health (BSMH) and Roper St. Francis Healthcare (RSFH), who both have an innovative, patient-first approach to information technology. </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FA7C466-6C55-CB99-8F1D-0B19FF8896F7}"/>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0775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Let’s dig a little further into what Nordic does and has to offer to clients.</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endParaRPr lang="en-US" sz="1800" i="1" kern="100">
              <a:solidFill>
                <a:srgbClr val="598E18"/>
              </a:solidFill>
              <a:effectLst/>
              <a:highlight>
                <a:srgbClr val="FFFF00"/>
              </a:highligh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i="1" kern="100">
                <a:solidFill>
                  <a:srgbClr val="598E18"/>
                </a:solidFill>
                <a:effectLst/>
                <a:highlight>
                  <a:srgbClr val="FFFF00"/>
                </a:highlight>
                <a:latin typeface="Arial" panose="020B0604020202020204" pitchFamily="34" charset="0"/>
                <a:ea typeface="Calibri" panose="020F0502020204030204" pitchFamily="34" charset="0"/>
                <a:cs typeface="Arial" panose="020B0604020202020204" pitchFamily="34" charset="0"/>
              </a:rPr>
              <a:t>PRODUCER</a:t>
            </a: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 will begin sharing the </a:t>
            </a:r>
            <a:r>
              <a:rPr lang="en-US" sz="1800" i="1" kern="100" err="1">
                <a:solidFill>
                  <a:srgbClr val="598E18"/>
                </a:solidFill>
                <a:effectLst/>
                <a:latin typeface="Arial" panose="020B0604020202020204" pitchFamily="34" charset="0"/>
                <a:ea typeface="Calibri" panose="020F0502020204030204" pitchFamily="34" charset="0"/>
                <a:cs typeface="Arial" panose="020B0604020202020204" pitchFamily="34" charset="0"/>
              </a:rPr>
              <a:t>Menti</a:t>
            </a: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 Present screen.</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endParaRPr lang="en-US" sz="1800" kern="1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Niki is going to start sharing a </a:t>
            </a:r>
            <a:r>
              <a:rPr lang="en-US" sz="1800" kern="100" err="1">
                <a:effectLst/>
                <a:latin typeface="Arial" panose="020B0604020202020204" pitchFamily="34" charset="0"/>
                <a:ea typeface="Calibri" panose="020F0502020204030204" pitchFamily="34" charset="0"/>
                <a:cs typeface="Arial" panose="020B0604020202020204" pitchFamily="34" charset="0"/>
              </a:rPr>
              <a:t>Menti</a:t>
            </a:r>
            <a:r>
              <a:rPr lang="en-US" sz="1800" kern="100">
                <a:effectLst/>
                <a:latin typeface="Arial" panose="020B0604020202020204" pitchFamily="34" charset="0"/>
                <a:ea typeface="Calibri" panose="020F0502020204030204" pitchFamily="34" charset="0"/>
                <a:cs typeface="Arial" panose="020B0604020202020204" pitchFamily="34" charset="0"/>
              </a:rPr>
              <a:t>.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0000"/>
              </a:lnSpc>
              <a:spcBef>
                <a:spcPts val="600"/>
              </a:spcBef>
              <a:spcAft>
                <a:spcPts val="600"/>
              </a:spcAft>
              <a:tabLst>
                <a:tab pos="2992755" algn="l"/>
              </a:tabLst>
            </a:pPr>
            <a:endParaRPr lang="en-US"/>
          </a:p>
          <a:p>
            <a:pPr marL="0" marR="0">
              <a:lnSpc>
                <a:spcPct val="107000"/>
              </a:lnSpc>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ASK:</a:t>
            </a:r>
            <a:r>
              <a:rPr lang="en-US" sz="1800" kern="100">
                <a:solidFill>
                  <a:srgbClr val="598E18"/>
                </a:solidFill>
                <a:effectLst/>
                <a:latin typeface="Arial" panose="020B0604020202020204" pitchFamily="34" charset="0"/>
                <a:ea typeface="Calibri" panose="020F0502020204030204" pitchFamily="34" charset="0"/>
                <a:cs typeface="Arial" panose="020B0604020202020204" pitchFamily="34" charset="0"/>
              </a:rPr>
              <a:t> </a:t>
            </a:r>
            <a:r>
              <a:rPr lang="en-US" sz="1800" kern="100">
                <a:effectLst/>
                <a:latin typeface="Arial" panose="020B0604020202020204" pitchFamily="34" charset="0"/>
                <a:ea typeface="Calibri" panose="020F0502020204030204" pitchFamily="34" charset="0"/>
                <a:cs typeface="Arial" panose="020B0604020202020204" pitchFamily="34" charset="0"/>
              </a:rPr>
              <a:t>Can everyone see the </a:t>
            </a:r>
            <a:r>
              <a:rPr lang="en-US" sz="1800" kern="100" err="1">
                <a:effectLst/>
                <a:latin typeface="Arial" panose="020B0604020202020204" pitchFamily="34" charset="0"/>
                <a:ea typeface="Calibri" panose="020F0502020204030204" pitchFamily="34" charset="0"/>
                <a:cs typeface="Arial" panose="020B0604020202020204" pitchFamily="34" charset="0"/>
              </a:rPr>
              <a:t>Menti</a:t>
            </a:r>
            <a:r>
              <a:rPr lang="en-US" sz="1800" kern="100">
                <a:effectLst/>
                <a:latin typeface="Arial" panose="020B0604020202020204" pitchFamily="34" charset="0"/>
                <a:ea typeface="Calibri" panose="020F0502020204030204" pitchFamily="34" charset="0"/>
                <a:cs typeface="Arial" panose="020B0604020202020204" pitchFamily="34" charset="0"/>
              </a:rPr>
              <a:t>, as well as what looks like a cell phone on the right side of your screen?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If you are not able to see the </a:t>
            </a:r>
            <a:r>
              <a:rPr lang="en-US" sz="1800" kern="100" err="1">
                <a:effectLst/>
                <a:latin typeface="Arial" panose="020B0604020202020204" pitchFamily="34" charset="0"/>
                <a:ea typeface="Calibri" panose="020F0502020204030204" pitchFamily="34" charset="0"/>
                <a:cs typeface="Arial" panose="020B0604020202020204" pitchFamily="34" charset="0"/>
              </a:rPr>
              <a:t>Menti</a:t>
            </a:r>
            <a:r>
              <a:rPr lang="en-US" sz="1800" kern="100">
                <a:effectLst/>
                <a:latin typeface="Arial" panose="020B0604020202020204" pitchFamily="34" charset="0"/>
                <a:ea typeface="Calibri" panose="020F0502020204030204" pitchFamily="34" charset="0"/>
                <a:cs typeface="Arial" panose="020B0604020202020204" pitchFamily="34" charset="0"/>
              </a:rPr>
              <a:t>, please open a browser and go to menti.com and enter the code that Niki has put in the Chat.</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Arial" panose="020B0604020202020204" pitchFamily="34" charset="0"/>
              </a:rPr>
              <a:t>PAUSE and confirm that everyone is in the </a:t>
            </a:r>
            <a:r>
              <a:rPr lang="en-US" sz="1800" i="1" kern="100" err="1">
                <a:solidFill>
                  <a:srgbClr val="598E18"/>
                </a:solidFill>
                <a:effectLst/>
                <a:latin typeface="Arial" panose="020B0604020202020204" pitchFamily="34" charset="0"/>
                <a:ea typeface="Calibri" panose="020F0502020204030204" pitchFamily="34" charset="0"/>
                <a:cs typeface="Arial" panose="020B0604020202020204" pitchFamily="34" charset="0"/>
              </a:rPr>
              <a:t>Menti</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It's important for each of us to understand the products and tools that Nordic implements and services for our clients.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What are those products' names? What "kind of thing" is each of them?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To help you learn the answers to those questions, we’re going to look at six types of products that Nordic implements and services for clients.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Each screen is going to show 11 logos. Your job is to pick one that would fall into the category described.</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Please note that there may be more than one correct answer, but you are given one choice, so just pick your favorite. </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Let’s get started.</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Aft>
                <a:spcPts val="600"/>
              </a:spcAft>
              <a:tabLst>
                <a:tab pos="2992755" algn="l"/>
              </a:tabLst>
            </a:pPr>
            <a:r>
              <a:rPr lang="en-US" sz="1800" kern="100">
                <a:effectLst/>
                <a:latin typeface="Arial" panose="020B0604020202020204" pitchFamily="34" charset="0"/>
                <a:ea typeface="Calibri" panose="020F0502020204030204" pitchFamily="34" charset="0"/>
                <a:cs typeface="Arial" panose="020B0604020202020204" pitchFamily="34" charset="0"/>
              </a:rPr>
              <a:t>&lt; CLICK &gt;</a:t>
            </a: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0000"/>
              </a:lnSpc>
              <a:spcBef>
                <a:spcPts val="600"/>
              </a:spcBef>
              <a:spcAft>
                <a:spcPts val="600"/>
              </a:spcAft>
              <a:tabLst>
                <a:tab pos="2992755" algn="l"/>
              </a:tabLst>
            </a:pPr>
            <a:endParaRPr lang="en-US"/>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2783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4AB9F-E295-1F6B-520D-1A89FED74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D9F3B-241B-6F32-BDF0-5554FA9E8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2585D-1214-74F4-9566-2D2BE2FA87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D947B1-96D0-BAA0-903D-3FC7B5C0A979}"/>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28767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600"/>
              </a:spcAft>
              <a:tabLst>
                <a:tab pos="2992755" algn="l"/>
              </a:tabLst>
            </a:pPr>
            <a:r>
              <a:rPr lang="en-US" sz="1800" kern="100" dirty="0">
                <a:effectLst/>
                <a:latin typeface="Arial"/>
                <a:ea typeface="Calibri"/>
                <a:cs typeface="Arial"/>
              </a:rPr>
              <a:t>Thank you for your time and engagement.</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600"/>
              </a:spcAft>
              <a:tabLst>
                <a:tab pos="2992755" algn="l"/>
              </a:tabLst>
            </a:pPr>
            <a:r>
              <a:rPr lang="en-US" sz="1800" kern="100" dirty="0">
                <a:effectLst/>
                <a:latin typeface="Arial"/>
                <a:ea typeface="Calibri"/>
                <a:cs typeface="Arial"/>
              </a:rPr>
              <a:t>I’d like to ask for you to take 30 seconds to complete a quick course evaluation before leaving. </a:t>
            </a:r>
          </a:p>
          <a:p>
            <a:pPr marL="0" marR="0">
              <a:lnSpc>
                <a:spcPct val="107000"/>
              </a:lnSpc>
              <a:spcBef>
                <a:spcPts val="0"/>
              </a:spcBef>
              <a:spcAft>
                <a:spcPts val="600"/>
              </a:spcAft>
              <a:tabLst>
                <a:tab pos="2992755" algn="l"/>
              </a:tabLst>
            </a:pPr>
            <a:endParaRPr lang="en-US" sz="1800" kern="10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600"/>
              </a:spcAft>
              <a:tabLst>
                <a:tab pos="2992755" algn="l"/>
              </a:tabLst>
            </a:pPr>
            <a:r>
              <a:rPr lang="en-US" sz="1800" kern="100" dirty="0">
                <a:effectLst/>
                <a:latin typeface="Arial"/>
                <a:ea typeface="Calibri"/>
                <a:cs typeface="Arial"/>
              </a:rPr>
              <a:t>Click anywhere on the screen to access the form. </a:t>
            </a:r>
          </a:p>
          <a:p>
            <a:pPr marL="0" marR="0">
              <a:lnSpc>
                <a:spcPct val="107000"/>
              </a:lnSpc>
              <a:spcBef>
                <a:spcPts val="0"/>
              </a:spcBef>
              <a:spcAft>
                <a:spcPts val="600"/>
              </a:spcAft>
              <a:tabLst>
                <a:tab pos="2992755" algn="l"/>
              </a:tabLst>
            </a:pPr>
            <a:endParaRPr lang="en-US" sz="1800" kern="10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600"/>
              </a:spcAft>
              <a:tabLst>
                <a:tab pos="2992755" algn="l"/>
              </a:tabLst>
            </a:pPr>
            <a:r>
              <a:rPr lang="en-US" sz="1800" kern="100">
                <a:effectLst/>
                <a:latin typeface="Arial"/>
                <a:ea typeface="Calibri"/>
                <a:cs typeface="Arial"/>
              </a:rPr>
              <a:t>Link to paste in Chat, if needed:</a:t>
            </a:r>
            <a:r>
              <a:rPr lang="en-US" sz="1800" kern="100" dirty="0">
                <a:latin typeface="Arial"/>
                <a:cs typeface="Arial"/>
              </a:rPr>
              <a:t> </a:t>
            </a:r>
            <a:r>
              <a:rPr lang="en-US" kern="100" dirty="0">
                <a:effectLst/>
                <a:hlinkClick r:id="rId3"/>
              </a:rPr>
              <a:t>https://forms.office.com/r/</a:t>
            </a:r>
            <a:r>
              <a:rPr lang="en-US" kern="100" dirty="0">
                <a:hlinkClick r:id="rId3"/>
              </a:rPr>
              <a:t>UUM27yvCGq</a:t>
            </a:r>
            <a:r>
              <a:rPr lang="en-US" kern="100" dirty="0"/>
              <a:t> </a:t>
            </a:r>
            <a:endParaRPr lang="en-US"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87081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Global Leadership | Nordic Consulting Partners, Inc. (nordicglobal.com)</a:t>
            </a:r>
            <a:endParaRPr lang="en-US"/>
          </a:p>
        </p:txBody>
      </p:sp>
      <p:sp>
        <p:nvSpPr>
          <p:cNvPr id="4" name="Slide Number Placeholder 3"/>
          <p:cNvSpPr>
            <a:spLocks noGrp="1"/>
          </p:cNvSpPr>
          <p:nvPr>
            <p:ph type="sldNum" sz="quarter" idx="5"/>
          </p:nvPr>
        </p:nvSpPr>
        <p:spPr/>
        <p:txBody>
          <a:bodyPr/>
          <a:lstStyle/>
          <a:p>
            <a:fld id="{94024991-1934-AE40-9593-FB023422FBEC}" type="slidenum">
              <a:rPr lang="en-US" smtClean="0"/>
              <a:t>23</a:t>
            </a:fld>
            <a:endParaRPr lang="en-US"/>
          </a:p>
        </p:txBody>
      </p:sp>
    </p:spTree>
    <p:extLst>
      <p:ext uri="{BB962C8B-B14F-4D97-AF65-F5344CB8AC3E}">
        <p14:creationId xmlns:p14="http://schemas.microsoft.com/office/powerpoint/2010/main" val="16031821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53E4-18E6-4D15-4E02-1745DBC9F5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28691-82E5-8AC8-91D1-29CB464B9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22AFF-E90C-6966-5109-402C32ECA563}"/>
              </a:ext>
            </a:extLst>
          </p:cNvPr>
          <p:cNvSpPr>
            <a:spLocks noGrp="1"/>
          </p:cNvSpPr>
          <p:nvPr>
            <p:ph type="body" idx="1"/>
          </p:nvPr>
        </p:nvSpPr>
        <p:spPr/>
        <p:txBody>
          <a:bodyPr/>
          <a:lstStyle/>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Nordic collaborates with healthcare organizations to plan and deliver technology solutions that make systems, organizations, and people healthier. Because when technology works to make people healthier, everyone wins.</a:t>
            </a: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Nordic provides a broad range of consulting services, including strategic advisory, digital and cloud initiatives, implementation support, and managed services. Our clients trust us to help them identify and focus on the most important priorities. We consistently deliver business-changing impacts that make health systems and the people they serve healthier.</a:t>
            </a:r>
          </a:p>
          <a:p>
            <a:pPr marL="0" marR="0">
              <a:lnSpc>
                <a:spcPct val="115000"/>
              </a:lnSpc>
              <a:spcBef>
                <a:spcPts val="0"/>
              </a:spcBef>
              <a:spcAft>
                <a:spcPts val="900"/>
              </a:spcAft>
            </a:pPr>
            <a:endPar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endParaRP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BSMH/RSFH has a similar mission and does similar work. The extensive technology knowledge you bring in MULTIPLE disciplines is something that makes us excited for our Managed Services business area. You will help us mature and our business thrive.  </a:t>
            </a: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Nordic combines deep clinical experience with extensive technical knowledge to provide our clients with strategic counsel and thoughtful guidance. </a:t>
            </a: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Our goal is to empower healthcare systems to leverage the digital transformation seen in other industries. We help our clients envision and connect healthier systems, that lead to healthier organizations and healthier people.</a:t>
            </a:r>
          </a:p>
          <a:p>
            <a:endParaRPr lang="en-US" dirty="0"/>
          </a:p>
        </p:txBody>
      </p:sp>
      <p:sp>
        <p:nvSpPr>
          <p:cNvPr id="4" name="Slide Number Placeholder 3">
            <a:extLst>
              <a:ext uri="{FF2B5EF4-FFF2-40B4-BE49-F238E27FC236}">
                <a16:creationId xmlns:a16="http://schemas.microsoft.com/office/drawing/2014/main" id="{139566EC-01E6-8E57-934F-5FD6732075CD}"/>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94024991-1934-AE40-9593-FB023422FBE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44603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30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Nordic has a high set of criteria that builds a level of trust with our Clients, Partners, and their Patients. </a:t>
            </a:r>
          </a:p>
          <a:p>
            <a:pPr marL="0" marR="0">
              <a:lnSpc>
                <a:spcPct val="115000"/>
              </a:lnSpc>
              <a:spcBef>
                <a:spcPts val="30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 </a:t>
            </a:r>
            <a:r>
              <a:rPr lang="en-US" sz="1800" b="1"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Complete Mandatory Compliance Training. </a:t>
            </a: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We require every employee to complete HIPPA and Computer Security training, annually. </a:t>
            </a:r>
          </a:p>
          <a:p>
            <a:pPr marL="0" marR="0" lvl="0" indent="0">
              <a:lnSpc>
                <a:spcPct val="115000"/>
              </a:lnSpc>
              <a:spcBef>
                <a:spcPts val="300"/>
              </a:spcBef>
              <a:spcAft>
                <a:spcPts val="900"/>
              </a:spcAft>
              <a:buFont typeface="Calibri" panose="020F0502020204030204" pitchFamily="34" charset="0"/>
              <a:buNone/>
              <a:tabLst>
                <a:tab pos="457200" algn="l"/>
              </a:tabLst>
            </a:pPr>
            <a:r>
              <a:rPr lang="en-US" sz="1800" b="1"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 Be physically safe.</a:t>
            </a: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 When visiting Clients onsite or at their facility (Hospital, Remote Practices), think about your physical safety and client data protection. </a:t>
            </a:r>
          </a:p>
          <a:p>
            <a:pPr marL="0" marR="0" lvl="0" indent="0">
              <a:lnSpc>
                <a:spcPct val="115000"/>
              </a:lnSpc>
              <a:spcBef>
                <a:spcPts val="300"/>
              </a:spcBef>
              <a:spcAft>
                <a:spcPts val="900"/>
              </a:spcAft>
              <a:buFont typeface="Calibri" panose="020F0502020204030204" pitchFamily="34" charset="0"/>
              <a:buNone/>
              <a:tabLst>
                <a:tab pos="457200" algn="l"/>
              </a:tabLst>
            </a:pPr>
            <a:r>
              <a:rPr lang="en-US" sz="1800" b="1"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 Lock your computer.</a:t>
            </a: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 Remote working safeguards like locking your computer when you step away for client work. </a:t>
            </a:r>
          </a:p>
          <a:p>
            <a:pPr marL="0" marR="0" lvl="0" indent="0">
              <a:lnSpc>
                <a:spcPct val="115000"/>
              </a:lnSpc>
              <a:spcBef>
                <a:spcPts val="300"/>
              </a:spcBef>
              <a:spcAft>
                <a:spcPts val="900"/>
              </a:spcAft>
              <a:buFont typeface="Calibri" panose="020F0502020204030204" pitchFamily="34" charset="0"/>
              <a:buNone/>
              <a:tabLst>
                <a:tab pos="457200" algn="l"/>
              </a:tabLst>
            </a:pPr>
            <a:r>
              <a:rPr lang="en-US" sz="1800" b="1"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 Protect PHI. </a:t>
            </a: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“Covered Information,” including patient information. </a:t>
            </a:r>
          </a:p>
          <a:p>
            <a:pPr marL="17145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94024991-1934-AE40-9593-FB023422FBEC}" type="slidenum">
              <a:rPr lang="en-US" smtClean="0"/>
              <a:t>25</a:t>
            </a:fld>
            <a:endParaRPr lang="en-US"/>
          </a:p>
        </p:txBody>
      </p:sp>
    </p:spTree>
    <p:extLst>
      <p:ext uri="{BB962C8B-B14F-4D97-AF65-F5344CB8AC3E}">
        <p14:creationId xmlns:p14="http://schemas.microsoft.com/office/powerpoint/2010/main" val="6265905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61F49-9275-9197-FA7B-202464AF8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F81EB-E515-D051-03D0-E832DC2D2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38766D-10DD-8927-A5AE-498EF58E8F89}"/>
              </a:ext>
            </a:extLst>
          </p:cNvPr>
          <p:cNvSpPr>
            <a:spLocks noGrp="1"/>
          </p:cNvSpPr>
          <p:nvPr>
            <p:ph type="body" idx="1"/>
          </p:nvPr>
        </p:nvSpPr>
        <p:spPr/>
        <p:txBody>
          <a:bodyPr/>
          <a:lstStyle/>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Before we talk about the why, what, and how, let’s chat a bit about the healthcare market today.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As you can see here, Nordic offers value driven solutions to meet our client’s needs.</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But how do we know what those needs are?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Well, it wasn’t long ago that the healthcare ecosystem was disconnected.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There was a desire and need to move away from manual, paper-based processes, and leverage technology to improve healthcare.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The Quadruple Aim is a framework for improving healthcare systems and achieving value-based care.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It pushes healthcare organizations to improve health outcomes while keeping costs reasonable. It helps improve the experience of those working in healthcare. It emphasizes patient engagement.    </a:t>
            </a: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Our clients are faced with these challenges every day, and we work to align our solutions to our clients’ challenges.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ACBF643D-17C3-C847-DE29-8490E93799C6}"/>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A929539F-F8A6-C545-A61C-0F3E1513B3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26784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AECBC-BA5C-E7FC-5573-E36C7FA30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A656A-5F8A-6F2A-ED7F-45F263F75A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60713-3D9F-F691-3AA5-4A8DC6C58C53}"/>
              </a:ext>
            </a:extLst>
          </p:cNvPr>
          <p:cNvSpPr>
            <a:spLocks noGrp="1"/>
          </p:cNvSpPr>
          <p:nvPr>
            <p:ph type="body" idx="1"/>
          </p:nvPr>
        </p:nvSpPr>
        <p:spPr/>
        <p:txBody>
          <a:bodyPr/>
          <a:lstStyle/>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Before we talk about the why, what, and how, let’s chat a bit about the healthcare market today.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As you can see here, Nordic offers value driven solutions to meet our client’s needs.</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But how do we know what those needs are?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Well, it wasn’t long ago that the healthcare ecosystem was disconnected.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There was a desire and need to move away from manual, paper-based processes, and leverage technology to improve healthcare.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The Quadruple Aim is a framework for improving healthcare systems and achieving value-based care. </a:t>
            </a:r>
          </a:p>
          <a:p>
            <a:pPr marL="0" marR="0">
              <a:lnSpc>
                <a:spcPct val="107000"/>
              </a:lnSpc>
              <a:spcBef>
                <a:spcPts val="0"/>
              </a:spcBef>
              <a:spcAft>
                <a:spcPts val="600"/>
              </a:spcAft>
              <a:tabLst>
                <a:tab pos="2992755" algn="l"/>
              </a:tabLst>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It pushes healthcare organizations to improve health outcomes while keeping costs reasonable. It helps improve the experience of those working in healthcare. It emphasizes patient engagement.    </a:t>
            </a: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Our clients are faced with these challenges every day, and we work to align our solutions to our clients’ challenges.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3B8E7D24-D5E6-8D22-E00E-71BBCDEA6C13}"/>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A929539F-F8A6-C545-A61C-0F3E1513B3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3103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SourceSansPro"/>
              </a:rPr>
              <a:t>In 2009 the US Congress passed the HITECH Act (Health Information Technology for Economic &amp; Clinical Health) This moved forward the adoption and meaningful use of Electronic Healthcare Records (EHRs) This was to improve quality, safety and efficiency. Ensure privacy and security. Increase coordination of care. Engage patients in care and improve the health of the population.</a:t>
            </a:r>
          </a:p>
          <a:p>
            <a:pPr algn="l"/>
            <a:endParaRPr lang="en-US" b="0" i="0" dirty="0">
              <a:effectLst/>
              <a:latin typeface="SourceSansPro"/>
            </a:endParaRPr>
          </a:p>
          <a:p>
            <a:pPr algn="l"/>
            <a:r>
              <a:rPr lang="en-US" b="0" i="0" dirty="0">
                <a:effectLst/>
                <a:latin typeface="SourceSansPro"/>
              </a:rPr>
              <a:t>In January of 2010, Nordic was founded by two former Epic employees. </a:t>
            </a:r>
          </a:p>
          <a:p>
            <a:pPr algn="l"/>
            <a:endParaRPr lang="en-US" b="1" i="0" dirty="0">
              <a:effectLst/>
              <a:latin typeface="SourceSansPro"/>
            </a:endParaRPr>
          </a:p>
          <a:p>
            <a:pPr algn="l"/>
            <a:r>
              <a:rPr lang="en-US" b="1" i="0" dirty="0">
                <a:effectLst/>
                <a:latin typeface="SourceSansPro"/>
              </a:rPr>
              <a:t>Healthtech </a:t>
            </a:r>
          </a:p>
          <a:p>
            <a:pPr algn="l"/>
            <a:r>
              <a:rPr lang="en-US" b="0" i="0" dirty="0">
                <a:solidFill>
                  <a:srgbClr val="5A5F79"/>
                </a:solidFill>
                <a:effectLst/>
                <a:latin typeface="SourceSansPro"/>
              </a:rPr>
              <a:t>Healthtech is based in Canada, specializing in health and technology consulting and operating within a universal healthcare environment. The team's experience and certifications with a vast variety of systems have enabled it to deliver clinical, operational, and financial improvements to healthcare clients for over 35 years.  </a:t>
            </a:r>
          </a:p>
          <a:p>
            <a:endParaRPr lang="en-US" dirty="0"/>
          </a:p>
          <a:p>
            <a:pPr algn="l"/>
            <a:r>
              <a:rPr lang="en-US" b="1" i="0" dirty="0">
                <a:effectLst/>
                <a:latin typeface="SourceSansPro"/>
              </a:rPr>
              <a:t>Bails/ERP Services</a:t>
            </a:r>
          </a:p>
          <a:p>
            <a:pPr algn="l"/>
            <a:r>
              <a:rPr lang="en-US" b="0" i="0" dirty="0">
                <a:solidFill>
                  <a:srgbClr val="5A5F79"/>
                </a:solidFill>
                <a:effectLst/>
                <a:latin typeface="SourceSansPro"/>
              </a:rPr>
              <a:t>ERP Services (formerly known as Bails) delivers the "and technology" consulting component to clients worldwide. With expertise in healthcare and beyond, Bails helps companies in many industries implement, manage, and maintain back-office processes and software. Using proven Infor Deployment Methodology, Bails has enhanced clients' business operations for 25 years. </a:t>
            </a:r>
          </a:p>
          <a:p>
            <a:pPr algn="l"/>
            <a:endParaRPr lang="en-US" b="1" i="0" dirty="0">
              <a:effectLst/>
              <a:latin typeface="SourceSansPro"/>
            </a:endParaRPr>
          </a:p>
          <a:p>
            <a:pPr algn="l"/>
            <a:r>
              <a:rPr lang="en-US" b="1" i="0" dirty="0">
                <a:effectLst/>
                <a:latin typeface="SourceSansPro"/>
              </a:rPr>
              <a:t>S&amp;P</a:t>
            </a:r>
          </a:p>
          <a:p>
            <a:pPr algn="l"/>
            <a:r>
              <a:rPr lang="en-US" b="0" i="0" dirty="0">
                <a:solidFill>
                  <a:srgbClr val="5A5F79"/>
                </a:solidFill>
                <a:effectLst/>
                <a:latin typeface="SourceSansPro"/>
              </a:rPr>
              <a:t>S&amp;P's expertise includes clinical, revenue cycle, integration, strategic planning, reporting, and project/program management.  In addition, we have an extensive Laboratory IS team fluent in Cerner, </a:t>
            </a:r>
            <a:r>
              <a:rPr lang="en-US" b="0" i="0" dirty="0" err="1">
                <a:solidFill>
                  <a:srgbClr val="5A5F79"/>
                </a:solidFill>
                <a:effectLst/>
                <a:latin typeface="SourceSansPro"/>
              </a:rPr>
              <a:t>Clinisys</a:t>
            </a:r>
            <a:r>
              <a:rPr lang="en-US" b="0" i="0" dirty="0">
                <a:solidFill>
                  <a:srgbClr val="5A5F79"/>
                </a:solidFill>
                <a:effectLst/>
                <a:latin typeface="SourceSansPro"/>
              </a:rPr>
              <a:t> (</a:t>
            </a:r>
            <a:r>
              <a:rPr lang="en-US" b="0" i="0" dirty="0" err="1">
                <a:solidFill>
                  <a:srgbClr val="5A5F79"/>
                </a:solidFill>
                <a:effectLst/>
                <a:latin typeface="SourceSansPro"/>
              </a:rPr>
              <a:t>fka</a:t>
            </a:r>
            <a:r>
              <a:rPr lang="en-US" b="0" i="0" dirty="0">
                <a:solidFill>
                  <a:srgbClr val="5A5F79"/>
                </a:solidFill>
                <a:effectLst/>
                <a:latin typeface="SourceSansPro"/>
              </a:rPr>
              <a:t> Sunquest), SCC Soft, and most mainstream LIS systems. </a:t>
            </a:r>
          </a:p>
          <a:p>
            <a:pPr algn="l"/>
            <a:r>
              <a:rPr lang="en-US" b="1" i="0" dirty="0">
                <a:effectLst/>
                <a:latin typeface="SourceSansPro"/>
              </a:rPr>
              <a:t> </a:t>
            </a:r>
          </a:p>
          <a:p>
            <a:pPr marL="0" marR="0">
              <a:spcBef>
                <a:spcPts val="0"/>
              </a:spcBef>
              <a:spcAft>
                <a:spcPts val="0"/>
              </a:spcAft>
            </a:pPr>
            <a:r>
              <a:rPr lang="en-US" sz="1600" b="1" i="1" dirty="0">
                <a:effectLst/>
                <a:latin typeface="Arial" panose="020B0604020202020204" pitchFamily="34" charset="0"/>
                <a:ea typeface="Calibri" panose="020F0502020204030204" pitchFamily="34" charset="0"/>
              </a:rPr>
              <a:t>Accrete Health Partners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Accrete Health Partners acquired Nordic Consulting in June 2022. The partnership will anchor </a:t>
            </a:r>
            <a:r>
              <a:rPr lang="en-US" sz="1600" i="1" dirty="0" err="1">
                <a:effectLst/>
                <a:latin typeface="Arial" panose="020B0604020202020204" pitchFamily="34" charset="0"/>
                <a:ea typeface="Calibri" panose="020F0502020204030204" pitchFamily="34" charset="0"/>
              </a:rPr>
              <a:t>Accrete’s</a:t>
            </a:r>
            <a:r>
              <a:rPr lang="en-US" sz="1600" i="1" dirty="0">
                <a:effectLst/>
                <a:latin typeface="Arial" panose="020B0604020202020204" pitchFamily="34" charset="0"/>
                <a:ea typeface="Calibri" panose="020F0502020204030204" pitchFamily="34" charset="0"/>
              </a:rPr>
              <a:t> growing portfolio, expand Nordic’s health care technology services, and accelerate end-to-end efficiencies for patients, providers, and health systems, primarily in the Managed Services space. Together, we will improve I&amp;T operational performance, capabilities and capacity for our clients.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endParaRPr lang="en-US" sz="1600" i="1" dirty="0">
              <a:effectLst/>
              <a:latin typeface="Arial" panose="020B060402020202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One of the 2023 Outcomes from Nordic’s Strategic Plan is ‘Improve client digital service delivery.’ The BSMH and RSFH Agreements, highlighted below, help us achieve the goal of ‘Creating a set of offerings from IT assessments through full Managed Services that help our clients right-size their spend and deliver top-of-class digital services and operations to their organizations.’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 </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b="1" i="1" dirty="0">
                <a:effectLst/>
                <a:latin typeface="Arial" panose="020B0604020202020204" pitchFamily="34" charset="0"/>
                <a:ea typeface="Calibri" panose="020F0502020204030204" pitchFamily="34" charset="0"/>
              </a:rPr>
              <a:t>Bon Secours Mercy Health (BSMH) and Roper St. Francis Health (RSFH) </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Nordic expanded its offerings to include a full suite of Managed Services by adding Bon Secours Mercy Health (BSMH), one of the nation’s 20 largest healthcare systems, and Roper St. Francis Healthcare (RSFH), a 657-bed system with 117+ facilities, as clients in July 2023. BSMH and RSFH Information and Technology teams will join Nordic to build an end-to-end managed services organization, focused on serving the healthcare industry. This addition advances Nordic with the innovative, patient-centric capabilities BSMH and RSFH have developed to support world-class patient care for future engagements. </a:t>
            </a:r>
            <a:endParaRPr lang="en-US" sz="1600" dirty="0">
              <a:effectLst/>
              <a:latin typeface="Calibri" panose="020F0502020204030204" pitchFamily="34" charset="0"/>
              <a:ea typeface="Calibri" panose="020F0502020204030204" pitchFamily="34" charset="0"/>
            </a:endParaRPr>
          </a:p>
          <a:p>
            <a:pPr algn="l"/>
            <a:endParaRPr lang="en-US" b="1" i="0" dirty="0">
              <a:effectLst/>
              <a:latin typeface="SourceSansPro"/>
            </a:endParaRPr>
          </a:p>
          <a:p>
            <a:pPr algn="l"/>
            <a:r>
              <a:rPr lang="en-US" b="1" i="0" dirty="0" err="1">
                <a:effectLst/>
                <a:latin typeface="SourceSansPro"/>
              </a:rPr>
              <a:t>Hygeian</a:t>
            </a:r>
            <a:endParaRPr lang="en-US" b="1" i="0" dirty="0">
              <a:effectLst/>
              <a:latin typeface="SourceSansPro"/>
            </a:endParaRPr>
          </a:p>
          <a:p>
            <a:pPr algn="l"/>
            <a:r>
              <a:rPr lang="en-US" b="0" i="0" dirty="0" err="1">
                <a:solidFill>
                  <a:srgbClr val="5A5F79"/>
                </a:solidFill>
                <a:effectLst/>
                <a:latin typeface="SourceSansPro"/>
              </a:rPr>
              <a:t>Hygeian</a:t>
            </a:r>
            <a:r>
              <a:rPr lang="en-US" b="0" i="0" dirty="0">
                <a:solidFill>
                  <a:srgbClr val="5A5F79"/>
                </a:solidFill>
                <a:effectLst/>
                <a:latin typeface="SourceSansPro"/>
              </a:rPr>
              <a:t> is healthcare consulting company based in the United Kingdom. </a:t>
            </a:r>
            <a:r>
              <a:rPr lang="en-US" b="0" i="0" dirty="0" err="1">
                <a:solidFill>
                  <a:srgbClr val="5A5F79"/>
                </a:solidFill>
                <a:effectLst/>
                <a:latin typeface="SourceSansPro"/>
              </a:rPr>
              <a:t>Hygeian</a:t>
            </a:r>
            <a:r>
              <a:rPr lang="en-US" b="0" i="0" dirty="0">
                <a:solidFill>
                  <a:srgbClr val="5A5F79"/>
                </a:solidFill>
                <a:effectLst/>
                <a:latin typeface="SourceSansPro"/>
              </a:rPr>
              <a:t> has a strong network of 300 highly experienced and skilled management consultants - with a wide range of expertise from clinical, financial, and technical backgrounds - supporting both public and private sector clients across the UK and the Middle East </a:t>
            </a:r>
          </a:p>
          <a:p>
            <a:endParaRPr lang="en-US" dirty="0"/>
          </a:p>
          <a:p>
            <a:pPr algn="l"/>
            <a:r>
              <a:rPr lang="en-US" b="1" i="0" dirty="0">
                <a:effectLst/>
                <a:latin typeface="SourceSansPro"/>
              </a:rPr>
              <a:t>Nordic Europe</a:t>
            </a:r>
          </a:p>
          <a:p>
            <a:pPr algn="l"/>
            <a:r>
              <a:rPr lang="en-US" b="0" i="0" dirty="0">
                <a:solidFill>
                  <a:srgbClr val="5A5F79"/>
                </a:solidFill>
                <a:effectLst/>
                <a:latin typeface="SourceSansPro"/>
              </a:rPr>
              <a:t>Focusing outside of North America, Nordic Europe helps clients navigate their systems and workflow challenges to meet strategic health and technology needs. Nordic Europe supports clients by navigating the specific requirements of each region, country, and health system with creativity, flexibility, and determination. Locations in Ireland and The Netherlands</a:t>
            </a:r>
          </a:p>
          <a:p>
            <a:pPr algn="l"/>
            <a:endParaRPr lang="en-US" b="0" i="0" dirty="0">
              <a:solidFill>
                <a:srgbClr val="5A5F79"/>
              </a:solidFill>
              <a:effectLst/>
              <a:latin typeface="SourceSansPro"/>
            </a:endParaRPr>
          </a:p>
          <a:p>
            <a:pPr algn="l"/>
            <a:r>
              <a:rPr lang="en-US" b="1" i="0" dirty="0">
                <a:solidFill>
                  <a:srgbClr val="5A5F79"/>
                </a:solidFill>
                <a:effectLst/>
                <a:latin typeface="SourceSansPro"/>
              </a:rPr>
              <a:t>Nordic Middle East</a:t>
            </a:r>
          </a:p>
          <a:p>
            <a:pPr algn="l"/>
            <a:r>
              <a:rPr lang="en-US" b="0" i="0" dirty="0">
                <a:solidFill>
                  <a:srgbClr val="5A5F79"/>
                </a:solidFill>
                <a:effectLst/>
                <a:latin typeface="SourceSansPro"/>
              </a:rPr>
              <a:t>We deliver targeted expertise with a focus on value versus cost alone. From hospitals serving local communities to healthcare organizations with nationwide coverage, we believe collaboration across clinical teams and digital initiatives will lead to a healthier population and streamlined processes that benefit providers and patients alike.  Located in Dubai</a:t>
            </a:r>
          </a:p>
          <a:p>
            <a:pPr algn="l"/>
            <a:r>
              <a:rPr lang="en-US" b="0" i="0" dirty="0">
                <a:solidFill>
                  <a:srgbClr val="5A5F79"/>
                </a:solidFill>
                <a:effectLst/>
                <a:latin typeface="SourceSansPro"/>
              </a:rPr>
              <a:t>Strategic Advisory </a:t>
            </a:r>
          </a:p>
          <a:p>
            <a:pPr algn="l">
              <a:buFont typeface="Arial" panose="020B0604020202020204" pitchFamily="34" charset="0"/>
              <a:buChar char="•"/>
            </a:pPr>
            <a:r>
              <a:rPr lang="en-US" b="0" i="0" dirty="0">
                <a:solidFill>
                  <a:srgbClr val="5A5F79"/>
                </a:solidFill>
                <a:effectLst/>
                <a:latin typeface="SourceSansPro"/>
              </a:rPr>
              <a:t> Clinical and Operational Performance Optimization </a:t>
            </a:r>
          </a:p>
          <a:p>
            <a:pPr algn="l">
              <a:buFont typeface="Arial" panose="020B0604020202020204" pitchFamily="34" charset="0"/>
              <a:buChar char="•"/>
            </a:pPr>
            <a:r>
              <a:rPr lang="en-US" b="0" i="0" dirty="0">
                <a:solidFill>
                  <a:srgbClr val="5A5F79"/>
                </a:solidFill>
                <a:effectLst/>
                <a:latin typeface="SourceSansPro"/>
              </a:rPr>
              <a:t>EHR Implementation and Benefits Realization</a:t>
            </a:r>
          </a:p>
          <a:p>
            <a:pPr algn="l"/>
            <a:endParaRPr lang="en-US" b="1" i="0" dirty="0">
              <a:solidFill>
                <a:srgbClr val="5A5F79"/>
              </a:solidFill>
              <a:effectLst/>
              <a:latin typeface="SourceSansPro"/>
            </a:endParaRPr>
          </a:p>
          <a:p>
            <a:pPr algn="l"/>
            <a:r>
              <a:rPr lang="en-US" b="1" i="0" dirty="0">
                <a:solidFill>
                  <a:srgbClr val="5A5F79"/>
                </a:solidFill>
                <a:effectLst/>
                <a:latin typeface="SourceSansPro"/>
              </a:rPr>
              <a:t>BSMH &amp; RSFH</a:t>
            </a:r>
          </a:p>
          <a:p>
            <a:pPr algn="l"/>
            <a:r>
              <a:rPr lang="en-US" b="0" i="0" dirty="0">
                <a:solidFill>
                  <a:srgbClr val="5A5F79"/>
                </a:solidFill>
                <a:effectLst/>
                <a:latin typeface="SourceSansPro"/>
              </a:rPr>
              <a:t>In alignment with our 2023-2025 strategic plan, </a:t>
            </a:r>
            <a:r>
              <a:rPr lang="en-US" dirty="0"/>
              <a:t>We are expanding our offerings to now provide our clients with a full suite of managed services. This move represents an evolution from primarily focusing on EHR-agnostic, point solutions to an enhanced portfolio that delivers end-to-end IT support. </a:t>
            </a:r>
            <a:r>
              <a:rPr lang="en-US" b="0" i="0" dirty="0">
                <a:solidFill>
                  <a:srgbClr val="5A5F79"/>
                </a:solidFill>
                <a:effectLst/>
                <a:latin typeface="SourceSansPro"/>
              </a:rPr>
              <a:t>We are beginning this journey by working with a group of foundational clients, Bon Secours Mercy Health (BSMH) and Roper St. Francis Healthcare (RSFH), who both have an innovative, patient-first approach to information technology. </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6827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30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In our review of our Maxims, the one that most people gravitate to is BE YOU. We want all people from all walks of life to be their authentic selves and we celebrate our differences. No one should have to fake it to be accepted. That is why I am proud to introduce to you our DEI Efforts. Nordic is committed to ensuring diversity, equity, and inclusion as an integral part of who we are as an organization. All employees participate in a DEI learning session during their new employee orientation process. </a:t>
            </a:r>
          </a:p>
          <a:p>
            <a:pPr marL="0" marR="0">
              <a:lnSpc>
                <a:spcPct val="115000"/>
              </a:lnSpc>
              <a:spcBef>
                <a:spcPts val="300"/>
              </a:spcBef>
              <a:spcAft>
                <a:spcPts val="900"/>
              </a:spcAft>
            </a:pPr>
            <a:endPar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endParaRP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To keep things at a high level (we will go into each talking point in depth during our DEI training session) we ensure our efforts are clearly communicated, our recruiting efforts reflect our commitment to DEI, we have multiple learning resources to expand your knowledge on DEI, we review and report our standings in diversity as an organization to our CEO and we also have ERGs that are 100% run by current Nordic employees. We would love each of you to be an ally and join an ERG when presented with the opportunity on 1/1/2024 </a:t>
            </a:r>
          </a:p>
          <a:p>
            <a:pPr marL="0" marR="0" fontAlgn="base">
              <a:spcBef>
                <a:spcPts val="0"/>
              </a:spcBef>
              <a:spcAft>
                <a:spcPts val="0"/>
              </a:spcAft>
            </a:pPr>
            <a:endParaRPr lang="en-US" sz="1800" dirty="0">
              <a:effectLst/>
              <a:latin typeface="Source Sans Pro" panose="020B0503030403020204" pitchFamily="34" charset="0"/>
              <a:ea typeface="Times New Roman" panose="02020603050405020304" pitchFamily="18" charset="0"/>
            </a:endParaRPr>
          </a:p>
          <a:p>
            <a:pPr marL="0" marR="0" fontAlgn="base">
              <a:spcBef>
                <a:spcPts val="0"/>
              </a:spcBef>
              <a:spcAft>
                <a:spcPts val="0"/>
              </a:spcAft>
            </a:pPr>
            <a:r>
              <a:rPr lang="en-US" sz="1800" dirty="0">
                <a:effectLst/>
                <a:latin typeface="Source Sans Pro" panose="020B0503030403020204" pitchFamily="34" charset="0"/>
                <a:ea typeface="Times New Roman" panose="02020603050405020304" pitchFamily="18" charset="0"/>
              </a:rPr>
              <a:t>Explain the current areas we’re working on:</a:t>
            </a:r>
            <a:endParaRPr lang="en-US" sz="1800" dirty="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Times New Roman" panose="02020603050405020304" pitchFamily="18" charset="0"/>
              <a:buChar char="-"/>
              <a:tabLst>
                <a:tab pos="228600" algn="l"/>
              </a:tabLst>
            </a:pPr>
            <a:r>
              <a:rPr lang="en-US" sz="1800" dirty="0">
                <a:effectLst/>
                <a:latin typeface="Source Sans Pro" panose="020B0503030403020204" pitchFamily="34" charset="0"/>
                <a:ea typeface="Times New Roman" panose="02020603050405020304" pitchFamily="18" charset="0"/>
              </a:rPr>
              <a:t>Communication:  DEI center on </a:t>
            </a:r>
            <a:r>
              <a:rPr lang="en-US" sz="1800" dirty="0" err="1">
                <a:effectLst/>
                <a:latin typeface="Source Sans Pro" panose="020B0503030403020204" pitchFamily="34" charset="0"/>
                <a:ea typeface="Times New Roman" panose="02020603050405020304" pitchFamily="18" charset="0"/>
              </a:rPr>
              <a:t>NordicHQ</a:t>
            </a:r>
            <a:r>
              <a:rPr lang="en-US" sz="1800" dirty="0">
                <a:effectLst/>
                <a:latin typeface="Source Sans Pro" panose="020B0503030403020204" pitchFamily="34" charset="0"/>
                <a:ea typeface="Times New Roman" panose="02020603050405020304" pitchFamily="18" charset="0"/>
              </a:rPr>
              <a:t>, ongoing communications from the organization</a:t>
            </a:r>
            <a:endParaRPr lang="en-US" sz="1800" dirty="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Times New Roman" panose="02020603050405020304" pitchFamily="18" charset="0"/>
              <a:buChar char="-"/>
              <a:tabLst>
                <a:tab pos="228600" algn="l"/>
              </a:tabLst>
            </a:pPr>
            <a:r>
              <a:rPr lang="en-US" sz="1800" dirty="0">
                <a:effectLst/>
                <a:latin typeface="Source Sans Pro" panose="020B0503030403020204" pitchFamily="34" charset="0"/>
                <a:ea typeface="Times New Roman" panose="02020603050405020304" pitchFamily="18" charset="0"/>
              </a:rPr>
              <a:t>Recruiting practices:  we’re a member of the Professional Diversity Network so our jobs are advertised on 8 job boards that focus on underrepresented communities; also review our hiring practices to minimize bias</a:t>
            </a:r>
            <a:endParaRPr lang="en-US" sz="1800" dirty="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Times New Roman" panose="02020603050405020304" pitchFamily="18" charset="0"/>
              <a:buChar char="-"/>
              <a:tabLst>
                <a:tab pos="228600" algn="l"/>
              </a:tabLst>
            </a:pPr>
            <a:r>
              <a:rPr lang="en-US" sz="1800" dirty="0">
                <a:effectLst/>
                <a:latin typeface="Source Sans Pro" panose="020B0503030403020204" pitchFamily="34" charset="0"/>
                <a:ea typeface="Times New Roman" panose="02020603050405020304" pitchFamily="18" charset="0"/>
              </a:rPr>
              <a:t>Learning resources:  we’ve provided several learning opportunities for all Nordic employees and will continue that work in 2022; BELIEVE learning resources, LOVE learning resources and WISE learning resources are out in the DEI center on Nordic HQ</a:t>
            </a:r>
            <a:endParaRPr lang="en-US" sz="1800" dirty="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Times New Roman" panose="02020603050405020304" pitchFamily="18" charset="0"/>
              <a:buChar char="-"/>
              <a:tabLst>
                <a:tab pos="228600" algn="l"/>
              </a:tabLst>
            </a:pPr>
            <a:r>
              <a:rPr lang="en-US" sz="1800" dirty="0">
                <a:effectLst/>
                <a:latin typeface="Source Sans Pro" panose="020B0503030403020204" pitchFamily="34" charset="0"/>
                <a:ea typeface="Times New Roman" panose="02020603050405020304" pitchFamily="18" charset="0"/>
              </a:rPr>
              <a:t>Metrics:  Because DEI is a strategic goal, metrics are reported quarterly to Jim our CEO, and we’re working to ensure our data helps us to understand where we are today and where we can continue to improve</a:t>
            </a:r>
            <a:endParaRPr lang="en-US" sz="1800" dirty="0">
              <a:effectLst/>
              <a:latin typeface="Times New Roman" panose="02020603050405020304" pitchFamily="18" charset="0"/>
              <a:ea typeface="Times New Roman" panose="02020603050405020304" pitchFamily="18" charset="0"/>
            </a:endParaRPr>
          </a:p>
          <a:p>
            <a:pPr marL="342900" marR="0" lvl="0" indent="-342900" fontAlgn="base">
              <a:spcBef>
                <a:spcPts val="0"/>
              </a:spcBef>
              <a:spcAft>
                <a:spcPts val="0"/>
              </a:spcAft>
              <a:buFont typeface="Times New Roman" panose="02020603050405020304" pitchFamily="18" charset="0"/>
              <a:buChar char="-"/>
              <a:tabLst>
                <a:tab pos="228600" algn="l"/>
              </a:tabLst>
            </a:pPr>
            <a:r>
              <a:rPr lang="en-US" sz="1800" dirty="0">
                <a:effectLst/>
                <a:latin typeface="Source Sans Pro" panose="020B0503030403020204" pitchFamily="34" charset="0"/>
                <a:ea typeface="Times New Roman" panose="02020603050405020304" pitchFamily="18" charset="0"/>
              </a:rPr>
              <a:t>Employee Resource groups – 100% Employee Led</a:t>
            </a:r>
            <a:endParaRPr lang="en-US"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72524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06F4D-3AA7-22AE-D17E-AE1B2BC242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A8EF1-4A84-841E-5AEE-F7453E7CB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41B76-7AB5-AC6D-EF8E-3EAAFA8A99AD}"/>
              </a:ext>
            </a:extLst>
          </p:cNvPr>
          <p:cNvSpPr>
            <a:spLocks noGrp="1"/>
          </p:cNvSpPr>
          <p:nvPr>
            <p:ph type="body" idx="1"/>
          </p:nvPr>
        </p:nvSpPr>
        <p:spPr/>
        <p:txBody>
          <a:bodyPr/>
          <a:lstStyle/>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This is one of my favorite quotes from the video.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It captures what makes Nordic stand out in the industry and why we own such a unique place in the market.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I’d love to hear from the group on this. What stood out to you from the video? Please feel free to come off of mute to share your thoughts or add them to the chat.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endPar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rPr>
              <a:t>Look to chat for responses.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rPr>
              <a:t>Mission is simple, it’s just to be the best health system.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rPr>
              <a:t>The only way to get to the level we wanted to was to jump into the digital space. </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i="1" kern="100">
                <a:solidFill>
                  <a:srgbClr val="598E18"/>
                </a:solidFill>
                <a:effectLst/>
                <a:latin typeface="Arial" panose="020B0604020202020204" pitchFamily="34" charset="0"/>
                <a:ea typeface="Calibri" panose="020F0502020204030204" pitchFamily="34" charset="0"/>
                <a:cs typeface="Times New Roman" panose="02020603050405020304" pitchFamily="18" charset="0"/>
              </a:rPr>
              <a:t>Expanding access to care, improving patient satisfaction. Improved self-sufficiency for patients. 1-11 philosophy, 1 patient, 1 consent, once a year.</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endParaRPr lang="en-US" sz="1800" kern="100">
              <a:effectLst/>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600"/>
              </a:spcAft>
              <a:tabLst>
                <a:tab pos="2992755" algn="l"/>
              </a:tabLst>
            </a:pPr>
            <a:r>
              <a:rPr lang="en-US" sz="1800" kern="100">
                <a:effectLst/>
                <a:latin typeface="Arial" panose="020B0604020202020204" pitchFamily="34" charset="0"/>
                <a:ea typeface="Calibri" panose="020F0502020204030204" pitchFamily="34" charset="0"/>
                <a:cs typeface="Times New Roman" panose="02020603050405020304" pitchFamily="18" charset="0"/>
              </a:rPr>
              <a:t>&lt; CLICK &gt;</a:t>
            </a: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E602F249-DD82-CC59-5FE8-776FD939603A}"/>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3999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E9FC8-964F-06F2-08AB-5480EEF1D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E9B1F-E45E-13FD-E1C1-93E107B700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95877-216F-06C0-AF7B-1E29141AF4AC}"/>
              </a:ext>
            </a:extLst>
          </p:cNvPr>
          <p:cNvSpPr>
            <a:spLocks noGrp="1"/>
          </p:cNvSpPr>
          <p:nvPr>
            <p:ph type="body" idx="1"/>
          </p:nvPr>
        </p:nvSpPr>
        <p:spPr/>
        <p:txBody>
          <a:bodyPr/>
          <a:lstStyle/>
          <a:p>
            <a:pPr algn="l"/>
            <a:r>
              <a:rPr lang="en-US" b="0" i="0" dirty="0">
                <a:effectLst/>
                <a:latin typeface="SourceSansPro"/>
              </a:rPr>
              <a:t>In 2009 the US Congress passed the HITECH Act (Health Information Technology for Economic &amp; Clinical Health) This moved forward the adoption and meaningful use of Electronic Healthcare Records (EHRs) This was to improve quality, safety and efficiency. Ensure privacy and security. Increase coordination of care. Engage patients in care and improve the health of the population.</a:t>
            </a:r>
          </a:p>
          <a:p>
            <a:pPr algn="l"/>
            <a:endParaRPr lang="en-US" b="0" i="0" dirty="0">
              <a:effectLst/>
              <a:latin typeface="SourceSansPro"/>
            </a:endParaRPr>
          </a:p>
          <a:p>
            <a:pPr algn="l"/>
            <a:r>
              <a:rPr lang="en-US" b="0" i="0" dirty="0">
                <a:effectLst/>
                <a:latin typeface="SourceSansPro"/>
              </a:rPr>
              <a:t>In January of 2010, Nordic was founded by two former Epic employees. </a:t>
            </a:r>
          </a:p>
          <a:p>
            <a:pPr algn="l"/>
            <a:endParaRPr lang="en-US" b="1" i="0" dirty="0">
              <a:effectLst/>
              <a:latin typeface="SourceSansPro"/>
            </a:endParaRPr>
          </a:p>
          <a:p>
            <a:pPr algn="l"/>
            <a:r>
              <a:rPr lang="en-US" b="1" i="0" dirty="0">
                <a:effectLst/>
                <a:latin typeface="SourceSansPro"/>
              </a:rPr>
              <a:t>Healthtech </a:t>
            </a:r>
          </a:p>
          <a:p>
            <a:pPr algn="l"/>
            <a:r>
              <a:rPr lang="en-US" b="0" i="0" dirty="0">
                <a:solidFill>
                  <a:srgbClr val="5A5F79"/>
                </a:solidFill>
                <a:effectLst/>
                <a:latin typeface="SourceSansPro"/>
              </a:rPr>
              <a:t>Healthtech is based in Canada, specializing in health and technology consulting and operating within a universal healthcare environment. The team's experience and certifications with a vast variety of systems have enabled it to deliver clinical, operational, and financial improvements to healthcare clients for over 35 years.  </a:t>
            </a:r>
          </a:p>
          <a:p>
            <a:endParaRPr lang="en-US" dirty="0"/>
          </a:p>
          <a:p>
            <a:pPr algn="l"/>
            <a:r>
              <a:rPr lang="en-US" b="1" i="0" dirty="0">
                <a:effectLst/>
                <a:latin typeface="SourceSansPro"/>
              </a:rPr>
              <a:t>Bails/ERP Services</a:t>
            </a:r>
          </a:p>
          <a:p>
            <a:pPr algn="l"/>
            <a:r>
              <a:rPr lang="en-US" b="0" i="0" dirty="0">
                <a:solidFill>
                  <a:srgbClr val="5A5F79"/>
                </a:solidFill>
                <a:effectLst/>
                <a:latin typeface="SourceSansPro"/>
              </a:rPr>
              <a:t>ERP Services (formerly known as Bails) delivers the "and technology" consulting component to clients worldwide. With expertise in healthcare and beyond, Bails helps companies in many industries implement, manage, and maintain back-office processes and software. Using proven Infor Deployment Methodology, Bails has enhanced clients' business operations for 25 years. </a:t>
            </a:r>
          </a:p>
          <a:p>
            <a:pPr algn="l"/>
            <a:endParaRPr lang="en-US" b="1" i="0" dirty="0">
              <a:effectLst/>
              <a:latin typeface="SourceSansPro"/>
            </a:endParaRPr>
          </a:p>
          <a:p>
            <a:pPr algn="l"/>
            <a:r>
              <a:rPr lang="en-US" b="1" i="0" dirty="0">
                <a:effectLst/>
                <a:latin typeface="SourceSansPro"/>
              </a:rPr>
              <a:t>S&amp;P</a:t>
            </a:r>
          </a:p>
          <a:p>
            <a:pPr algn="l"/>
            <a:r>
              <a:rPr lang="en-US" b="0" i="0" dirty="0">
                <a:solidFill>
                  <a:srgbClr val="5A5F79"/>
                </a:solidFill>
                <a:effectLst/>
                <a:latin typeface="SourceSansPro"/>
              </a:rPr>
              <a:t>S&amp;P's expertise includes clinical, revenue cycle, integration, strategic planning, reporting, and project/program management.  In addition, we have an extensive Laboratory IS team fluent in Cerner, </a:t>
            </a:r>
            <a:r>
              <a:rPr lang="en-US" b="0" i="0" dirty="0" err="1">
                <a:solidFill>
                  <a:srgbClr val="5A5F79"/>
                </a:solidFill>
                <a:effectLst/>
                <a:latin typeface="SourceSansPro"/>
              </a:rPr>
              <a:t>Clinisys</a:t>
            </a:r>
            <a:r>
              <a:rPr lang="en-US" b="0" i="0" dirty="0">
                <a:solidFill>
                  <a:srgbClr val="5A5F79"/>
                </a:solidFill>
                <a:effectLst/>
                <a:latin typeface="SourceSansPro"/>
              </a:rPr>
              <a:t> (</a:t>
            </a:r>
            <a:r>
              <a:rPr lang="en-US" b="0" i="0" dirty="0" err="1">
                <a:solidFill>
                  <a:srgbClr val="5A5F79"/>
                </a:solidFill>
                <a:effectLst/>
                <a:latin typeface="SourceSansPro"/>
              </a:rPr>
              <a:t>fka</a:t>
            </a:r>
            <a:r>
              <a:rPr lang="en-US" b="0" i="0" dirty="0">
                <a:solidFill>
                  <a:srgbClr val="5A5F79"/>
                </a:solidFill>
                <a:effectLst/>
                <a:latin typeface="SourceSansPro"/>
              </a:rPr>
              <a:t> Sunquest), SCC Soft, and most mainstream LIS systems. </a:t>
            </a:r>
          </a:p>
          <a:p>
            <a:pPr algn="l"/>
            <a:r>
              <a:rPr lang="en-US" b="1" i="0" dirty="0">
                <a:effectLst/>
                <a:latin typeface="SourceSansPro"/>
              </a:rPr>
              <a:t> </a:t>
            </a:r>
          </a:p>
          <a:p>
            <a:pPr marL="0" marR="0">
              <a:spcBef>
                <a:spcPts val="0"/>
              </a:spcBef>
              <a:spcAft>
                <a:spcPts val="0"/>
              </a:spcAft>
            </a:pPr>
            <a:r>
              <a:rPr lang="en-US" sz="1600" b="1" i="1" dirty="0">
                <a:effectLst/>
                <a:latin typeface="Arial" panose="020B0604020202020204" pitchFamily="34" charset="0"/>
                <a:ea typeface="Calibri" panose="020F0502020204030204" pitchFamily="34" charset="0"/>
              </a:rPr>
              <a:t>Accrete Health Partners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Accrete Health Partners acquired Nordic Consulting in June 2022. The partnership will anchor </a:t>
            </a:r>
            <a:r>
              <a:rPr lang="en-US" sz="1600" i="1" dirty="0" err="1">
                <a:effectLst/>
                <a:latin typeface="Arial" panose="020B0604020202020204" pitchFamily="34" charset="0"/>
                <a:ea typeface="Calibri" panose="020F0502020204030204" pitchFamily="34" charset="0"/>
              </a:rPr>
              <a:t>Accrete’s</a:t>
            </a:r>
            <a:r>
              <a:rPr lang="en-US" sz="1600" i="1" dirty="0">
                <a:effectLst/>
                <a:latin typeface="Arial" panose="020B0604020202020204" pitchFamily="34" charset="0"/>
                <a:ea typeface="Calibri" panose="020F0502020204030204" pitchFamily="34" charset="0"/>
              </a:rPr>
              <a:t> growing portfolio, expand Nordic’s health care technology services, and accelerate end-to-end efficiencies for patients, providers, and health systems, primarily in the Managed Services space. Together, we will improve I&amp;T operational performance, capabilities and capacity for our clients.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endParaRPr lang="en-US" sz="1600" i="1" dirty="0">
              <a:effectLst/>
              <a:latin typeface="Arial" panose="020B060402020202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One of the 2023 Outcomes from Nordic’s Strategic Plan is ‘Improve client digital service delivery.’ The BSMH and RSFH Agreements, highlighted below, help us achieve the goal of ‘Creating a set of offerings from IT assessments through full Managed Services that help our clients right-size their spend and deliver top-of-class digital services and operations to their organizations.’</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 </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b="1" i="1" dirty="0">
                <a:effectLst/>
                <a:latin typeface="Arial" panose="020B0604020202020204" pitchFamily="34" charset="0"/>
                <a:ea typeface="Calibri" panose="020F0502020204030204" pitchFamily="34" charset="0"/>
              </a:rPr>
              <a:t>Bon Secours Mercy Health (BSMH) and Roper St. Francis Health (RSFH) </a:t>
            </a:r>
            <a:endParaRPr lang="en-US" sz="16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600" i="1" dirty="0">
                <a:effectLst/>
                <a:latin typeface="Arial" panose="020B0604020202020204" pitchFamily="34" charset="0"/>
                <a:ea typeface="Calibri" panose="020F0502020204030204" pitchFamily="34" charset="0"/>
              </a:rPr>
              <a:t>Nordic expanded its offerings to include a full suite of Managed Services by adding Bon Secours Mercy Health (BSMH), one of the nation’s 20 largest healthcare systems, and Roper St. Francis Healthcare (RSFH), a 657-bed system with 117+ facilities, as clients in July 2023. BSMH and RSFH Information and Technology teams will join Nordic to build an end-to-end managed services organization, focused on serving the healthcare industry. This addition advances Nordic with the innovative, patient-centric capabilities BSMH and RSFH have developed to support world-class patient care for future engagements. </a:t>
            </a:r>
            <a:endParaRPr lang="en-US" sz="1600" dirty="0">
              <a:effectLst/>
              <a:latin typeface="Calibri" panose="020F0502020204030204" pitchFamily="34" charset="0"/>
              <a:ea typeface="Calibri" panose="020F0502020204030204" pitchFamily="34" charset="0"/>
            </a:endParaRPr>
          </a:p>
          <a:p>
            <a:pPr algn="l"/>
            <a:endParaRPr lang="en-US" b="1" i="0" dirty="0">
              <a:effectLst/>
              <a:latin typeface="SourceSansPro"/>
            </a:endParaRPr>
          </a:p>
          <a:p>
            <a:pPr algn="l"/>
            <a:r>
              <a:rPr lang="en-US" b="1" i="0" dirty="0" err="1">
                <a:effectLst/>
                <a:latin typeface="SourceSansPro"/>
              </a:rPr>
              <a:t>Hygeian</a:t>
            </a:r>
            <a:endParaRPr lang="en-US" b="1" i="0" dirty="0">
              <a:effectLst/>
              <a:latin typeface="SourceSansPro"/>
            </a:endParaRPr>
          </a:p>
          <a:p>
            <a:pPr algn="l"/>
            <a:r>
              <a:rPr lang="en-US" b="0" i="0" dirty="0" err="1">
                <a:solidFill>
                  <a:srgbClr val="5A5F79"/>
                </a:solidFill>
                <a:effectLst/>
                <a:latin typeface="SourceSansPro"/>
              </a:rPr>
              <a:t>Hygeian</a:t>
            </a:r>
            <a:r>
              <a:rPr lang="en-US" b="0" i="0" dirty="0">
                <a:solidFill>
                  <a:srgbClr val="5A5F79"/>
                </a:solidFill>
                <a:effectLst/>
                <a:latin typeface="SourceSansPro"/>
              </a:rPr>
              <a:t> is healthcare consulting company based in the United Kingdom. </a:t>
            </a:r>
            <a:r>
              <a:rPr lang="en-US" b="0" i="0" dirty="0" err="1">
                <a:solidFill>
                  <a:srgbClr val="5A5F79"/>
                </a:solidFill>
                <a:effectLst/>
                <a:latin typeface="SourceSansPro"/>
              </a:rPr>
              <a:t>Hygeian</a:t>
            </a:r>
            <a:r>
              <a:rPr lang="en-US" b="0" i="0" dirty="0">
                <a:solidFill>
                  <a:srgbClr val="5A5F79"/>
                </a:solidFill>
                <a:effectLst/>
                <a:latin typeface="SourceSansPro"/>
              </a:rPr>
              <a:t> has a strong network of 300 highly experienced and skilled management consultants - with a wide range of expertise from clinical, financial, and technical backgrounds - supporting both public and private sector clients across the UK and the Middle East </a:t>
            </a:r>
          </a:p>
          <a:p>
            <a:endParaRPr lang="en-US" dirty="0"/>
          </a:p>
          <a:p>
            <a:pPr algn="l"/>
            <a:r>
              <a:rPr lang="en-US" b="1" i="0" dirty="0">
                <a:effectLst/>
                <a:latin typeface="SourceSansPro"/>
              </a:rPr>
              <a:t>Nordic Europe</a:t>
            </a:r>
          </a:p>
          <a:p>
            <a:pPr algn="l"/>
            <a:r>
              <a:rPr lang="en-US" b="0" i="0" dirty="0">
                <a:solidFill>
                  <a:srgbClr val="5A5F79"/>
                </a:solidFill>
                <a:effectLst/>
                <a:latin typeface="SourceSansPro"/>
              </a:rPr>
              <a:t>Focusing outside of North America, Nordic Europe helps clients navigate their systems and workflow challenges to meet strategic health and technology needs. Nordic Europe supports clients by navigating the specific requirements of each region, country, and health system with creativity, flexibility, and determination. Locations in Ireland and The Netherlands</a:t>
            </a:r>
          </a:p>
          <a:p>
            <a:pPr algn="l"/>
            <a:endParaRPr lang="en-US" b="0" i="0" dirty="0">
              <a:solidFill>
                <a:srgbClr val="5A5F79"/>
              </a:solidFill>
              <a:effectLst/>
              <a:latin typeface="SourceSansPro"/>
            </a:endParaRPr>
          </a:p>
          <a:p>
            <a:pPr algn="l"/>
            <a:r>
              <a:rPr lang="en-US" b="1" i="0" dirty="0">
                <a:solidFill>
                  <a:srgbClr val="5A5F79"/>
                </a:solidFill>
                <a:effectLst/>
                <a:latin typeface="SourceSansPro"/>
              </a:rPr>
              <a:t>Nordic Middle East</a:t>
            </a:r>
          </a:p>
          <a:p>
            <a:pPr algn="l"/>
            <a:r>
              <a:rPr lang="en-US" b="0" i="0" dirty="0">
                <a:solidFill>
                  <a:srgbClr val="5A5F79"/>
                </a:solidFill>
                <a:effectLst/>
                <a:latin typeface="SourceSansPro"/>
              </a:rPr>
              <a:t>We deliver targeted expertise with a focus on value versus cost alone. From hospitals serving local communities to healthcare organizations with nationwide coverage, we believe collaboration across clinical teams and digital initiatives will lead to a healthier population and streamlined processes that benefit providers and patients alike.  Located in Dubai</a:t>
            </a:r>
          </a:p>
          <a:p>
            <a:pPr algn="l"/>
            <a:r>
              <a:rPr lang="en-US" b="0" i="0" dirty="0">
                <a:solidFill>
                  <a:srgbClr val="5A5F79"/>
                </a:solidFill>
                <a:effectLst/>
                <a:latin typeface="SourceSansPro"/>
              </a:rPr>
              <a:t>Strategic Advisory </a:t>
            </a:r>
          </a:p>
          <a:p>
            <a:pPr algn="l">
              <a:buFont typeface="Arial" panose="020B0604020202020204" pitchFamily="34" charset="0"/>
              <a:buChar char="•"/>
            </a:pPr>
            <a:r>
              <a:rPr lang="en-US" b="0" i="0" dirty="0">
                <a:solidFill>
                  <a:srgbClr val="5A5F79"/>
                </a:solidFill>
                <a:effectLst/>
                <a:latin typeface="SourceSansPro"/>
              </a:rPr>
              <a:t> Clinical and Operational Performance Optimization </a:t>
            </a:r>
          </a:p>
          <a:p>
            <a:pPr algn="l">
              <a:buFont typeface="Arial" panose="020B0604020202020204" pitchFamily="34" charset="0"/>
              <a:buChar char="•"/>
            </a:pPr>
            <a:r>
              <a:rPr lang="en-US" b="0" i="0" dirty="0">
                <a:solidFill>
                  <a:srgbClr val="5A5F79"/>
                </a:solidFill>
                <a:effectLst/>
                <a:latin typeface="SourceSansPro"/>
              </a:rPr>
              <a:t>EHR Implementation and Benefits Realization</a:t>
            </a:r>
          </a:p>
          <a:p>
            <a:pPr algn="l"/>
            <a:endParaRPr lang="en-US" b="1" i="0" dirty="0">
              <a:solidFill>
                <a:srgbClr val="5A5F79"/>
              </a:solidFill>
              <a:effectLst/>
              <a:latin typeface="SourceSansPro"/>
            </a:endParaRPr>
          </a:p>
          <a:p>
            <a:pPr algn="l"/>
            <a:r>
              <a:rPr lang="en-US" b="1" i="0" dirty="0">
                <a:solidFill>
                  <a:srgbClr val="5A5F79"/>
                </a:solidFill>
                <a:effectLst/>
                <a:latin typeface="SourceSansPro"/>
              </a:rPr>
              <a:t>BSMH &amp; RSFH</a:t>
            </a:r>
          </a:p>
          <a:p>
            <a:pPr algn="l"/>
            <a:r>
              <a:rPr lang="en-US" b="0" i="0" dirty="0">
                <a:solidFill>
                  <a:srgbClr val="5A5F79"/>
                </a:solidFill>
                <a:effectLst/>
                <a:latin typeface="SourceSansPro"/>
              </a:rPr>
              <a:t>In alignment with our 2023-2025 strategic plan, </a:t>
            </a:r>
            <a:r>
              <a:rPr lang="en-US" dirty="0"/>
              <a:t>We are expanding our offerings to now provide our clients with a full suite of managed services. This move represents an evolution from primarily focusing on EHR-agnostic, point solutions to an enhanced portfolio that delivers end-to-end IT support. </a:t>
            </a:r>
            <a:r>
              <a:rPr lang="en-US" b="0" i="0" dirty="0">
                <a:solidFill>
                  <a:srgbClr val="5A5F79"/>
                </a:solidFill>
                <a:effectLst/>
                <a:latin typeface="SourceSansPro"/>
              </a:rPr>
              <a:t>We are beginning this journey by working with a group of foundational clients, Bon Secours Mercy Health (BSMH) and Roper St. Francis Healthcare (RSFH), who both have an innovative, patient-first approach to information technology. </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5B9E66A-3875-894F-A73E-326A7EB1684C}"/>
              </a:ext>
            </a:extLst>
          </p:cNvPr>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52186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placeholder to advance to once the video from the previous slide is done playing.</a:t>
            </a:r>
          </a:p>
        </p:txBody>
      </p:sp>
      <p:sp>
        <p:nvSpPr>
          <p:cNvPr id="4" name="Slide Number Placeholder 3"/>
          <p:cNvSpPr>
            <a:spLocks noGrp="1"/>
          </p:cNvSpPr>
          <p:nvPr>
            <p:ph type="sldNum" sz="quarter" idx="5"/>
          </p:nvPr>
        </p:nvSpPr>
        <p:spPr/>
        <p:txBody>
          <a:bodyPr/>
          <a:lstStyle/>
          <a:p>
            <a:fld id="{94024991-1934-AE40-9593-FB023422FBEC}" type="slidenum">
              <a:rPr lang="en-US" smtClean="0"/>
              <a:t>32</a:t>
            </a:fld>
            <a:endParaRPr lang="en-US" dirty="0"/>
          </a:p>
        </p:txBody>
      </p:sp>
    </p:spTree>
    <p:extLst>
      <p:ext uri="{BB962C8B-B14F-4D97-AF65-F5344CB8AC3E}">
        <p14:creationId xmlns:p14="http://schemas.microsoft.com/office/powerpoint/2010/main" val="19656167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You have joined Nordic Global Health and Technology Consulting! We are so glad to have you as a part of our growing team! Nordic connects people, data, and technology to create a healthier world. It is our people and Maxims that separate us and make us distinct in the marketplace. </a:t>
            </a:r>
          </a:p>
          <a:p>
            <a:pPr marL="0" marR="0">
              <a:lnSpc>
                <a:spcPct val="115000"/>
              </a:lnSpc>
              <a:spcBef>
                <a:spcPts val="0"/>
              </a:spcBef>
              <a:spcAft>
                <a:spcPts val="900"/>
              </a:spcAft>
            </a:pPr>
            <a:r>
              <a:rPr lang="en-US" sz="1800" dirty="0">
                <a:solidFill>
                  <a:srgbClr val="000000"/>
                </a:solidFill>
                <a:effectLst/>
                <a:latin typeface="Source Sans Pro" panose="020B0503030403020204" pitchFamily="34" charset="0"/>
                <a:ea typeface="Source Sans Pro" panose="020B0503030403020204" pitchFamily="34" charset="0"/>
                <a:cs typeface="Times New Roman" panose="02020603050405020304" pitchFamily="18" charset="0"/>
              </a:rPr>
              <a:t>Strong partnerships lie at the heart of our work to bring healthcare forward. Our different backgrounds and experiences is what sets us up for success. Both our clients and team members have consistently recognized us as the best in the industry.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8FC779-F4E9-4438-8C57-2FA9814818F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46071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7000"/>
              </a:lnSpc>
              <a:spcBef>
                <a:spcPts val="0"/>
              </a:spcBef>
              <a:spcAft>
                <a:spcPts val="600"/>
              </a:spcAft>
              <a:buClrTx/>
              <a:buSzTx/>
              <a:buFontTx/>
              <a:buNone/>
              <a:tabLst>
                <a:tab pos="2992755" algn="l"/>
              </a:tabLst>
              <a:defRPr/>
            </a:pPr>
            <a:r>
              <a:rPr lang="en-US" sz="1600" dirty="0">
                <a:solidFill>
                  <a:srgbClr val="FFFFFF"/>
                </a:solidFill>
                <a:latin typeface="Overpass Medium" panose="020B0503020203020203" pitchFamily="34" charset="0"/>
              </a:rPr>
              <a:t>3,300+ professionals deployed around the world, 700+ clients</a:t>
            </a:r>
          </a:p>
          <a:p>
            <a:pPr marL="0" marR="0" lvl="0" indent="0" algn="l" defTabSz="1219170" rtl="0" eaLnBrk="1" fontAlgn="auto" latinLnBrk="0" hangingPunct="1">
              <a:lnSpc>
                <a:spcPct val="107000"/>
              </a:lnSpc>
              <a:spcBef>
                <a:spcPts val="0"/>
              </a:spcBef>
              <a:spcAft>
                <a:spcPts val="600"/>
              </a:spcAft>
              <a:buClrTx/>
              <a:buSzTx/>
              <a:buFontTx/>
              <a:buNone/>
              <a:tabLst>
                <a:tab pos="2992755" algn="l"/>
              </a:tabLst>
              <a:defRPr/>
            </a:pPr>
            <a:endParaRPr lang="en-US" sz="1600" dirty="0">
              <a:solidFill>
                <a:srgbClr val="FFFFFF"/>
              </a:solidFill>
              <a:latin typeface="Overpass Medium" panose="020B0503020203020203" pitchFamily="34" charset="0"/>
            </a:endParaRPr>
          </a:p>
          <a:p>
            <a:pPr marL="228600" indent="-228600">
              <a:buFont typeface="+mj-lt"/>
              <a:buAutoNum type="arabicPeriod"/>
            </a:pPr>
            <a:r>
              <a:rPr lang="en-US" dirty="0"/>
              <a:t>Select map graphic </a:t>
            </a:r>
            <a:r>
              <a:rPr lang="en-US" dirty="0">
                <a:sym typeface="Wingdings" pitchFamily="2" charset="2"/>
              </a:rPr>
              <a:t> send to back</a:t>
            </a:r>
          </a:p>
          <a:p>
            <a:pPr marL="228600" indent="-228600">
              <a:buFont typeface="+mj-lt"/>
              <a:buAutoNum type="arabicPeriod"/>
            </a:pPr>
            <a:r>
              <a:rPr lang="en-US" dirty="0">
                <a:sym typeface="Wingdings" pitchFamily="2" charset="2"/>
              </a:rPr>
              <a:t>Make your edits to the circles, locations, etc.</a:t>
            </a:r>
          </a:p>
          <a:p>
            <a:pPr marL="228600" indent="-228600">
              <a:buFont typeface="+mj-lt"/>
              <a:buAutoNum type="arabicPeriod"/>
            </a:pPr>
            <a:r>
              <a:rPr lang="en-US" dirty="0">
                <a:sym typeface="Wingdings" pitchFamily="2" charset="2"/>
              </a:rPr>
              <a:t>Select map graphic  bring to front</a:t>
            </a:r>
          </a:p>
          <a:p>
            <a:pPr marL="0" marR="0" lvl="0" indent="0" algn="l" defTabSz="1219170" rtl="0" eaLnBrk="1" fontAlgn="auto" latinLnBrk="0" hangingPunct="1">
              <a:lnSpc>
                <a:spcPct val="107000"/>
              </a:lnSpc>
              <a:spcBef>
                <a:spcPts val="0"/>
              </a:spcBef>
              <a:spcAft>
                <a:spcPts val="600"/>
              </a:spcAft>
              <a:buClrTx/>
              <a:buSzTx/>
              <a:buFontTx/>
              <a:buNone/>
              <a:tabLst>
                <a:tab pos="2992755" algn="l"/>
              </a:tabLst>
              <a:defRPr/>
            </a:pPr>
            <a:endParaRPr lang="en-US" sz="1600" dirty="0">
              <a:solidFill>
                <a:srgbClr val="FFFFFF"/>
              </a:solidFill>
              <a:latin typeface="Overpass Medium" panose="020B0503020203020203" pitchFamily="34" charset="0"/>
            </a:endParaRPr>
          </a:p>
          <a:p>
            <a:pPr marL="0" marR="0">
              <a:lnSpc>
                <a:spcPct val="107000"/>
              </a:lnSpc>
              <a:spcBef>
                <a:spcPts val="0"/>
              </a:spcBef>
              <a:spcAft>
                <a:spcPts val="600"/>
              </a:spcAft>
              <a:tabLst>
                <a:tab pos="2992755" algn="l"/>
              </a:tabLst>
            </a:pPr>
            <a:endParaRPr lang="en-US"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FD04A5FE-1FED-4B62-A7E3-38CF94561DA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8856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hyperlink" Target="https://www.bailsllc.com/" TargetMode="External"/><Relationship Id="rId7" Type="http://schemas.openxmlformats.org/officeDocument/2006/relationships/hyperlink" Target="https://www.tasmanglobal.com/" TargetMode="External"/><Relationship Id="rId2" Type="http://schemas.openxmlformats.org/officeDocument/2006/relationships/image" Target="../media/image24.png"/><Relationship Id="rId1" Type="http://schemas.openxmlformats.org/officeDocument/2006/relationships/slideMaster" Target="../slideMasters/slideMaster5.xml"/><Relationship Id="rId6" Type="http://schemas.openxmlformats.org/officeDocument/2006/relationships/image" Target="../media/image26.png"/><Relationship Id="rId5" Type="http://schemas.openxmlformats.org/officeDocument/2006/relationships/hyperlink" Target="https://www.healthtech.ca/" TargetMode="External"/><Relationship Id="rId10" Type="http://schemas.openxmlformats.org/officeDocument/2006/relationships/image" Target="../media/image28.png"/><Relationship Id="rId4" Type="http://schemas.openxmlformats.org/officeDocument/2006/relationships/image" Target="../media/image25.jpeg"/><Relationship Id="rId9" Type="http://schemas.openxmlformats.org/officeDocument/2006/relationships/hyperlink" Target="http://www.nordicglobal.com/" TargetMode="Externa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image" Target="../media/image29.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hite Geometric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A68CAB7-42D3-455C-8CD5-90BC8FBED62F}"/>
              </a:ext>
            </a:extLst>
          </p:cNvPr>
          <p:cNvGrpSpPr/>
          <p:nvPr userDrawn="1"/>
        </p:nvGrpSpPr>
        <p:grpSpPr>
          <a:xfrm>
            <a:off x="9133841" y="1"/>
            <a:ext cx="3058161" cy="6858001"/>
            <a:chOff x="9133840" y="0"/>
            <a:chExt cx="3058161" cy="6858001"/>
          </a:xfrm>
        </p:grpSpPr>
        <p:sp>
          <p:nvSpPr>
            <p:cNvPr id="8" name="Rectangle 7">
              <a:extLst>
                <a:ext uri="{FF2B5EF4-FFF2-40B4-BE49-F238E27FC236}">
                  <a16:creationId xmlns:a16="http://schemas.microsoft.com/office/drawing/2014/main" id="{042538CB-EF41-4BF5-8AE0-9CC49113A540}"/>
                </a:ext>
              </a:extLst>
            </p:cNvPr>
            <p:cNvSpPr/>
            <p:nvPr userDrawn="1"/>
          </p:nvSpPr>
          <p:spPr>
            <a:xfrm>
              <a:off x="9133840" y="0"/>
              <a:ext cx="3058161" cy="6858001"/>
            </a:xfrm>
            <a:prstGeom prst="rect">
              <a:avLst/>
            </a:prstGeom>
            <a:solidFill>
              <a:srgbClr val="EB76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9" name="Group 8">
              <a:extLst>
                <a:ext uri="{FF2B5EF4-FFF2-40B4-BE49-F238E27FC236}">
                  <a16:creationId xmlns:a16="http://schemas.microsoft.com/office/drawing/2014/main" id="{4B8B61F7-B595-4124-A670-FD7B46F01418}"/>
                </a:ext>
              </a:extLst>
            </p:cNvPr>
            <p:cNvGrpSpPr/>
            <p:nvPr userDrawn="1"/>
          </p:nvGrpSpPr>
          <p:grpSpPr>
            <a:xfrm>
              <a:off x="9368789" y="739805"/>
              <a:ext cx="2690399" cy="5374581"/>
              <a:chOff x="9368789" y="739805"/>
              <a:chExt cx="2690399" cy="5374581"/>
            </a:xfrm>
            <a:solidFill>
              <a:srgbClr val="00BBC7"/>
            </a:solidFill>
          </p:grpSpPr>
          <p:sp>
            <p:nvSpPr>
              <p:cNvPr id="10" name="Oval 9">
                <a:extLst>
                  <a:ext uri="{FF2B5EF4-FFF2-40B4-BE49-F238E27FC236}">
                    <a16:creationId xmlns:a16="http://schemas.microsoft.com/office/drawing/2014/main" id="{B52248C0-C189-4FED-BB8F-E4E10695DEC4}"/>
                  </a:ext>
                </a:extLst>
              </p:cNvPr>
              <p:cNvSpPr/>
              <p:nvPr userDrawn="1"/>
            </p:nvSpPr>
            <p:spPr>
              <a:xfrm>
                <a:off x="9409821" y="3465019"/>
                <a:ext cx="2649367" cy="26493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1" name="Flowchart: Delay 2">
                <a:extLst>
                  <a:ext uri="{FF2B5EF4-FFF2-40B4-BE49-F238E27FC236}">
                    <a16:creationId xmlns:a16="http://schemas.microsoft.com/office/drawing/2014/main" id="{9B0BE760-F50D-4110-A11A-F083C15444BB}"/>
                  </a:ext>
                </a:extLst>
              </p:cNvPr>
              <p:cNvSpPr/>
              <p:nvPr userDrawn="1"/>
            </p:nvSpPr>
            <p:spPr>
              <a:xfrm rot="16200000">
                <a:off x="10027555" y="1390888"/>
                <a:ext cx="1306216" cy="2623747"/>
              </a:xfrm>
              <a:custGeom>
                <a:avLst/>
                <a:gdLst>
                  <a:gd name="connsiteX0" fmla="*/ 0 w 1829202"/>
                  <a:gd name="connsiteY0" fmla="*/ 0 h 1659467"/>
                  <a:gd name="connsiteX1" fmla="*/ 914601 w 1829202"/>
                  <a:gd name="connsiteY1" fmla="*/ 0 h 1659467"/>
                  <a:gd name="connsiteX2" fmla="*/ 1829202 w 1829202"/>
                  <a:gd name="connsiteY2" fmla="*/ 829734 h 1659467"/>
                  <a:gd name="connsiteX3" fmla="*/ 914601 w 1829202"/>
                  <a:gd name="connsiteY3" fmla="*/ 1659468 h 1659467"/>
                  <a:gd name="connsiteX4" fmla="*/ 0 w 1829202"/>
                  <a:gd name="connsiteY4" fmla="*/ 1659467 h 1659467"/>
                  <a:gd name="connsiteX5" fmla="*/ 0 w 1829202"/>
                  <a:gd name="connsiteY5" fmla="*/ 0 h 1659467"/>
                  <a:gd name="connsiteX0" fmla="*/ 733778 w 1829202"/>
                  <a:gd name="connsiteY0" fmla="*/ 11289 h 1659468"/>
                  <a:gd name="connsiteX1" fmla="*/ 914601 w 1829202"/>
                  <a:gd name="connsiteY1" fmla="*/ 0 h 1659468"/>
                  <a:gd name="connsiteX2" fmla="*/ 1829202 w 1829202"/>
                  <a:gd name="connsiteY2" fmla="*/ 829734 h 1659468"/>
                  <a:gd name="connsiteX3" fmla="*/ 914601 w 1829202"/>
                  <a:gd name="connsiteY3" fmla="*/ 1659468 h 1659468"/>
                  <a:gd name="connsiteX4" fmla="*/ 0 w 1829202"/>
                  <a:gd name="connsiteY4" fmla="*/ 1659467 h 1659468"/>
                  <a:gd name="connsiteX5" fmla="*/ 733778 w 1829202"/>
                  <a:gd name="connsiteY5" fmla="*/ 11289 h 1659468"/>
                  <a:gd name="connsiteX0" fmla="*/ 22578 w 1118002"/>
                  <a:gd name="connsiteY0" fmla="*/ 11289 h 1659468"/>
                  <a:gd name="connsiteX1" fmla="*/ 203401 w 1118002"/>
                  <a:gd name="connsiteY1" fmla="*/ 0 h 1659468"/>
                  <a:gd name="connsiteX2" fmla="*/ 1118002 w 1118002"/>
                  <a:gd name="connsiteY2" fmla="*/ 829734 h 1659468"/>
                  <a:gd name="connsiteX3" fmla="*/ 203401 w 1118002"/>
                  <a:gd name="connsiteY3" fmla="*/ 1659468 h 1659468"/>
                  <a:gd name="connsiteX4" fmla="*/ 0 w 1118002"/>
                  <a:gd name="connsiteY4" fmla="*/ 1636890 h 1659468"/>
                  <a:gd name="connsiteX5" fmla="*/ 22578 w 1118002"/>
                  <a:gd name="connsiteY5" fmla="*/ 11289 h 1659468"/>
                  <a:gd name="connsiteX0" fmla="*/ 0 w 1095424"/>
                  <a:gd name="connsiteY0" fmla="*/ 11289 h 1659468"/>
                  <a:gd name="connsiteX1" fmla="*/ 180823 w 1095424"/>
                  <a:gd name="connsiteY1" fmla="*/ 0 h 1659468"/>
                  <a:gd name="connsiteX2" fmla="*/ 1095424 w 1095424"/>
                  <a:gd name="connsiteY2" fmla="*/ 829734 h 1659468"/>
                  <a:gd name="connsiteX3" fmla="*/ 180823 w 1095424"/>
                  <a:gd name="connsiteY3" fmla="*/ 1659468 h 1659468"/>
                  <a:gd name="connsiteX4" fmla="*/ 0 w 1095424"/>
                  <a:gd name="connsiteY4" fmla="*/ 11289 h 1659468"/>
                  <a:gd name="connsiteX0" fmla="*/ 0 w 914601"/>
                  <a:gd name="connsiteY0" fmla="*/ 1659468 h 1659468"/>
                  <a:gd name="connsiteX1" fmla="*/ 0 w 914601"/>
                  <a:gd name="connsiteY1" fmla="*/ 0 h 1659468"/>
                  <a:gd name="connsiteX2" fmla="*/ 914601 w 914601"/>
                  <a:gd name="connsiteY2" fmla="*/ 829734 h 1659468"/>
                  <a:gd name="connsiteX3" fmla="*/ 0 w 914601"/>
                  <a:gd name="connsiteY3" fmla="*/ 1659468 h 1659468"/>
                </a:gdLst>
                <a:ahLst/>
                <a:cxnLst>
                  <a:cxn ang="0">
                    <a:pos x="connsiteX0" y="connsiteY0"/>
                  </a:cxn>
                  <a:cxn ang="0">
                    <a:pos x="connsiteX1" y="connsiteY1"/>
                  </a:cxn>
                  <a:cxn ang="0">
                    <a:pos x="connsiteX2" y="connsiteY2"/>
                  </a:cxn>
                  <a:cxn ang="0">
                    <a:pos x="connsiteX3" y="connsiteY3"/>
                  </a:cxn>
                </a:cxnLst>
                <a:rect l="l" t="t" r="r" b="b"/>
                <a:pathLst>
                  <a:path w="914601" h="1659468">
                    <a:moveTo>
                      <a:pt x="0" y="1659468"/>
                    </a:moveTo>
                    <a:lnTo>
                      <a:pt x="0" y="0"/>
                    </a:lnTo>
                    <a:cubicBezTo>
                      <a:pt x="505120" y="0"/>
                      <a:pt x="914601" y="371485"/>
                      <a:pt x="914601" y="829734"/>
                    </a:cubicBezTo>
                    <a:cubicBezTo>
                      <a:pt x="914601" y="1287983"/>
                      <a:pt x="505120" y="1659468"/>
                      <a:pt x="0" y="16594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2" name="Flowchart: Delay 2">
                <a:extLst>
                  <a:ext uri="{FF2B5EF4-FFF2-40B4-BE49-F238E27FC236}">
                    <a16:creationId xmlns:a16="http://schemas.microsoft.com/office/drawing/2014/main" id="{A24CFEEA-BDF7-4665-91D9-3BC3AF8DAC78}"/>
                  </a:ext>
                </a:extLst>
              </p:cNvPr>
              <p:cNvSpPr/>
              <p:nvPr userDrawn="1"/>
            </p:nvSpPr>
            <p:spPr>
              <a:xfrm rot="16200000">
                <a:off x="10027556" y="81039"/>
                <a:ext cx="1306216" cy="2623747"/>
              </a:xfrm>
              <a:custGeom>
                <a:avLst/>
                <a:gdLst>
                  <a:gd name="connsiteX0" fmla="*/ 0 w 1829202"/>
                  <a:gd name="connsiteY0" fmla="*/ 0 h 1659467"/>
                  <a:gd name="connsiteX1" fmla="*/ 914601 w 1829202"/>
                  <a:gd name="connsiteY1" fmla="*/ 0 h 1659467"/>
                  <a:gd name="connsiteX2" fmla="*/ 1829202 w 1829202"/>
                  <a:gd name="connsiteY2" fmla="*/ 829734 h 1659467"/>
                  <a:gd name="connsiteX3" fmla="*/ 914601 w 1829202"/>
                  <a:gd name="connsiteY3" fmla="*/ 1659468 h 1659467"/>
                  <a:gd name="connsiteX4" fmla="*/ 0 w 1829202"/>
                  <a:gd name="connsiteY4" fmla="*/ 1659467 h 1659467"/>
                  <a:gd name="connsiteX5" fmla="*/ 0 w 1829202"/>
                  <a:gd name="connsiteY5" fmla="*/ 0 h 1659467"/>
                  <a:gd name="connsiteX0" fmla="*/ 733778 w 1829202"/>
                  <a:gd name="connsiteY0" fmla="*/ 11289 h 1659468"/>
                  <a:gd name="connsiteX1" fmla="*/ 914601 w 1829202"/>
                  <a:gd name="connsiteY1" fmla="*/ 0 h 1659468"/>
                  <a:gd name="connsiteX2" fmla="*/ 1829202 w 1829202"/>
                  <a:gd name="connsiteY2" fmla="*/ 829734 h 1659468"/>
                  <a:gd name="connsiteX3" fmla="*/ 914601 w 1829202"/>
                  <a:gd name="connsiteY3" fmla="*/ 1659468 h 1659468"/>
                  <a:gd name="connsiteX4" fmla="*/ 0 w 1829202"/>
                  <a:gd name="connsiteY4" fmla="*/ 1659467 h 1659468"/>
                  <a:gd name="connsiteX5" fmla="*/ 733778 w 1829202"/>
                  <a:gd name="connsiteY5" fmla="*/ 11289 h 1659468"/>
                  <a:gd name="connsiteX0" fmla="*/ 22578 w 1118002"/>
                  <a:gd name="connsiteY0" fmla="*/ 11289 h 1659468"/>
                  <a:gd name="connsiteX1" fmla="*/ 203401 w 1118002"/>
                  <a:gd name="connsiteY1" fmla="*/ 0 h 1659468"/>
                  <a:gd name="connsiteX2" fmla="*/ 1118002 w 1118002"/>
                  <a:gd name="connsiteY2" fmla="*/ 829734 h 1659468"/>
                  <a:gd name="connsiteX3" fmla="*/ 203401 w 1118002"/>
                  <a:gd name="connsiteY3" fmla="*/ 1659468 h 1659468"/>
                  <a:gd name="connsiteX4" fmla="*/ 0 w 1118002"/>
                  <a:gd name="connsiteY4" fmla="*/ 1636890 h 1659468"/>
                  <a:gd name="connsiteX5" fmla="*/ 22578 w 1118002"/>
                  <a:gd name="connsiteY5" fmla="*/ 11289 h 1659468"/>
                  <a:gd name="connsiteX0" fmla="*/ 0 w 1095424"/>
                  <a:gd name="connsiteY0" fmla="*/ 11289 h 1659468"/>
                  <a:gd name="connsiteX1" fmla="*/ 180823 w 1095424"/>
                  <a:gd name="connsiteY1" fmla="*/ 0 h 1659468"/>
                  <a:gd name="connsiteX2" fmla="*/ 1095424 w 1095424"/>
                  <a:gd name="connsiteY2" fmla="*/ 829734 h 1659468"/>
                  <a:gd name="connsiteX3" fmla="*/ 180823 w 1095424"/>
                  <a:gd name="connsiteY3" fmla="*/ 1659468 h 1659468"/>
                  <a:gd name="connsiteX4" fmla="*/ 0 w 1095424"/>
                  <a:gd name="connsiteY4" fmla="*/ 11289 h 1659468"/>
                  <a:gd name="connsiteX0" fmla="*/ 0 w 914601"/>
                  <a:gd name="connsiteY0" fmla="*/ 1659468 h 1659468"/>
                  <a:gd name="connsiteX1" fmla="*/ 0 w 914601"/>
                  <a:gd name="connsiteY1" fmla="*/ 0 h 1659468"/>
                  <a:gd name="connsiteX2" fmla="*/ 914601 w 914601"/>
                  <a:gd name="connsiteY2" fmla="*/ 829734 h 1659468"/>
                  <a:gd name="connsiteX3" fmla="*/ 0 w 914601"/>
                  <a:gd name="connsiteY3" fmla="*/ 1659468 h 1659468"/>
                </a:gdLst>
                <a:ahLst/>
                <a:cxnLst>
                  <a:cxn ang="0">
                    <a:pos x="connsiteX0" y="connsiteY0"/>
                  </a:cxn>
                  <a:cxn ang="0">
                    <a:pos x="connsiteX1" y="connsiteY1"/>
                  </a:cxn>
                  <a:cxn ang="0">
                    <a:pos x="connsiteX2" y="connsiteY2"/>
                  </a:cxn>
                  <a:cxn ang="0">
                    <a:pos x="connsiteX3" y="connsiteY3"/>
                  </a:cxn>
                </a:cxnLst>
                <a:rect l="l" t="t" r="r" b="b"/>
                <a:pathLst>
                  <a:path w="914601" h="1659468">
                    <a:moveTo>
                      <a:pt x="0" y="1659468"/>
                    </a:moveTo>
                    <a:lnTo>
                      <a:pt x="0" y="0"/>
                    </a:lnTo>
                    <a:cubicBezTo>
                      <a:pt x="505120" y="0"/>
                      <a:pt x="914601" y="371485"/>
                      <a:pt x="914601" y="829734"/>
                    </a:cubicBezTo>
                    <a:cubicBezTo>
                      <a:pt x="914601" y="1287983"/>
                      <a:pt x="505120" y="1659468"/>
                      <a:pt x="0" y="16594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38" name="Group 37">
            <a:extLst>
              <a:ext uri="{FF2B5EF4-FFF2-40B4-BE49-F238E27FC236}">
                <a16:creationId xmlns:a16="http://schemas.microsoft.com/office/drawing/2014/main" id="{9626C2FB-57F3-4560-AD89-5B252231D085}"/>
              </a:ext>
            </a:extLst>
          </p:cNvPr>
          <p:cNvGrpSpPr/>
          <p:nvPr userDrawn="1"/>
        </p:nvGrpSpPr>
        <p:grpSpPr>
          <a:xfrm>
            <a:off x="10233286" y="6353913"/>
            <a:ext cx="1859309" cy="488403"/>
            <a:chOff x="10233285" y="6353913"/>
            <a:chExt cx="1859309" cy="488403"/>
          </a:xfrm>
        </p:grpSpPr>
        <p:grpSp>
          <p:nvGrpSpPr>
            <p:cNvPr id="39" name="Group 38">
              <a:extLst>
                <a:ext uri="{FF2B5EF4-FFF2-40B4-BE49-F238E27FC236}">
                  <a16:creationId xmlns:a16="http://schemas.microsoft.com/office/drawing/2014/main" id="{D7BBA7FC-0030-4092-BBED-D55E46E0FC57}"/>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41" name="Freeform 6">
                <a:extLst>
                  <a:ext uri="{FF2B5EF4-FFF2-40B4-BE49-F238E27FC236}">
                    <a16:creationId xmlns:a16="http://schemas.microsoft.com/office/drawing/2014/main" id="{654C105D-8441-4F51-B426-7B8A89F89549}"/>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2" name="Freeform 7">
                <a:extLst>
                  <a:ext uri="{FF2B5EF4-FFF2-40B4-BE49-F238E27FC236}">
                    <a16:creationId xmlns:a16="http://schemas.microsoft.com/office/drawing/2014/main" id="{67E9F475-FA7A-41F6-9324-940DF0D6B547}"/>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8">
                <a:extLst>
                  <a:ext uri="{FF2B5EF4-FFF2-40B4-BE49-F238E27FC236}">
                    <a16:creationId xmlns:a16="http://schemas.microsoft.com/office/drawing/2014/main" id="{46C68E2E-5FA7-4A28-9043-C73077F32CE4}"/>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Rectangle 9">
                <a:extLst>
                  <a:ext uri="{FF2B5EF4-FFF2-40B4-BE49-F238E27FC236}">
                    <a16:creationId xmlns:a16="http://schemas.microsoft.com/office/drawing/2014/main" id="{5375E646-5B89-4FB2-A54B-C53CA43AB94C}"/>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Freeform 10">
                <a:extLst>
                  <a:ext uri="{FF2B5EF4-FFF2-40B4-BE49-F238E27FC236}">
                    <a16:creationId xmlns:a16="http://schemas.microsoft.com/office/drawing/2014/main" id="{679F09A8-3803-4784-B70B-E66731E5BDA7}"/>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1">
                <a:extLst>
                  <a:ext uri="{FF2B5EF4-FFF2-40B4-BE49-F238E27FC236}">
                    <a16:creationId xmlns:a16="http://schemas.microsoft.com/office/drawing/2014/main" id="{1ED8BC6F-838F-45F4-80BC-E94B30F834C3}"/>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2">
                <a:extLst>
                  <a:ext uri="{FF2B5EF4-FFF2-40B4-BE49-F238E27FC236}">
                    <a16:creationId xmlns:a16="http://schemas.microsoft.com/office/drawing/2014/main" id="{43CDA10D-28D5-4181-AD48-AEFE16E665E5}"/>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3">
                <a:extLst>
                  <a:ext uri="{FF2B5EF4-FFF2-40B4-BE49-F238E27FC236}">
                    <a16:creationId xmlns:a16="http://schemas.microsoft.com/office/drawing/2014/main" id="{9AD8CB75-E2C6-47BD-AF94-2CE6A5FCBAFB}"/>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4">
                <a:extLst>
                  <a:ext uri="{FF2B5EF4-FFF2-40B4-BE49-F238E27FC236}">
                    <a16:creationId xmlns:a16="http://schemas.microsoft.com/office/drawing/2014/main" id="{1973B1EC-1A96-4A2A-9886-3196AB6C215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5">
                <a:extLst>
                  <a:ext uri="{FF2B5EF4-FFF2-40B4-BE49-F238E27FC236}">
                    <a16:creationId xmlns:a16="http://schemas.microsoft.com/office/drawing/2014/main" id="{48CD0050-31B0-44AF-ACA2-19548C2C3C6E}"/>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6">
                <a:extLst>
                  <a:ext uri="{FF2B5EF4-FFF2-40B4-BE49-F238E27FC236}">
                    <a16:creationId xmlns:a16="http://schemas.microsoft.com/office/drawing/2014/main" id="{F98025D7-FE98-4C71-902C-BDFD60D819FD}"/>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7">
                <a:extLst>
                  <a:ext uri="{FF2B5EF4-FFF2-40B4-BE49-F238E27FC236}">
                    <a16:creationId xmlns:a16="http://schemas.microsoft.com/office/drawing/2014/main" id="{2F639B5B-158F-43C3-A740-FB82D97F3166}"/>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40" name="Oval 39">
              <a:extLst>
                <a:ext uri="{FF2B5EF4-FFF2-40B4-BE49-F238E27FC236}">
                  <a16:creationId xmlns:a16="http://schemas.microsoft.com/office/drawing/2014/main" id="{8CC459BB-E8F5-42CE-B244-35B3938DDDB1}"/>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3935927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Geometric 2">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3708B2FC-514E-48CE-A8FE-DAE644EC4819}"/>
              </a:ext>
            </a:extLst>
          </p:cNvPr>
          <p:cNvGrpSpPr/>
          <p:nvPr userDrawn="1"/>
        </p:nvGrpSpPr>
        <p:grpSpPr>
          <a:xfrm>
            <a:off x="9133841" y="1"/>
            <a:ext cx="3058161" cy="6861809"/>
            <a:chOff x="9133840" y="0"/>
            <a:chExt cx="3058161" cy="6861809"/>
          </a:xfrm>
        </p:grpSpPr>
        <p:sp>
          <p:nvSpPr>
            <p:cNvPr id="33" name="Rectangle 32">
              <a:extLst>
                <a:ext uri="{FF2B5EF4-FFF2-40B4-BE49-F238E27FC236}">
                  <a16:creationId xmlns:a16="http://schemas.microsoft.com/office/drawing/2014/main" id="{2757707F-408C-4ABA-BA2E-197D82DF482D}"/>
                </a:ext>
              </a:extLst>
            </p:cNvPr>
            <p:cNvSpPr/>
            <p:nvPr userDrawn="1"/>
          </p:nvSpPr>
          <p:spPr>
            <a:xfrm>
              <a:off x="9133840" y="0"/>
              <a:ext cx="3058161" cy="6858001"/>
            </a:xfrm>
            <a:prstGeom prst="rect">
              <a:avLst/>
            </a:prstGeom>
            <a:solidFill>
              <a:srgbClr val="EB76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Freeform: Shape 33">
              <a:extLst>
                <a:ext uri="{FF2B5EF4-FFF2-40B4-BE49-F238E27FC236}">
                  <a16:creationId xmlns:a16="http://schemas.microsoft.com/office/drawing/2014/main" id="{26094E6B-4354-46AA-97E0-B92705CB152D}"/>
                </a:ext>
              </a:extLst>
            </p:cNvPr>
            <p:cNvSpPr/>
            <p:nvPr userDrawn="1"/>
          </p:nvSpPr>
          <p:spPr>
            <a:xfrm>
              <a:off x="9629422" y="0"/>
              <a:ext cx="2562578" cy="2381956"/>
            </a:xfrm>
            <a:custGeom>
              <a:avLst/>
              <a:gdLst>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6595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23641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2578" h="2381956">
                  <a:moveTo>
                    <a:pt x="0" y="0"/>
                  </a:moveTo>
                  <a:lnTo>
                    <a:pt x="0" y="2381956"/>
                  </a:lnTo>
                  <a:lnTo>
                    <a:pt x="2562578" y="2381956"/>
                  </a:lnTo>
                  <a:lnTo>
                    <a:pt x="2562578" y="1320800"/>
                  </a:lnTo>
                  <a:cubicBezTo>
                    <a:pt x="2262764" y="831003"/>
                    <a:pt x="1879130" y="375497"/>
                    <a:pt x="1343096" y="0"/>
                  </a:cubicBezTo>
                  <a:lnTo>
                    <a:pt x="0" y="0"/>
                  </a:lnTo>
                  <a:close/>
                </a:path>
              </a:pathLst>
            </a:custGeom>
            <a:solidFill>
              <a:srgbClr val="F2A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extLst>
                <a:ext uri="{FF2B5EF4-FFF2-40B4-BE49-F238E27FC236}">
                  <a16:creationId xmlns:a16="http://schemas.microsoft.com/office/drawing/2014/main" id="{B25A68A4-C4E0-4ECD-8605-B042634CB5DE}"/>
                </a:ext>
              </a:extLst>
            </p:cNvPr>
            <p:cNvSpPr/>
            <p:nvPr userDrawn="1"/>
          </p:nvSpPr>
          <p:spPr>
            <a:xfrm>
              <a:off x="9136174" y="3063239"/>
              <a:ext cx="3055826" cy="400051"/>
            </a:xfrm>
            <a:prstGeom prst="rect">
              <a:avLst/>
            </a:prstGeom>
            <a:solidFill>
              <a:srgbClr val="F2A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8" name="Freeform: Shape 37">
              <a:extLst>
                <a:ext uri="{FF2B5EF4-FFF2-40B4-BE49-F238E27FC236}">
                  <a16:creationId xmlns:a16="http://schemas.microsoft.com/office/drawing/2014/main" id="{4794AF88-E403-4586-AADD-8225EF4613A8}"/>
                </a:ext>
              </a:extLst>
            </p:cNvPr>
            <p:cNvSpPr/>
            <p:nvPr userDrawn="1"/>
          </p:nvSpPr>
          <p:spPr>
            <a:xfrm flipV="1">
              <a:off x="9629422" y="4424342"/>
              <a:ext cx="2562578" cy="2437467"/>
            </a:xfrm>
            <a:custGeom>
              <a:avLst/>
              <a:gdLst>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6595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23641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57098 h 2439054"/>
                <a:gd name="connsiteX1" fmla="*/ 0 w 2562578"/>
                <a:gd name="connsiteY1" fmla="*/ 2439054 h 2439054"/>
                <a:gd name="connsiteX2" fmla="*/ 2562578 w 2562578"/>
                <a:gd name="connsiteY2" fmla="*/ 2439054 h 2439054"/>
                <a:gd name="connsiteX3" fmla="*/ 2562578 w 2562578"/>
                <a:gd name="connsiteY3" fmla="*/ 1377898 h 2439054"/>
                <a:gd name="connsiteX4" fmla="*/ 1282136 w 2562578"/>
                <a:gd name="connsiteY4" fmla="*/ 0 h 2439054"/>
                <a:gd name="connsiteX5" fmla="*/ 0 w 2562578"/>
                <a:gd name="connsiteY5" fmla="*/ 57098 h 2439054"/>
                <a:gd name="connsiteX0" fmla="*/ 0 w 2562578"/>
                <a:gd name="connsiteY0" fmla="*/ 7613 h 2439054"/>
                <a:gd name="connsiteX1" fmla="*/ 0 w 2562578"/>
                <a:gd name="connsiteY1" fmla="*/ 2439054 h 2439054"/>
                <a:gd name="connsiteX2" fmla="*/ 2562578 w 2562578"/>
                <a:gd name="connsiteY2" fmla="*/ 2439054 h 2439054"/>
                <a:gd name="connsiteX3" fmla="*/ 2562578 w 2562578"/>
                <a:gd name="connsiteY3" fmla="*/ 1377898 h 2439054"/>
                <a:gd name="connsiteX4" fmla="*/ 1282136 w 2562578"/>
                <a:gd name="connsiteY4" fmla="*/ 0 h 2439054"/>
                <a:gd name="connsiteX5" fmla="*/ 0 w 2562578"/>
                <a:gd name="connsiteY5" fmla="*/ 7613 h 2439054"/>
                <a:gd name="connsiteX0" fmla="*/ 0 w 2562578"/>
                <a:gd name="connsiteY0" fmla="*/ 7613 h 2439054"/>
                <a:gd name="connsiteX1" fmla="*/ 0 w 2562578"/>
                <a:gd name="connsiteY1" fmla="*/ 2439054 h 2439054"/>
                <a:gd name="connsiteX2" fmla="*/ 2562578 w 2562578"/>
                <a:gd name="connsiteY2" fmla="*/ 2439054 h 2439054"/>
                <a:gd name="connsiteX3" fmla="*/ 2562578 w 2562578"/>
                <a:gd name="connsiteY3" fmla="*/ 1377898 h 2439054"/>
                <a:gd name="connsiteX4" fmla="*/ 1282136 w 2562578"/>
                <a:gd name="connsiteY4" fmla="*/ 0 h 2439054"/>
                <a:gd name="connsiteX5" fmla="*/ 0 w 2562578"/>
                <a:gd name="connsiteY5" fmla="*/ 7613 h 2439054"/>
                <a:gd name="connsiteX0" fmla="*/ 0 w 2562578"/>
                <a:gd name="connsiteY0" fmla="*/ 3806 h 2435247"/>
                <a:gd name="connsiteX1" fmla="*/ 0 w 2562578"/>
                <a:gd name="connsiteY1" fmla="*/ 2435247 h 2435247"/>
                <a:gd name="connsiteX2" fmla="*/ 2562578 w 2562578"/>
                <a:gd name="connsiteY2" fmla="*/ 2435247 h 2435247"/>
                <a:gd name="connsiteX3" fmla="*/ 2562578 w 2562578"/>
                <a:gd name="connsiteY3" fmla="*/ 1374091 h 2435247"/>
                <a:gd name="connsiteX4" fmla="*/ 1282136 w 2562578"/>
                <a:gd name="connsiteY4" fmla="*/ 0 h 2435247"/>
                <a:gd name="connsiteX5" fmla="*/ 0 w 2562578"/>
                <a:gd name="connsiteY5" fmla="*/ 3806 h 2435247"/>
                <a:gd name="connsiteX0" fmla="*/ 0 w 2562578"/>
                <a:gd name="connsiteY0" fmla="*/ 3806 h 2435247"/>
                <a:gd name="connsiteX1" fmla="*/ 0 w 2562578"/>
                <a:gd name="connsiteY1" fmla="*/ 2435247 h 2435247"/>
                <a:gd name="connsiteX2" fmla="*/ 2562578 w 2562578"/>
                <a:gd name="connsiteY2" fmla="*/ 2435247 h 2435247"/>
                <a:gd name="connsiteX3" fmla="*/ 2562578 w 2562578"/>
                <a:gd name="connsiteY3" fmla="*/ 1374091 h 2435247"/>
                <a:gd name="connsiteX4" fmla="*/ 1282136 w 2562578"/>
                <a:gd name="connsiteY4" fmla="*/ 0 h 2435247"/>
                <a:gd name="connsiteX5" fmla="*/ 0 w 2562578"/>
                <a:gd name="connsiteY5" fmla="*/ 3806 h 2435247"/>
                <a:gd name="connsiteX0" fmla="*/ 0 w 2562578"/>
                <a:gd name="connsiteY0" fmla="*/ 3806 h 2435247"/>
                <a:gd name="connsiteX1" fmla="*/ 0 w 2562578"/>
                <a:gd name="connsiteY1" fmla="*/ 2435247 h 2435247"/>
                <a:gd name="connsiteX2" fmla="*/ 2562578 w 2562578"/>
                <a:gd name="connsiteY2" fmla="*/ 2435247 h 2435247"/>
                <a:gd name="connsiteX3" fmla="*/ 2562578 w 2562578"/>
                <a:gd name="connsiteY3" fmla="*/ 1374091 h 2435247"/>
                <a:gd name="connsiteX4" fmla="*/ 1282136 w 2562578"/>
                <a:gd name="connsiteY4" fmla="*/ 0 h 2435247"/>
                <a:gd name="connsiteX5" fmla="*/ 0 w 2562578"/>
                <a:gd name="connsiteY5" fmla="*/ 3806 h 2435247"/>
                <a:gd name="connsiteX0" fmla="*/ 0 w 2562578"/>
                <a:gd name="connsiteY0" fmla="*/ 3806 h 2435247"/>
                <a:gd name="connsiteX1" fmla="*/ 0 w 2562578"/>
                <a:gd name="connsiteY1" fmla="*/ 2435247 h 2435247"/>
                <a:gd name="connsiteX2" fmla="*/ 2562578 w 2562578"/>
                <a:gd name="connsiteY2" fmla="*/ 2435247 h 2435247"/>
                <a:gd name="connsiteX3" fmla="*/ 2562578 w 2562578"/>
                <a:gd name="connsiteY3" fmla="*/ 1374091 h 2435247"/>
                <a:gd name="connsiteX4" fmla="*/ 1282136 w 2562578"/>
                <a:gd name="connsiteY4" fmla="*/ 0 h 2435247"/>
                <a:gd name="connsiteX5" fmla="*/ 0 w 2562578"/>
                <a:gd name="connsiteY5" fmla="*/ 3806 h 243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2578" h="2435247">
                  <a:moveTo>
                    <a:pt x="0" y="3806"/>
                  </a:moveTo>
                  <a:lnTo>
                    <a:pt x="0" y="2435247"/>
                  </a:lnTo>
                  <a:lnTo>
                    <a:pt x="2562578" y="2435247"/>
                  </a:lnTo>
                  <a:lnTo>
                    <a:pt x="2562578" y="1374091"/>
                  </a:lnTo>
                  <a:cubicBezTo>
                    <a:pt x="2236094" y="792937"/>
                    <a:pt x="1753400" y="345044"/>
                    <a:pt x="1282136" y="0"/>
                  </a:cubicBezTo>
                  <a:lnTo>
                    <a:pt x="0" y="3806"/>
                  </a:lnTo>
                  <a:close/>
                </a:path>
              </a:pathLst>
            </a:custGeom>
            <a:solidFill>
              <a:srgbClr val="F2A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39" name="Group 38">
            <a:extLst>
              <a:ext uri="{FF2B5EF4-FFF2-40B4-BE49-F238E27FC236}">
                <a16:creationId xmlns:a16="http://schemas.microsoft.com/office/drawing/2014/main" id="{BF122595-6DE5-4ECF-8D91-705E52632F8C}"/>
              </a:ext>
            </a:extLst>
          </p:cNvPr>
          <p:cNvGrpSpPr/>
          <p:nvPr userDrawn="1"/>
        </p:nvGrpSpPr>
        <p:grpSpPr>
          <a:xfrm>
            <a:off x="10233286" y="6353913"/>
            <a:ext cx="1859309" cy="488403"/>
            <a:chOff x="10233285" y="6353913"/>
            <a:chExt cx="1859309" cy="488403"/>
          </a:xfrm>
        </p:grpSpPr>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41" name="Oval 40">
              <a:extLst>
                <a:ext uri="{FF2B5EF4-FFF2-40B4-BE49-F238E27FC236}">
                  <a16:creationId xmlns:a16="http://schemas.microsoft.com/office/drawing/2014/main" id="{9D6FBEB9-96CC-483F-A32F-9E7B996645D3}"/>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1766353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ite Geometric 3">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9B685137-0546-4064-B94D-1C2F2D56C8AA}"/>
              </a:ext>
            </a:extLst>
          </p:cNvPr>
          <p:cNvGrpSpPr/>
          <p:nvPr userDrawn="1"/>
        </p:nvGrpSpPr>
        <p:grpSpPr>
          <a:xfrm>
            <a:off x="9133841" y="-100965"/>
            <a:ext cx="3058161" cy="6961479"/>
            <a:chOff x="9133839" y="-100965"/>
            <a:chExt cx="3058161" cy="6961478"/>
          </a:xfrm>
        </p:grpSpPr>
        <p:sp>
          <p:nvSpPr>
            <p:cNvPr id="26" name="Rectangle 25">
              <a:extLst>
                <a:ext uri="{FF2B5EF4-FFF2-40B4-BE49-F238E27FC236}">
                  <a16:creationId xmlns:a16="http://schemas.microsoft.com/office/drawing/2014/main" id="{190F84AC-95BF-43AA-9758-70F906847451}"/>
                </a:ext>
              </a:extLst>
            </p:cNvPr>
            <p:cNvSpPr/>
            <p:nvPr userDrawn="1"/>
          </p:nvSpPr>
          <p:spPr>
            <a:xfrm>
              <a:off x="9133839" y="0"/>
              <a:ext cx="3058161" cy="6858001"/>
            </a:xfrm>
            <a:prstGeom prst="rect">
              <a:avLst/>
            </a:prstGeom>
            <a:solidFill>
              <a:srgbClr val="30547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27" name="Group 26">
              <a:extLst>
                <a:ext uri="{FF2B5EF4-FFF2-40B4-BE49-F238E27FC236}">
                  <a16:creationId xmlns:a16="http://schemas.microsoft.com/office/drawing/2014/main" id="{9E77FDA5-551F-4FC6-9E0E-929558E16BCE}"/>
                </a:ext>
              </a:extLst>
            </p:cNvPr>
            <p:cNvGrpSpPr/>
            <p:nvPr userDrawn="1"/>
          </p:nvGrpSpPr>
          <p:grpSpPr>
            <a:xfrm>
              <a:off x="9194631" y="-100965"/>
              <a:ext cx="2979920" cy="6961478"/>
              <a:chOff x="9194631" y="-100965"/>
              <a:chExt cx="2979920" cy="6961478"/>
            </a:xfrm>
          </p:grpSpPr>
          <p:grpSp>
            <p:nvGrpSpPr>
              <p:cNvPr id="28" name="Group 27">
                <a:extLst>
                  <a:ext uri="{FF2B5EF4-FFF2-40B4-BE49-F238E27FC236}">
                    <a16:creationId xmlns:a16="http://schemas.microsoft.com/office/drawing/2014/main" id="{90C20E7A-AF67-4172-A6F7-E973EAE9216D}"/>
                  </a:ext>
                </a:extLst>
              </p:cNvPr>
              <p:cNvGrpSpPr/>
              <p:nvPr userDrawn="1"/>
            </p:nvGrpSpPr>
            <p:grpSpPr>
              <a:xfrm>
                <a:off x="9194648" y="-100965"/>
                <a:ext cx="2976093" cy="2986724"/>
                <a:chOff x="9194648" y="-100965"/>
                <a:chExt cx="2976093" cy="2986724"/>
              </a:xfrm>
            </p:grpSpPr>
            <p:sp>
              <p:nvSpPr>
                <p:cNvPr id="60" name="Oval 59">
                  <a:extLst>
                    <a:ext uri="{FF2B5EF4-FFF2-40B4-BE49-F238E27FC236}">
                      <a16:creationId xmlns:a16="http://schemas.microsoft.com/office/drawing/2014/main" id="{40653C5E-18A1-4F7F-9CCC-E5FE61F88D55}"/>
                    </a:ext>
                  </a:extLst>
                </p:cNvPr>
                <p:cNvSpPr/>
                <p:nvPr userDrawn="1"/>
              </p:nvSpPr>
              <p:spPr>
                <a:xfrm>
                  <a:off x="10725404" y="1170044"/>
                  <a:ext cx="1445337" cy="1445337"/>
                </a:xfrm>
                <a:prstGeom prst="ellipse">
                  <a:avLst/>
                </a:prstGeom>
                <a:solidFill>
                  <a:srgbClr val="E0C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1" name="Oval 60">
                  <a:extLst>
                    <a:ext uri="{FF2B5EF4-FFF2-40B4-BE49-F238E27FC236}">
                      <a16:creationId xmlns:a16="http://schemas.microsoft.com/office/drawing/2014/main" id="{0A800EC8-9032-474D-A91D-D8ECBD92F956}"/>
                    </a:ext>
                  </a:extLst>
                </p:cNvPr>
                <p:cNvSpPr/>
                <p:nvPr userDrawn="1"/>
              </p:nvSpPr>
              <p:spPr>
                <a:xfrm>
                  <a:off x="9194648" y="-100965"/>
                  <a:ext cx="1516806" cy="1516806"/>
                </a:xfrm>
                <a:prstGeom prst="ellipse">
                  <a:avLst/>
                </a:prstGeom>
                <a:solidFill>
                  <a:srgbClr val="E0C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2" name="Freeform: Shape 61">
                  <a:extLst>
                    <a:ext uri="{FF2B5EF4-FFF2-40B4-BE49-F238E27FC236}">
                      <a16:creationId xmlns:a16="http://schemas.microsoft.com/office/drawing/2014/main" id="{E6493F42-032F-43A3-B41C-D0FA26CC2978}"/>
                    </a:ext>
                  </a:extLst>
                </p:cNvPr>
                <p:cNvSpPr/>
                <p:nvPr userDrawn="1"/>
              </p:nvSpPr>
              <p:spPr>
                <a:xfrm>
                  <a:off x="10725403" y="-1"/>
                  <a:ext cx="1356107" cy="1288026"/>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Lst>
                  <a:ahLst/>
                  <a:cxnLst>
                    <a:cxn ang="0">
                      <a:pos x="connsiteX0" y="connsiteY0"/>
                    </a:cxn>
                    <a:cxn ang="0">
                      <a:pos x="connsiteX1" y="connsiteY1"/>
                    </a:cxn>
                    <a:cxn ang="0">
                      <a:pos x="connsiteX2" y="connsiteY2"/>
                    </a:cxn>
                    <a:cxn ang="0">
                      <a:pos x="connsiteX3" y="connsiteY3"/>
                    </a:cxn>
                  </a:cxnLst>
                  <a:rect l="l" t="t" r="r" b="b"/>
                  <a:pathLst>
                    <a:path w="1376516" h="1288026">
                      <a:moveTo>
                        <a:pt x="0" y="0"/>
                      </a:moveTo>
                      <a:lnTo>
                        <a:pt x="0" y="1288026"/>
                      </a:lnTo>
                      <a:cubicBezTo>
                        <a:pt x="412431" y="1180629"/>
                        <a:pt x="1058835" y="798912"/>
                        <a:pt x="1376516" y="0"/>
                      </a:cubicBezTo>
                      <a:lnTo>
                        <a:pt x="0" y="0"/>
                      </a:lnTo>
                      <a:close/>
                    </a:path>
                  </a:pathLst>
                </a:custGeom>
                <a:solidFill>
                  <a:srgbClr val="E0C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3" name="Freeform: Shape 62">
                  <a:extLst>
                    <a:ext uri="{FF2B5EF4-FFF2-40B4-BE49-F238E27FC236}">
                      <a16:creationId xmlns:a16="http://schemas.microsoft.com/office/drawing/2014/main" id="{AB334EEF-1BFF-4AB6-AF10-FB50971087C6}"/>
                    </a:ext>
                  </a:extLst>
                </p:cNvPr>
                <p:cNvSpPr/>
                <p:nvPr userDrawn="1"/>
              </p:nvSpPr>
              <p:spPr>
                <a:xfrm flipH="1" flipV="1">
                  <a:off x="9266115" y="1289578"/>
                  <a:ext cx="1445338" cy="1596181"/>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Lst>
                  <a:ahLst/>
                  <a:cxnLst>
                    <a:cxn ang="0">
                      <a:pos x="connsiteX0" y="connsiteY0"/>
                    </a:cxn>
                    <a:cxn ang="0">
                      <a:pos x="connsiteX1" y="connsiteY1"/>
                    </a:cxn>
                    <a:cxn ang="0">
                      <a:pos x="connsiteX2" y="connsiteY2"/>
                    </a:cxn>
                    <a:cxn ang="0">
                      <a:pos x="connsiteX3" y="connsiteY3"/>
                    </a:cxn>
                  </a:cxnLst>
                  <a:rect l="l" t="t" r="r" b="b"/>
                  <a:pathLst>
                    <a:path w="1376516" h="1288026">
                      <a:moveTo>
                        <a:pt x="0" y="0"/>
                      </a:moveTo>
                      <a:lnTo>
                        <a:pt x="0" y="1288026"/>
                      </a:lnTo>
                      <a:cubicBezTo>
                        <a:pt x="528545" y="1165258"/>
                        <a:pt x="1151364" y="758944"/>
                        <a:pt x="1376516" y="0"/>
                      </a:cubicBezTo>
                      <a:lnTo>
                        <a:pt x="0" y="0"/>
                      </a:lnTo>
                      <a:close/>
                    </a:path>
                  </a:pathLst>
                </a:custGeom>
                <a:solidFill>
                  <a:srgbClr val="E0C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29" name="Group 28">
                <a:extLst>
                  <a:ext uri="{FF2B5EF4-FFF2-40B4-BE49-F238E27FC236}">
                    <a16:creationId xmlns:a16="http://schemas.microsoft.com/office/drawing/2014/main" id="{0B14BB34-DF7D-4FD5-9D1D-87AD1FA24D66}"/>
                  </a:ext>
                </a:extLst>
              </p:cNvPr>
              <p:cNvGrpSpPr/>
              <p:nvPr userDrawn="1"/>
            </p:nvGrpSpPr>
            <p:grpSpPr>
              <a:xfrm>
                <a:off x="9357359" y="4358680"/>
                <a:ext cx="2817192" cy="1445337"/>
                <a:chOff x="9357359" y="1401080"/>
                <a:chExt cx="2817192" cy="1445337"/>
              </a:xfrm>
              <a:solidFill>
                <a:srgbClr val="E0CD21"/>
              </a:solidFill>
            </p:grpSpPr>
            <p:sp>
              <p:nvSpPr>
                <p:cNvPr id="58" name="Oval 57">
                  <a:extLst>
                    <a:ext uri="{FF2B5EF4-FFF2-40B4-BE49-F238E27FC236}">
                      <a16:creationId xmlns:a16="http://schemas.microsoft.com/office/drawing/2014/main" id="{A8219210-360F-47AB-9C3A-A8F5B084B803}"/>
                    </a:ext>
                  </a:extLst>
                </p:cNvPr>
                <p:cNvSpPr/>
                <p:nvPr userDrawn="1"/>
              </p:nvSpPr>
              <p:spPr>
                <a:xfrm>
                  <a:off x="10729214" y="1401080"/>
                  <a:ext cx="1445337" cy="144533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9" name="Freeform: Shape 58">
                  <a:extLst>
                    <a:ext uri="{FF2B5EF4-FFF2-40B4-BE49-F238E27FC236}">
                      <a16:creationId xmlns:a16="http://schemas.microsoft.com/office/drawing/2014/main" id="{047F51B6-04B4-4859-BF7C-5B0C412DD5CE}"/>
                    </a:ext>
                  </a:extLst>
                </p:cNvPr>
                <p:cNvSpPr/>
                <p:nvPr userDrawn="1"/>
              </p:nvSpPr>
              <p:spPr>
                <a:xfrm flipH="1" flipV="1">
                  <a:off x="9357359" y="1517494"/>
                  <a:ext cx="1354093" cy="1289991"/>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Lst>
                  <a:ahLst/>
                  <a:cxnLst>
                    <a:cxn ang="0">
                      <a:pos x="connsiteX0" y="connsiteY0"/>
                    </a:cxn>
                    <a:cxn ang="0">
                      <a:pos x="connsiteX1" y="connsiteY1"/>
                    </a:cxn>
                    <a:cxn ang="0">
                      <a:pos x="connsiteX2" y="connsiteY2"/>
                    </a:cxn>
                    <a:cxn ang="0">
                      <a:pos x="connsiteX3" y="connsiteY3"/>
                    </a:cxn>
                  </a:cxnLst>
                  <a:rect l="l" t="t" r="r" b="b"/>
                  <a:pathLst>
                    <a:path w="1376516" h="1288026">
                      <a:moveTo>
                        <a:pt x="0" y="0"/>
                      </a:moveTo>
                      <a:lnTo>
                        <a:pt x="0" y="1288026"/>
                      </a:lnTo>
                      <a:cubicBezTo>
                        <a:pt x="358129" y="1199496"/>
                        <a:pt x="1042918" y="846441"/>
                        <a:pt x="1376516" y="0"/>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30" name="Group 29">
                <a:extLst>
                  <a:ext uri="{FF2B5EF4-FFF2-40B4-BE49-F238E27FC236}">
                    <a16:creationId xmlns:a16="http://schemas.microsoft.com/office/drawing/2014/main" id="{279B022D-9790-45FB-8565-F20499B39CEF}"/>
                  </a:ext>
                </a:extLst>
              </p:cNvPr>
              <p:cNvGrpSpPr/>
              <p:nvPr userDrawn="1"/>
            </p:nvGrpSpPr>
            <p:grpSpPr>
              <a:xfrm>
                <a:off x="9194648" y="2885758"/>
                <a:ext cx="2978302" cy="1716833"/>
                <a:chOff x="9194648" y="2885758"/>
                <a:chExt cx="2978302" cy="1716833"/>
              </a:xfrm>
            </p:grpSpPr>
            <p:sp>
              <p:nvSpPr>
                <p:cNvPr id="56" name="Oval 55">
                  <a:extLst>
                    <a:ext uri="{FF2B5EF4-FFF2-40B4-BE49-F238E27FC236}">
                      <a16:creationId xmlns:a16="http://schemas.microsoft.com/office/drawing/2014/main" id="{969B0C55-8920-4F80-9678-CFAEF32F2757}"/>
                    </a:ext>
                  </a:extLst>
                </p:cNvPr>
                <p:cNvSpPr/>
                <p:nvPr userDrawn="1"/>
              </p:nvSpPr>
              <p:spPr>
                <a:xfrm>
                  <a:off x="9194648" y="3085785"/>
                  <a:ext cx="1516806" cy="1516806"/>
                </a:xfrm>
                <a:prstGeom prst="ellipse">
                  <a:avLst/>
                </a:prstGeom>
                <a:solidFill>
                  <a:srgbClr val="E0C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7" name="Freeform: Shape 56">
                  <a:extLst>
                    <a:ext uri="{FF2B5EF4-FFF2-40B4-BE49-F238E27FC236}">
                      <a16:creationId xmlns:a16="http://schemas.microsoft.com/office/drawing/2014/main" id="{3E1FBFED-254D-4784-8507-DE81EB81C7CC}"/>
                    </a:ext>
                  </a:extLst>
                </p:cNvPr>
                <p:cNvSpPr/>
                <p:nvPr userDrawn="1"/>
              </p:nvSpPr>
              <p:spPr>
                <a:xfrm>
                  <a:off x="10725403" y="2885758"/>
                  <a:ext cx="1447547" cy="1589335"/>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Lst>
                  <a:ahLst/>
                  <a:cxnLst>
                    <a:cxn ang="0">
                      <a:pos x="connsiteX0" y="connsiteY0"/>
                    </a:cxn>
                    <a:cxn ang="0">
                      <a:pos x="connsiteX1" y="connsiteY1"/>
                    </a:cxn>
                    <a:cxn ang="0">
                      <a:pos x="connsiteX2" y="connsiteY2"/>
                    </a:cxn>
                    <a:cxn ang="0">
                      <a:pos x="connsiteX3" y="connsiteY3"/>
                    </a:cxn>
                  </a:cxnLst>
                  <a:rect l="l" t="t" r="r" b="b"/>
                  <a:pathLst>
                    <a:path w="1376516" h="1288026">
                      <a:moveTo>
                        <a:pt x="0" y="0"/>
                      </a:moveTo>
                      <a:lnTo>
                        <a:pt x="0" y="1288026"/>
                      </a:lnTo>
                      <a:cubicBezTo>
                        <a:pt x="481269" y="1189892"/>
                        <a:pt x="1171149" y="752596"/>
                        <a:pt x="1376516" y="0"/>
                      </a:cubicBezTo>
                      <a:lnTo>
                        <a:pt x="0" y="0"/>
                      </a:lnTo>
                      <a:close/>
                    </a:path>
                  </a:pathLst>
                </a:custGeom>
                <a:solidFill>
                  <a:srgbClr val="E0C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54" name="Oval 27">
                <a:extLst>
                  <a:ext uri="{FF2B5EF4-FFF2-40B4-BE49-F238E27FC236}">
                    <a16:creationId xmlns:a16="http://schemas.microsoft.com/office/drawing/2014/main" id="{BEB20496-8EC3-40AC-9C25-3D99E56E27FD}"/>
                  </a:ext>
                </a:extLst>
              </p:cNvPr>
              <p:cNvSpPr/>
              <p:nvPr userDrawn="1"/>
            </p:nvSpPr>
            <p:spPr>
              <a:xfrm>
                <a:off x="9194631" y="5964238"/>
                <a:ext cx="1520034" cy="896275"/>
              </a:xfrm>
              <a:custGeom>
                <a:avLst/>
                <a:gdLst>
                  <a:gd name="connsiteX0" fmla="*/ 0 w 1516806"/>
                  <a:gd name="connsiteY0" fmla="*/ 758403 h 1516806"/>
                  <a:gd name="connsiteX1" fmla="*/ 758403 w 1516806"/>
                  <a:gd name="connsiteY1" fmla="*/ 0 h 1516806"/>
                  <a:gd name="connsiteX2" fmla="*/ 1516806 w 1516806"/>
                  <a:gd name="connsiteY2" fmla="*/ 758403 h 1516806"/>
                  <a:gd name="connsiteX3" fmla="*/ 758403 w 1516806"/>
                  <a:gd name="connsiteY3" fmla="*/ 1516806 h 1516806"/>
                  <a:gd name="connsiteX4" fmla="*/ 0 w 1516806"/>
                  <a:gd name="connsiteY4" fmla="*/ 758403 h 1516806"/>
                  <a:gd name="connsiteX0" fmla="*/ 0 w 1604519"/>
                  <a:gd name="connsiteY0" fmla="*/ 758403 h 1517497"/>
                  <a:gd name="connsiteX1" fmla="*/ 758403 w 1604519"/>
                  <a:gd name="connsiteY1" fmla="*/ 0 h 1517497"/>
                  <a:gd name="connsiteX2" fmla="*/ 1516806 w 1604519"/>
                  <a:gd name="connsiteY2" fmla="*/ 758403 h 1517497"/>
                  <a:gd name="connsiteX3" fmla="*/ 1503832 w 1604519"/>
                  <a:gd name="connsiteY3" fmla="*/ 891856 h 1517497"/>
                  <a:gd name="connsiteX4" fmla="*/ 758403 w 1604519"/>
                  <a:gd name="connsiteY4" fmla="*/ 1516806 h 1517497"/>
                  <a:gd name="connsiteX5" fmla="*/ 0 w 1604519"/>
                  <a:gd name="connsiteY5" fmla="*/ 758403 h 1517497"/>
                  <a:gd name="connsiteX0" fmla="*/ 0 w 1572618"/>
                  <a:gd name="connsiteY0" fmla="*/ 758403 h 1517497"/>
                  <a:gd name="connsiteX1" fmla="*/ 758403 w 1572618"/>
                  <a:gd name="connsiteY1" fmla="*/ 0 h 1517497"/>
                  <a:gd name="connsiteX2" fmla="*/ 1516806 w 1572618"/>
                  <a:gd name="connsiteY2" fmla="*/ 758403 h 1517497"/>
                  <a:gd name="connsiteX3" fmla="*/ 1503832 w 1572618"/>
                  <a:gd name="connsiteY3" fmla="*/ 891856 h 1517497"/>
                  <a:gd name="connsiteX4" fmla="*/ 758403 w 1572618"/>
                  <a:gd name="connsiteY4" fmla="*/ 1516806 h 1517497"/>
                  <a:gd name="connsiteX5" fmla="*/ 0 w 1572618"/>
                  <a:gd name="connsiteY5" fmla="*/ 758403 h 1517497"/>
                  <a:gd name="connsiteX0" fmla="*/ 0 w 1572618"/>
                  <a:gd name="connsiteY0" fmla="*/ 758403 h 1517497"/>
                  <a:gd name="connsiteX1" fmla="*/ 758403 w 1572618"/>
                  <a:gd name="connsiteY1" fmla="*/ 0 h 1517497"/>
                  <a:gd name="connsiteX2" fmla="*/ 1516806 w 1572618"/>
                  <a:gd name="connsiteY2" fmla="*/ 758403 h 1517497"/>
                  <a:gd name="connsiteX3" fmla="*/ 1503832 w 1572618"/>
                  <a:gd name="connsiteY3" fmla="*/ 891856 h 1517497"/>
                  <a:gd name="connsiteX4" fmla="*/ 758403 w 1572618"/>
                  <a:gd name="connsiteY4" fmla="*/ 1516806 h 1517497"/>
                  <a:gd name="connsiteX5" fmla="*/ 0 w 1572618"/>
                  <a:gd name="connsiteY5" fmla="*/ 758403 h 1517497"/>
                  <a:gd name="connsiteX0" fmla="*/ 0 w 1572618"/>
                  <a:gd name="connsiteY0" fmla="*/ 758403 h 1517497"/>
                  <a:gd name="connsiteX1" fmla="*/ 758403 w 1572618"/>
                  <a:gd name="connsiteY1" fmla="*/ 0 h 1517497"/>
                  <a:gd name="connsiteX2" fmla="*/ 1516806 w 1572618"/>
                  <a:gd name="connsiteY2" fmla="*/ 758403 h 1517497"/>
                  <a:gd name="connsiteX3" fmla="*/ 1503832 w 1572618"/>
                  <a:gd name="connsiteY3" fmla="*/ 891856 h 1517497"/>
                  <a:gd name="connsiteX4" fmla="*/ 758403 w 1572618"/>
                  <a:gd name="connsiteY4" fmla="*/ 1516806 h 1517497"/>
                  <a:gd name="connsiteX5" fmla="*/ 0 w 1572618"/>
                  <a:gd name="connsiteY5" fmla="*/ 758403 h 1517497"/>
                  <a:gd name="connsiteX0" fmla="*/ 0 w 1518434"/>
                  <a:gd name="connsiteY0" fmla="*/ 758403 h 1517497"/>
                  <a:gd name="connsiteX1" fmla="*/ 758403 w 1518434"/>
                  <a:gd name="connsiteY1" fmla="*/ 0 h 1517497"/>
                  <a:gd name="connsiteX2" fmla="*/ 1516806 w 1518434"/>
                  <a:gd name="connsiteY2" fmla="*/ 758403 h 1517497"/>
                  <a:gd name="connsiteX3" fmla="*/ 1503832 w 1518434"/>
                  <a:gd name="connsiteY3" fmla="*/ 891856 h 1517497"/>
                  <a:gd name="connsiteX4" fmla="*/ 758403 w 1518434"/>
                  <a:gd name="connsiteY4" fmla="*/ 1516806 h 1517497"/>
                  <a:gd name="connsiteX5" fmla="*/ 0 w 1518434"/>
                  <a:gd name="connsiteY5" fmla="*/ 758403 h 1517497"/>
                  <a:gd name="connsiteX0" fmla="*/ 0 w 1525205"/>
                  <a:gd name="connsiteY0" fmla="*/ 758403 h 1517497"/>
                  <a:gd name="connsiteX1" fmla="*/ 758403 w 1525205"/>
                  <a:gd name="connsiteY1" fmla="*/ 0 h 1517497"/>
                  <a:gd name="connsiteX2" fmla="*/ 1516806 w 1525205"/>
                  <a:gd name="connsiteY2" fmla="*/ 758403 h 1517497"/>
                  <a:gd name="connsiteX3" fmla="*/ 1503832 w 1525205"/>
                  <a:gd name="connsiteY3" fmla="*/ 891856 h 1517497"/>
                  <a:gd name="connsiteX4" fmla="*/ 758403 w 1525205"/>
                  <a:gd name="connsiteY4" fmla="*/ 1516806 h 1517497"/>
                  <a:gd name="connsiteX5" fmla="*/ 0 w 1525205"/>
                  <a:gd name="connsiteY5" fmla="*/ 758403 h 1517497"/>
                  <a:gd name="connsiteX0" fmla="*/ 0 w 1525205"/>
                  <a:gd name="connsiteY0" fmla="*/ 758403 h 1517497"/>
                  <a:gd name="connsiteX1" fmla="*/ 758403 w 1525205"/>
                  <a:gd name="connsiteY1" fmla="*/ 0 h 1517497"/>
                  <a:gd name="connsiteX2" fmla="*/ 1516806 w 1525205"/>
                  <a:gd name="connsiteY2" fmla="*/ 758403 h 1517497"/>
                  <a:gd name="connsiteX3" fmla="*/ 1503832 w 1525205"/>
                  <a:gd name="connsiteY3" fmla="*/ 891856 h 1517497"/>
                  <a:gd name="connsiteX4" fmla="*/ 758403 w 1525205"/>
                  <a:gd name="connsiteY4" fmla="*/ 1516806 h 1517497"/>
                  <a:gd name="connsiteX5" fmla="*/ 0 w 1525205"/>
                  <a:gd name="connsiteY5" fmla="*/ 758403 h 1517497"/>
                  <a:gd name="connsiteX0" fmla="*/ 0 w 1525205"/>
                  <a:gd name="connsiteY0" fmla="*/ 758403 h 1517497"/>
                  <a:gd name="connsiteX1" fmla="*/ 758403 w 1525205"/>
                  <a:gd name="connsiteY1" fmla="*/ 0 h 1517497"/>
                  <a:gd name="connsiteX2" fmla="*/ 1516806 w 1525205"/>
                  <a:gd name="connsiteY2" fmla="*/ 758403 h 1517497"/>
                  <a:gd name="connsiteX3" fmla="*/ 1503832 w 1525205"/>
                  <a:gd name="connsiteY3" fmla="*/ 891856 h 1517497"/>
                  <a:gd name="connsiteX4" fmla="*/ 758403 w 1525205"/>
                  <a:gd name="connsiteY4" fmla="*/ 1516806 h 1517497"/>
                  <a:gd name="connsiteX5" fmla="*/ 0 w 1525205"/>
                  <a:gd name="connsiteY5" fmla="*/ 758403 h 1517497"/>
                  <a:gd name="connsiteX0" fmla="*/ 0 w 1519280"/>
                  <a:gd name="connsiteY0" fmla="*/ 758403 h 1517497"/>
                  <a:gd name="connsiteX1" fmla="*/ 758403 w 1519280"/>
                  <a:gd name="connsiteY1" fmla="*/ 0 h 1517497"/>
                  <a:gd name="connsiteX2" fmla="*/ 1516806 w 1519280"/>
                  <a:gd name="connsiteY2" fmla="*/ 758403 h 1517497"/>
                  <a:gd name="connsiteX3" fmla="*/ 1503832 w 1519280"/>
                  <a:gd name="connsiteY3" fmla="*/ 891856 h 1517497"/>
                  <a:gd name="connsiteX4" fmla="*/ 758403 w 1519280"/>
                  <a:gd name="connsiteY4" fmla="*/ 1516806 h 1517497"/>
                  <a:gd name="connsiteX5" fmla="*/ 0 w 1519280"/>
                  <a:gd name="connsiteY5" fmla="*/ 758403 h 1517497"/>
                  <a:gd name="connsiteX0" fmla="*/ 0 w 1519280"/>
                  <a:gd name="connsiteY0" fmla="*/ 758403 h 1517497"/>
                  <a:gd name="connsiteX1" fmla="*/ 758403 w 1519280"/>
                  <a:gd name="connsiteY1" fmla="*/ 0 h 1517497"/>
                  <a:gd name="connsiteX2" fmla="*/ 1516806 w 1519280"/>
                  <a:gd name="connsiteY2" fmla="*/ 758403 h 1517497"/>
                  <a:gd name="connsiteX3" fmla="*/ 1503832 w 1519280"/>
                  <a:gd name="connsiteY3" fmla="*/ 891856 h 1517497"/>
                  <a:gd name="connsiteX4" fmla="*/ 758403 w 1519280"/>
                  <a:gd name="connsiteY4" fmla="*/ 1516806 h 1517497"/>
                  <a:gd name="connsiteX5" fmla="*/ 0 w 1519280"/>
                  <a:gd name="connsiteY5" fmla="*/ 758403 h 1517497"/>
                  <a:gd name="connsiteX0" fmla="*/ 90159 w 1609439"/>
                  <a:gd name="connsiteY0" fmla="*/ 758403 h 1517497"/>
                  <a:gd name="connsiteX1" fmla="*/ 848562 w 1609439"/>
                  <a:gd name="connsiteY1" fmla="*/ 0 h 1517497"/>
                  <a:gd name="connsiteX2" fmla="*/ 1606965 w 1609439"/>
                  <a:gd name="connsiteY2" fmla="*/ 758403 h 1517497"/>
                  <a:gd name="connsiteX3" fmla="*/ 1593991 w 1609439"/>
                  <a:gd name="connsiteY3" fmla="*/ 891856 h 1517497"/>
                  <a:gd name="connsiteX4" fmla="*/ 848562 w 1609439"/>
                  <a:gd name="connsiteY4" fmla="*/ 1516806 h 1517497"/>
                  <a:gd name="connsiteX5" fmla="*/ 98566 w 1609439"/>
                  <a:gd name="connsiteY5" fmla="*/ 893761 h 1517497"/>
                  <a:gd name="connsiteX6" fmla="*/ 90159 w 1609439"/>
                  <a:gd name="connsiteY6" fmla="*/ 758403 h 1517497"/>
                  <a:gd name="connsiteX0" fmla="*/ 54401 w 1573681"/>
                  <a:gd name="connsiteY0" fmla="*/ 758403 h 1517497"/>
                  <a:gd name="connsiteX1" fmla="*/ 812804 w 1573681"/>
                  <a:gd name="connsiteY1" fmla="*/ 0 h 1517497"/>
                  <a:gd name="connsiteX2" fmla="*/ 1571207 w 1573681"/>
                  <a:gd name="connsiteY2" fmla="*/ 758403 h 1517497"/>
                  <a:gd name="connsiteX3" fmla="*/ 1558233 w 1573681"/>
                  <a:gd name="connsiteY3" fmla="*/ 891856 h 1517497"/>
                  <a:gd name="connsiteX4" fmla="*/ 812804 w 1573681"/>
                  <a:gd name="connsiteY4" fmla="*/ 1516806 h 1517497"/>
                  <a:gd name="connsiteX5" fmla="*/ 62808 w 1573681"/>
                  <a:gd name="connsiteY5" fmla="*/ 893761 h 1517497"/>
                  <a:gd name="connsiteX6" fmla="*/ 54401 w 1573681"/>
                  <a:gd name="connsiteY6" fmla="*/ 758403 h 1517497"/>
                  <a:gd name="connsiteX0" fmla="*/ 1472 w 1520752"/>
                  <a:gd name="connsiteY0" fmla="*/ 758403 h 1517497"/>
                  <a:gd name="connsiteX1" fmla="*/ 759875 w 1520752"/>
                  <a:gd name="connsiteY1" fmla="*/ 0 h 1517497"/>
                  <a:gd name="connsiteX2" fmla="*/ 1518278 w 1520752"/>
                  <a:gd name="connsiteY2" fmla="*/ 758403 h 1517497"/>
                  <a:gd name="connsiteX3" fmla="*/ 1505304 w 1520752"/>
                  <a:gd name="connsiteY3" fmla="*/ 891856 h 1517497"/>
                  <a:gd name="connsiteX4" fmla="*/ 759875 w 1520752"/>
                  <a:gd name="connsiteY4" fmla="*/ 1516806 h 1517497"/>
                  <a:gd name="connsiteX5" fmla="*/ 9879 w 1520752"/>
                  <a:gd name="connsiteY5" fmla="*/ 893761 h 1517497"/>
                  <a:gd name="connsiteX6" fmla="*/ 1472 w 1520752"/>
                  <a:gd name="connsiteY6" fmla="*/ 758403 h 1517497"/>
                  <a:gd name="connsiteX0" fmla="*/ 1472 w 1520752"/>
                  <a:gd name="connsiteY0" fmla="*/ 758403 h 1517497"/>
                  <a:gd name="connsiteX1" fmla="*/ 759875 w 1520752"/>
                  <a:gd name="connsiteY1" fmla="*/ 0 h 1517497"/>
                  <a:gd name="connsiteX2" fmla="*/ 1518278 w 1520752"/>
                  <a:gd name="connsiteY2" fmla="*/ 758403 h 1517497"/>
                  <a:gd name="connsiteX3" fmla="*/ 1505304 w 1520752"/>
                  <a:gd name="connsiteY3" fmla="*/ 891856 h 1517497"/>
                  <a:gd name="connsiteX4" fmla="*/ 759875 w 1520752"/>
                  <a:gd name="connsiteY4" fmla="*/ 1516806 h 1517497"/>
                  <a:gd name="connsiteX5" fmla="*/ 9879 w 1520752"/>
                  <a:gd name="connsiteY5" fmla="*/ 893761 h 1517497"/>
                  <a:gd name="connsiteX6" fmla="*/ 1472 w 1520752"/>
                  <a:gd name="connsiteY6" fmla="*/ 758403 h 1517497"/>
                  <a:gd name="connsiteX0" fmla="*/ 1472 w 1520752"/>
                  <a:gd name="connsiteY0" fmla="*/ 758403 h 1517497"/>
                  <a:gd name="connsiteX1" fmla="*/ 759875 w 1520752"/>
                  <a:gd name="connsiteY1" fmla="*/ 0 h 1517497"/>
                  <a:gd name="connsiteX2" fmla="*/ 1518278 w 1520752"/>
                  <a:gd name="connsiteY2" fmla="*/ 758403 h 1517497"/>
                  <a:gd name="connsiteX3" fmla="*/ 1505304 w 1520752"/>
                  <a:gd name="connsiteY3" fmla="*/ 891856 h 1517497"/>
                  <a:gd name="connsiteX4" fmla="*/ 759875 w 1520752"/>
                  <a:gd name="connsiteY4" fmla="*/ 1516806 h 1517497"/>
                  <a:gd name="connsiteX5" fmla="*/ 9879 w 1520752"/>
                  <a:gd name="connsiteY5" fmla="*/ 893761 h 1517497"/>
                  <a:gd name="connsiteX6" fmla="*/ 1472 w 1520752"/>
                  <a:gd name="connsiteY6" fmla="*/ 758403 h 1517497"/>
                  <a:gd name="connsiteX0" fmla="*/ 1635 w 1520915"/>
                  <a:gd name="connsiteY0" fmla="*/ 758403 h 1517497"/>
                  <a:gd name="connsiteX1" fmla="*/ 760038 w 1520915"/>
                  <a:gd name="connsiteY1" fmla="*/ 0 h 1517497"/>
                  <a:gd name="connsiteX2" fmla="*/ 1518441 w 1520915"/>
                  <a:gd name="connsiteY2" fmla="*/ 758403 h 1517497"/>
                  <a:gd name="connsiteX3" fmla="*/ 1505467 w 1520915"/>
                  <a:gd name="connsiteY3" fmla="*/ 891856 h 1517497"/>
                  <a:gd name="connsiteX4" fmla="*/ 760038 w 1520915"/>
                  <a:gd name="connsiteY4" fmla="*/ 1516806 h 1517497"/>
                  <a:gd name="connsiteX5" fmla="*/ 10042 w 1520915"/>
                  <a:gd name="connsiteY5" fmla="*/ 893761 h 1517497"/>
                  <a:gd name="connsiteX6" fmla="*/ 1635 w 1520915"/>
                  <a:gd name="connsiteY6" fmla="*/ 758403 h 1517497"/>
                  <a:gd name="connsiteX0" fmla="*/ 1635 w 1520915"/>
                  <a:gd name="connsiteY0" fmla="*/ 758403 h 1517497"/>
                  <a:gd name="connsiteX1" fmla="*/ 760038 w 1520915"/>
                  <a:gd name="connsiteY1" fmla="*/ 0 h 1517497"/>
                  <a:gd name="connsiteX2" fmla="*/ 1518441 w 1520915"/>
                  <a:gd name="connsiteY2" fmla="*/ 758403 h 1517497"/>
                  <a:gd name="connsiteX3" fmla="*/ 1505467 w 1520915"/>
                  <a:gd name="connsiteY3" fmla="*/ 891856 h 1517497"/>
                  <a:gd name="connsiteX4" fmla="*/ 760038 w 1520915"/>
                  <a:gd name="connsiteY4" fmla="*/ 1516806 h 1517497"/>
                  <a:gd name="connsiteX5" fmla="*/ 10042 w 1520915"/>
                  <a:gd name="connsiteY5" fmla="*/ 893761 h 1517497"/>
                  <a:gd name="connsiteX6" fmla="*/ 1635 w 1520915"/>
                  <a:gd name="connsiteY6" fmla="*/ 758403 h 1517497"/>
                  <a:gd name="connsiteX0" fmla="*/ 1635 w 1520915"/>
                  <a:gd name="connsiteY0" fmla="*/ 758403 h 909634"/>
                  <a:gd name="connsiteX1" fmla="*/ 760038 w 1520915"/>
                  <a:gd name="connsiteY1" fmla="*/ 0 h 909634"/>
                  <a:gd name="connsiteX2" fmla="*/ 1518441 w 1520915"/>
                  <a:gd name="connsiteY2" fmla="*/ 758403 h 909634"/>
                  <a:gd name="connsiteX3" fmla="*/ 1505467 w 1520915"/>
                  <a:gd name="connsiteY3" fmla="*/ 891856 h 909634"/>
                  <a:gd name="connsiteX4" fmla="*/ 10042 w 1520915"/>
                  <a:gd name="connsiteY4" fmla="*/ 893761 h 909634"/>
                  <a:gd name="connsiteX5" fmla="*/ 1635 w 1520915"/>
                  <a:gd name="connsiteY5" fmla="*/ 758403 h 909634"/>
                  <a:gd name="connsiteX0" fmla="*/ 1635 w 1520915"/>
                  <a:gd name="connsiteY0" fmla="*/ 758403 h 903935"/>
                  <a:gd name="connsiteX1" fmla="*/ 760038 w 1520915"/>
                  <a:gd name="connsiteY1" fmla="*/ 0 h 903935"/>
                  <a:gd name="connsiteX2" fmla="*/ 1518441 w 1520915"/>
                  <a:gd name="connsiteY2" fmla="*/ 758403 h 903935"/>
                  <a:gd name="connsiteX3" fmla="*/ 1505467 w 1520915"/>
                  <a:gd name="connsiteY3" fmla="*/ 891856 h 903935"/>
                  <a:gd name="connsiteX4" fmla="*/ 10042 w 1520915"/>
                  <a:gd name="connsiteY4" fmla="*/ 893761 h 903935"/>
                  <a:gd name="connsiteX5" fmla="*/ 1635 w 1520915"/>
                  <a:gd name="connsiteY5" fmla="*/ 758403 h 903935"/>
                  <a:gd name="connsiteX0" fmla="*/ 1635 w 1520915"/>
                  <a:gd name="connsiteY0" fmla="*/ 758403 h 895486"/>
                  <a:gd name="connsiteX1" fmla="*/ 760038 w 1520915"/>
                  <a:gd name="connsiteY1" fmla="*/ 0 h 895486"/>
                  <a:gd name="connsiteX2" fmla="*/ 1518441 w 1520915"/>
                  <a:gd name="connsiteY2" fmla="*/ 758403 h 895486"/>
                  <a:gd name="connsiteX3" fmla="*/ 1505467 w 1520915"/>
                  <a:gd name="connsiteY3" fmla="*/ 891856 h 895486"/>
                  <a:gd name="connsiteX4" fmla="*/ 10042 w 1520915"/>
                  <a:gd name="connsiteY4" fmla="*/ 893761 h 895486"/>
                  <a:gd name="connsiteX5" fmla="*/ 1635 w 1520915"/>
                  <a:gd name="connsiteY5" fmla="*/ 758403 h 895486"/>
                  <a:gd name="connsiteX0" fmla="*/ 1635 w 1520915"/>
                  <a:gd name="connsiteY0" fmla="*/ 758403 h 896921"/>
                  <a:gd name="connsiteX1" fmla="*/ 760038 w 1520915"/>
                  <a:gd name="connsiteY1" fmla="*/ 0 h 896921"/>
                  <a:gd name="connsiteX2" fmla="*/ 1518441 w 1520915"/>
                  <a:gd name="connsiteY2" fmla="*/ 758403 h 896921"/>
                  <a:gd name="connsiteX3" fmla="*/ 1505467 w 1520915"/>
                  <a:gd name="connsiteY3" fmla="*/ 891856 h 896921"/>
                  <a:gd name="connsiteX4" fmla="*/ 42427 w 1520915"/>
                  <a:gd name="connsiteY4" fmla="*/ 895666 h 896921"/>
                  <a:gd name="connsiteX5" fmla="*/ 1635 w 1520915"/>
                  <a:gd name="connsiteY5" fmla="*/ 758403 h 896921"/>
                  <a:gd name="connsiteX0" fmla="*/ 2052 w 1521332"/>
                  <a:gd name="connsiteY0" fmla="*/ 758403 h 895486"/>
                  <a:gd name="connsiteX1" fmla="*/ 760455 w 1521332"/>
                  <a:gd name="connsiteY1" fmla="*/ 0 h 895486"/>
                  <a:gd name="connsiteX2" fmla="*/ 1518858 w 1521332"/>
                  <a:gd name="connsiteY2" fmla="*/ 758403 h 895486"/>
                  <a:gd name="connsiteX3" fmla="*/ 1505884 w 1521332"/>
                  <a:gd name="connsiteY3" fmla="*/ 891856 h 895486"/>
                  <a:gd name="connsiteX4" fmla="*/ 6649 w 1521332"/>
                  <a:gd name="connsiteY4" fmla="*/ 893761 h 895486"/>
                  <a:gd name="connsiteX5" fmla="*/ 2052 w 1521332"/>
                  <a:gd name="connsiteY5" fmla="*/ 758403 h 895486"/>
                  <a:gd name="connsiteX0" fmla="*/ 1636 w 1520916"/>
                  <a:gd name="connsiteY0" fmla="*/ 758403 h 895486"/>
                  <a:gd name="connsiteX1" fmla="*/ 760039 w 1520916"/>
                  <a:gd name="connsiteY1" fmla="*/ 0 h 895486"/>
                  <a:gd name="connsiteX2" fmla="*/ 1518442 w 1520916"/>
                  <a:gd name="connsiteY2" fmla="*/ 758403 h 895486"/>
                  <a:gd name="connsiteX3" fmla="*/ 1505468 w 1520916"/>
                  <a:gd name="connsiteY3" fmla="*/ 891856 h 895486"/>
                  <a:gd name="connsiteX4" fmla="*/ 6233 w 1520916"/>
                  <a:gd name="connsiteY4" fmla="*/ 893761 h 895486"/>
                  <a:gd name="connsiteX5" fmla="*/ 1636 w 1520916"/>
                  <a:gd name="connsiteY5" fmla="*/ 758403 h 895486"/>
                  <a:gd name="connsiteX0" fmla="*/ 1636 w 1520916"/>
                  <a:gd name="connsiteY0" fmla="*/ 758403 h 895486"/>
                  <a:gd name="connsiteX1" fmla="*/ 760039 w 1520916"/>
                  <a:gd name="connsiteY1" fmla="*/ 0 h 895486"/>
                  <a:gd name="connsiteX2" fmla="*/ 1518442 w 1520916"/>
                  <a:gd name="connsiteY2" fmla="*/ 758403 h 895486"/>
                  <a:gd name="connsiteX3" fmla="*/ 1505468 w 1520916"/>
                  <a:gd name="connsiteY3" fmla="*/ 891856 h 895486"/>
                  <a:gd name="connsiteX4" fmla="*/ 6233 w 1520916"/>
                  <a:gd name="connsiteY4" fmla="*/ 893761 h 895486"/>
                  <a:gd name="connsiteX5" fmla="*/ 1636 w 1520916"/>
                  <a:gd name="connsiteY5" fmla="*/ 758403 h 895486"/>
                  <a:gd name="connsiteX0" fmla="*/ 1636 w 1520916"/>
                  <a:gd name="connsiteY0" fmla="*/ 758403 h 895486"/>
                  <a:gd name="connsiteX1" fmla="*/ 760039 w 1520916"/>
                  <a:gd name="connsiteY1" fmla="*/ 0 h 895486"/>
                  <a:gd name="connsiteX2" fmla="*/ 1518442 w 1520916"/>
                  <a:gd name="connsiteY2" fmla="*/ 758403 h 895486"/>
                  <a:gd name="connsiteX3" fmla="*/ 1505468 w 1520916"/>
                  <a:gd name="connsiteY3" fmla="*/ 891856 h 895486"/>
                  <a:gd name="connsiteX4" fmla="*/ 6233 w 1520916"/>
                  <a:gd name="connsiteY4" fmla="*/ 893761 h 895486"/>
                  <a:gd name="connsiteX5" fmla="*/ 1636 w 1520916"/>
                  <a:gd name="connsiteY5" fmla="*/ 758403 h 895486"/>
                  <a:gd name="connsiteX0" fmla="*/ 0 w 1519280"/>
                  <a:gd name="connsiteY0" fmla="*/ 758403 h 895486"/>
                  <a:gd name="connsiteX1" fmla="*/ 758403 w 1519280"/>
                  <a:gd name="connsiteY1" fmla="*/ 0 h 895486"/>
                  <a:gd name="connsiteX2" fmla="*/ 1516806 w 1519280"/>
                  <a:gd name="connsiteY2" fmla="*/ 758403 h 895486"/>
                  <a:gd name="connsiteX3" fmla="*/ 1503832 w 1519280"/>
                  <a:gd name="connsiteY3" fmla="*/ 891856 h 895486"/>
                  <a:gd name="connsiteX4" fmla="*/ 4597 w 1519280"/>
                  <a:gd name="connsiteY4" fmla="*/ 893761 h 895486"/>
                  <a:gd name="connsiteX5" fmla="*/ 0 w 1519280"/>
                  <a:gd name="connsiteY5" fmla="*/ 758403 h 895486"/>
                  <a:gd name="connsiteX0" fmla="*/ 15 w 1519295"/>
                  <a:gd name="connsiteY0" fmla="*/ 758403 h 895486"/>
                  <a:gd name="connsiteX1" fmla="*/ 758418 w 1519295"/>
                  <a:gd name="connsiteY1" fmla="*/ 0 h 895486"/>
                  <a:gd name="connsiteX2" fmla="*/ 1516821 w 1519295"/>
                  <a:gd name="connsiteY2" fmla="*/ 758403 h 895486"/>
                  <a:gd name="connsiteX3" fmla="*/ 1503847 w 1519295"/>
                  <a:gd name="connsiteY3" fmla="*/ 891856 h 895486"/>
                  <a:gd name="connsiteX4" fmla="*/ 4612 w 1519295"/>
                  <a:gd name="connsiteY4" fmla="*/ 893761 h 895486"/>
                  <a:gd name="connsiteX5" fmla="*/ 15 w 1519295"/>
                  <a:gd name="connsiteY5" fmla="*/ 758403 h 895486"/>
                  <a:gd name="connsiteX0" fmla="*/ 15 w 1518072"/>
                  <a:gd name="connsiteY0" fmla="*/ 758403 h 895486"/>
                  <a:gd name="connsiteX1" fmla="*/ 758418 w 1518072"/>
                  <a:gd name="connsiteY1" fmla="*/ 0 h 895486"/>
                  <a:gd name="connsiteX2" fmla="*/ 1516821 w 1518072"/>
                  <a:gd name="connsiteY2" fmla="*/ 758403 h 895486"/>
                  <a:gd name="connsiteX3" fmla="*/ 1503847 w 1518072"/>
                  <a:gd name="connsiteY3" fmla="*/ 891856 h 895486"/>
                  <a:gd name="connsiteX4" fmla="*/ 4612 w 1518072"/>
                  <a:gd name="connsiteY4" fmla="*/ 893761 h 895486"/>
                  <a:gd name="connsiteX5" fmla="*/ 15 w 1518072"/>
                  <a:gd name="connsiteY5" fmla="*/ 758403 h 895486"/>
                  <a:gd name="connsiteX0" fmla="*/ 15 w 1521508"/>
                  <a:gd name="connsiteY0" fmla="*/ 758403 h 896275"/>
                  <a:gd name="connsiteX1" fmla="*/ 758418 w 1521508"/>
                  <a:gd name="connsiteY1" fmla="*/ 0 h 896275"/>
                  <a:gd name="connsiteX2" fmla="*/ 1516821 w 1521508"/>
                  <a:gd name="connsiteY2" fmla="*/ 758403 h 896275"/>
                  <a:gd name="connsiteX3" fmla="*/ 1515277 w 1521508"/>
                  <a:gd name="connsiteY3" fmla="*/ 893761 h 896275"/>
                  <a:gd name="connsiteX4" fmla="*/ 4612 w 1521508"/>
                  <a:gd name="connsiteY4" fmla="*/ 893761 h 896275"/>
                  <a:gd name="connsiteX5" fmla="*/ 15 w 1521508"/>
                  <a:gd name="connsiteY5" fmla="*/ 758403 h 896275"/>
                  <a:gd name="connsiteX0" fmla="*/ 15 w 1520034"/>
                  <a:gd name="connsiteY0" fmla="*/ 758403 h 896275"/>
                  <a:gd name="connsiteX1" fmla="*/ 758418 w 1520034"/>
                  <a:gd name="connsiteY1" fmla="*/ 0 h 896275"/>
                  <a:gd name="connsiteX2" fmla="*/ 1516821 w 1520034"/>
                  <a:gd name="connsiteY2" fmla="*/ 758403 h 896275"/>
                  <a:gd name="connsiteX3" fmla="*/ 1515277 w 1520034"/>
                  <a:gd name="connsiteY3" fmla="*/ 893761 h 896275"/>
                  <a:gd name="connsiteX4" fmla="*/ 4612 w 1520034"/>
                  <a:gd name="connsiteY4" fmla="*/ 893761 h 896275"/>
                  <a:gd name="connsiteX5" fmla="*/ 15 w 1520034"/>
                  <a:gd name="connsiteY5" fmla="*/ 758403 h 89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0034" h="896275">
                    <a:moveTo>
                      <a:pt x="15" y="758403"/>
                    </a:moveTo>
                    <a:cubicBezTo>
                      <a:pt x="-2621" y="348458"/>
                      <a:pt x="339564" y="0"/>
                      <a:pt x="758418" y="0"/>
                    </a:cubicBezTo>
                    <a:cubicBezTo>
                      <a:pt x="1177272" y="0"/>
                      <a:pt x="1525933" y="369730"/>
                      <a:pt x="1516821" y="758403"/>
                    </a:cubicBezTo>
                    <a:cubicBezTo>
                      <a:pt x="1521044" y="819416"/>
                      <a:pt x="1521662" y="866421"/>
                      <a:pt x="1515277" y="893761"/>
                    </a:cubicBezTo>
                    <a:cubicBezTo>
                      <a:pt x="1275307" y="897271"/>
                      <a:pt x="278111" y="896953"/>
                      <a:pt x="4612" y="893761"/>
                    </a:cubicBezTo>
                    <a:cubicBezTo>
                      <a:pt x="7752" y="853086"/>
                      <a:pt x="746" y="846403"/>
                      <a:pt x="15" y="758403"/>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5" name="Freeform: Shape 54">
                <a:extLst>
                  <a:ext uri="{FF2B5EF4-FFF2-40B4-BE49-F238E27FC236}">
                    <a16:creationId xmlns:a16="http://schemas.microsoft.com/office/drawing/2014/main" id="{21D99547-3A84-41BB-9BD7-3C107BC29B6A}"/>
                  </a:ext>
                </a:extLst>
              </p:cNvPr>
              <p:cNvSpPr/>
              <p:nvPr userDrawn="1"/>
            </p:nvSpPr>
            <p:spPr>
              <a:xfrm>
                <a:off x="10725149" y="5764212"/>
                <a:ext cx="1447801" cy="1095692"/>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99231"/>
                  <a:gd name="connsiteY0" fmla="*/ 0 h 1324509"/>
                  <a:gd name="connsiteX1" fmla="*/ 0 w 1399231"/>
                  <a:gd name="connsiteY1" fmla="*/ 1288026 h 1324509"/>
                  <a:gd name="connsiteX2" fmla="*/ 796829 w 1399231"/>
                  <a:gd name="connsiteY2" fmla="*/ 886426 h 1324509"/>
                  <a:gd name="connsiteX3" fmla="*/ 1376516 w 1399231"/>
                  <a:gd name="connsiteY3" fmla="*/ 0 h 1324509"/>
                  <a:gd name="connsiteX4" fmla="*/ 0 w 1399231"/>
                  <a:gd name="connsiteY4" fmla="*/ 0 h 1324509"/>
                  <a:gd name="connsiteX0" fmla="*/ 242 w 1399473"/>
                  <a:gd name="connsiteY0" fmla="*/ 0 h 1324509"/>
                  <a:gd name="connsiteX1" fmla="*/ 0 w 1399473"/>
                  <a:gd name="connsiteY1" fmla="*/ 880250 h 1324509"/>
                  <a:gd name="connsiteX2" fmla="*/ 242 w 1399473"/>
                  <a:gd name="connsiteY2" fmla="*/ 1288026 h 1324509"/>
                  <a:gd name="connsiteX3" fmla="*/ 797071 w 1399473"/>
                  <a:gd name="connsiteY3" fmla="*/ 886426 h 1324509"/>
                  <a:gd name="connsiteX4" fmla="*/ 1376758 w 1399473"/>
                  <a:gd name="connsiteY4" fmla="*/ 0 h 1324509"/>
                  <a:gd name="connsiteX5" fmla="*/ 242 w 1399473"/>
                  <a:gd name="connsiteY5" fmla="*/ 0 h 1324509"/>
                  <a:gd name="connsiteX0" fmla="*/ 242 w 1399473"/>
                  <a:gd name="connsiteY0" fmla="*/ 0 h 993796"/>
                  <a:gd name="connsiteX1" fmla="*/ 0 w 1399473"/>
                  <a:gd name="connsiteY1" fmla="*/ 880250 h 993796"/>
                  <a:gd name="connsiteX2" fmla="*/ 797071 w 1399473"/>
                  <a:gd name="connsiteY2" fmla="*/ 886426 h 993796"/>
                  <a:gd name="connsiteX3" fmla="*/ 1376758 w 1399473"/>
                  <a:gd name="connsiteY3" fmla="*/ 0 h 993796"/>
                  <a:gd name="connsiteX4" fmla="*/ 242 w 1399473"/>
                  <a:gd name="connsiteY4" fmla="*/ 0 h 993796"/>
                  <a:gd name="connsiteX0" fmla="*/ 242 w 1399473"/>
                  <a:gd name="connsiteY0" fmla="*/ 0 h 950627"/>
                  <a:gd name="connsiteX1" fmla="*/ 0 w 1399473"/>
                  <a:gd name="connsiteY1" fmla="*/ 880250 h 950627"/>
                  <a:gd name="connsiteX2" fmla="*/ 797071 w 1399473"/>
                  <a:gd name="connsiteY2" fmla="*/ 886426 h 950627"/>
                  <a:gd name="connsiteX3" fmla="*/ 1376758 w 1399473"/>
                  <a:gd name="connsiteY3" fmla="*/ 0 h 950627"/>
                  <a:gd name="connsiteX4" fmla="*/ 242 w 1399473"/>
                  <a:gd name="connsiteY4" fmla="*/ 0 h 950627"/>
                  <a:gd name="connsiteX0" fmla="*/ 242 w 1399473"/>
                  <a:gd name="connsiteY0" fmla="*/ 0 h 886426"/>
                  <a:gd name="connsiteX1" fmla="*/ 0 w 1399473"/>
                  <a:gd name="connsiteY1" fmla="*/ 880250 h 886426"/>
                  <a:gd name="connsiteX2" fmla="*/ 797071 w 1399473"/>
                  <a:gd name="connsiteY2" fmla="*/ 886426 h 886426"/>
                  <a:gd name="connsiteX3" fmla="*/ 1376758 w 1399473"/>
                  <a:gd name="connsiteY3" fmla="*/ 0 h 886426"/>
                  <a:gd name="connsiteX4" fmla="*/ 242 w 1399473"/>
                  <a:gd name="connsiteY4" fmla="*/ 0 h 886426"/>
                  <a:gd name="connsiteX0" fmla="*/ 242 w 1400040"/>
                  <a:gd name="connsiteY0" fmla="*/ 0 h 884882"/>
                  <a:gd name="connsiteX1" fmla="*/ 0 w 1400040"/>
                  <a:gd name="connsiteY1" fmla="*/ 880250 h 884882"/>
                  <a:gd name="connsiteX2" fmla="*/ 811563 w 1400040"/>
                  <a:gd name="connsiteY2" fmla="*/ 884882 h 884882"/>
                  <a:gd name="connsiteX3" fmla="*/ 1376758 w 1400040"/>
                  <a:gd name="connsiteY3" fmla="*/ 0 h 884882"/>
                  <a:gd name="connsiteX4" fmla="*/ 242 w 1400040"/>
                  <a:gd name="connsiteY4" fmla="*/ 0 h 884882"/>
                  <a:gd name="connsiteX0" fmla="*/ 242 w 1376758"/>
                  <a:gd name="connsiteY0" fmla="*/ 0 h 884882"/>
                  <a:gd name="connsiteX1" fmla="*/ 0 w 1376758"/>
                  <a:gd name="connsiteY1" fmla="*/ 880250 h 884882"/>
                  <a:gd name="connsiteX2" fmla="*/ 811563 w 1376758"/>
                  <a:gd name="connsiteY2" fmla="*/ 884882 h 884882"/>
                  <a:gd name="connsiteX3" fmla="*/ 1376758 w 1376758"/>
                  <a:gd name="connsiteY3" fmla="*/ 0 h 884882"/>
                  <a:gd name="connsiteX4" fmla="*/ 242 w 1376758"/>
                  <a:gd name="connsiteY4" fmla="*/ 0 h 884882"/>
                  <a:gd name="connsiteX0" fmla="*/ 242 w 1376758"/>
                  <a:gd name="connsiteY0" fmla="*/ 0 h 884882"/>
                  <a:gd name="connsiteX1" fmla="*/ 0 w 1376758"/>
                  <a:gd name="connsiteY1" fmla="*/ 880250 h 884882"/>
                  <a:gd name="connsiteX2" fmla="*/ 811563 w 1376758"/>
                  <a:gd name="connsiteY2" fmla="*/ 884882 h 884882"/>
                  <a:gd name="connsiteX3" fmla="*/ 1376758 w 1376758"/>
                  <a:gd name="connsiteY3" fmla="*/ 0 h 884882"/>
                  <a:gd name="connsiteX4" fmla="*/ 242 w 1376758"/>
                  <a:gd name="connsiteY4" fmla="*/ 0 h 884882"/>
                  <a:gd name="connsiteX0" fmla="*/ 242 w 1376758"/>
                  <a:gd name="connsiteY0" fmla="*/ 0 h 884882"/>
                  <a:gd name="connsiteX1" fmla="*/ 0 w 1376758"/>
                  <a:gd name="connsiteY1" fmla="*/ 880250 h 884882"/>
                  <a:gd name="connsiteX2" fmla="*/ 811563 w 1376758"/>
                  <a:gd name="connsiteY2" fmla="*/ 884882 h 884882"/>
                  <a:gd name="connsiteX3" fmla="*/ 1376758 w 1376758"/>
                  <a:gd name="connsiteY3" fmla="*/ 0 h 884882"/>
                  <a:gd name="connsiteX4" fmla="*/ 242 w 1376758"/>
                  <a:gd name="connsiteY4" fmla="*/ 0 h 884882"/>
                  <a:gd name="connsiteX0" fmla="*/ 242 w 1376758"/>
                  <a:gd name="connsiteY0" fmla="*/ 0 h 887970"/>
                  <a:gd name="connsiteX1" fmla="*/ 0 w 1376758"/>
                  <a:gd name="connsiteY1" fmla="*/ 887970 h 887970"/>
                  <a:gd name="connsiteX2" fmla="*/ 811563 w 1376758"/>
                  <a:gd name="connsiteY2" fmla="*/ 884882 h 887970"/>
                  <a:gd name="connsiteX3" fmla="*/ 1376758 w 1376758"/>
                  <a:gd name="connsiteY3" fmla="*/ 0 h 887970"/>
                  <a:gd name="connsiteX4" fmla="*/ 242 w 1376758"/>
                  <a:gd name="connsiteY4" fmla="*/ 0 h 887970"/>
                  <a:gd name="connsiteX0" fmla="*/ 242 w 1376758"/>
                  <a:gd name="connsiteY0" fmla="*/ 0 h 887970"/>
                  <a:gd name="connsiteX1" fmla="*/ 0 w 1376758"/>
                  <a:gd name="connsiteY1" fmla="*/ 887970 h 887970"/>
                  <a:gd name="connsiteX2" fmla="*/ 807940 w 1376758"/>
                  <a:gd name="connsiteY2" fmla="*/ 887970 h 887970"/>
                  <a:gd name="connsiteX3" fmla="*/ 1376758 w 1376758"/>
                  <a:gd name="connsiteY3" fmla="*/ 0 h 887970"/>
                  <a:gd name="connsiteX4" fmla="*/ 242 w 1376758"/>
                  <a:gd name="connsiteY4" fmla="*/ 0 h 887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6758" h="887970">
                    <a:moveTo>
                      <a:pt x="242" y="0"/>
                    </a:moveTo>
                    <a:cubicBezTo>
                      <a:pt x="161" y="293417"/>
                      <a:pt x="81" y="594553"/>
                      <a:pt x="0" y="887970"/>
                    </a:cubicBezTo>
                    <a:lnTo>
                      <a:pt x="807940" y="887970"/>
                    </a:lnTo>
                    <a:cubicBezTo>
                      <a:pt x="1064531" y="684106"/>
                      <a:pt x="1308485" y="289772"/>
                      <a:pt x="1376758" y="0"/>
                    </a:cubicBezTo>
                    <a:lnTo>
                      <a:pt x="242" y="0"/>
                    </a:lnTo>
                    <a:close/>
                  </a:path>
                </a:pathLst>
              </a:custGeom>
              <a:solidFill>
                <a:srgbClr val="E0C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39" name="Group 38">
            <a:extLst>
              <a:ext uri="{FF2B5EF4-FFF2-40B4-BE49-F238E27FC236}">
                <a16:creationId xmlns:a16="http://schemas.microsoft.com/office/drawing/2014/main" id="{BF122595-6DE5-4ECF-8D91-705E52632F8C}"/>
              </a:ext>
            </a:extLst>
          </p:cNvPr>
          <p:cNvGrpSpPr/>
          <p:nvPr userDrawn="1"/>
        </p:nvGrpSpPr>
        <p:grpSpPr>
          <a:xfrm>
            <a:off x="10233286" y="6353913"/>
            <a:ext cx="1859309" cy="488403"/>
            <a:chOff x="10233285" y="6353913"/>
            <a:chExt cx="1859309" cy="488403"/>
          </a:xfrm>
        </p:grpSpPr>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41" name="Oval 40">
              <a:extLst>
                <a:ext uri="{FF2B5EF4-FFF2-40B4-BE49-F238E27FC236}">
                  <a16:creationId xmlns:a16="http://schemas.microsoft.com/office/drawing/2014/main" id="{9D6FBEB9-96CC-483F-A32F-9E7B996645D3}"/>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3655564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Geometric 4">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16FDB018-EB07-437A-AD43-F2DFB5A58DD6}"/>
              </a:ext>
            </a:extLst>
          </p:cNvPr>
          <p:cNvGrpSpPr/>
          <p:nvPr userDrawn="1"/>
        </p:nvGrpSpPr>
        <p:grpSpPr>
          <a:xfrm>
            <a:off x="9133839" y="1"/>
            <a:ext cx="3066227" cy="6858001"/>
            <a:chOff x="9133839" y="0"/>
            <a:chExt cx="3066226" cy="6858001"/>
          </a:xfrm>
        </p:grpSpPr>
        <p:sp>
          <p:nvSpPr>
            <p:cNvPr id="38" name="Rectangle 37">
              <a:extLst>
                <a:ext uri="{FF2B5EF4-FFF2-40B4-BE49-F238E27FC236}">
                  <a16:creationId xmlns:a16="http://schemas.microsoft.com/office/drawing/2014/main" id="{358CD73A-D1A7-43C8-A837-0CFC4086860D}"/>
                </a:ext>
              </a:extLst>
            </p:cNvPr>
            <p:cNvSpPr/>
            <p:nvPr userDrawn="1"/>
          </p:nvSpPr>
          <p:spPr>
            <a:xfrm>
              <a:off x="9133839" y="0"/>
              <a:ext cx="3058161" cy="6858001"/>
            </a:xfrm>
            <a:prstGeom prst="rect">
              <a:avLst/>
            </a:prstGeom>
            <a:solidFill>
              <a:srgbClr val="78B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4" name="Oval 63">
              <a:extLst>
                <a:ext uri="{FF2B5EF4-FFF2-40B4-BE49-F238E27FC236}">
                  <a16:creationId xmlns:a16="http://schemas.microsoft.com/office/drawing/2014/main" id="{218C87B8-CAE7-4F62-8315-70C4F457339C}"/>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pic>
          <p:nvPicPr>
            <p:cNvPr id="65" name="Picture 64">
              <a:extLst>
                <a:ext uri="{FF2B5EF4-FFF2-40B4-BE49-F238E27FC236}">
                  <a16:creationId xmlns:a16="http://schemas.microsoft.com/office/drawing/2014/main" id="{2477B1A8-9FEC-4D77-90D3-555FC958C01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33286" y="6463061"/>
              <a:ext cx="1376886" cy="270106"/>
            </a:xfrm>
            <a:prstGeom prst="rect">
              <a:avLst/>
            </a:prstGeom>
          </p:spPr>
        </p:pic>
        <p:sp>
          <p:nvSpPr>
            <p:cNvPr id="66" name="Freeform: Shape 65">
              <a:extLst>
                <a:ext uri="{FF2B5EF4-FFF2-40B4-BE49-F238E27FC236}">
                  <a16:creationId xmlns:a16="http://schemas.microsoft.com/office/drawing/2014/main" id="{A4261BC3-76BE-4E3F-8F4F-D3F4A5E70CA9}"/>
                </a:ext>
              </a:extLst>
            </p:cNvPr>
            <p:cNvSpPr/>
            <p:nvPr userDrawn="1"/>
          </p:nvSpPr>
          <p:spPr>
            <a:xfrm>
              <a:off x="10874477" y="0"/>
              <a:ext cx="1325588" cy="2900516"/>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165100">
              <a:solidFill>
                <a:srgbClr val="AFD5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7" name="Freeform: Shape 66">
              <a:extLst>
                <a:ext uri="{FF2B5EF4-FFF2-40B4-BE49-F238E27FC236}">
                  <a16:creationId xmlns:a16="http://schemas.microsoft.com/office/drawing/2014/main" id="{BA4F5189-34CF-4805-B5CF-AF25D8CA0D1D}"/>
                </a:ext>
              </a:extLst>
            </p:cNvPr>
            <p:cNvSpPr/>
            <p:nvPr userDrawn="1"/>
          </p:nvSpPr>
          <p:spPr>
            <a:xfrm>
              <a:off x="10247339" y="0"/>
              <a:ext cx="1952725" cy="354944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165100">
              <a:solidFill>
                <a:srgbClr val="AFD5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8" name="Freeform: Shape 67">
              <a:extLst>
                <a:ext uri="{FF2B5EF4-FFF2-40B4-BE49-F238E27FC236}">
                  <a16:creationId xmlns:a16="http://schemas.microsoft.com/office/drawing/2014/main" id="{70202722-111D-40DF-BEDF-956FA02961AB}"/>
                </a:ext>
              </a:extLst>
            </p:cNvPr>
            <p:cNvSpPr/>
            <p:nvPr userDrawn="1"/>
          </p:nvSpPr>
          <p:spPr>
            <a:xfrm>
              <a:off x="9593494" y="0"/>
              <a:ext cx="2606571" cy="4261918"/>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165100">
              <a:solidFill>
                <a:srgbClr val="AFD5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cxnSp>
          <p:nvCxnSpPr>
            <p:cNvPr id="69" name="Straight Connector 68">
              <a:extLst>
                <a:ext uri="{FF2B5EF4-FFF2-40B4-BE49-F238E27FC236}">
                  <a16:creationId xmlns:a16="http://schemas.microsoft.com/office/drawing/2014/main" id="{3CC3CB25-3C7B-45A2-93E7-31FEE3F5D178}"/>
                </a:ext>
              </a:extLst>
            </p:cNvPr>
            <p:cNvCxnSpPr>
              <a:cxnSpLocks/>
            </p:cNvCxnSpPr>
            <p:nvPr userDrawn="1"/>
          </p:nvCxnSpPr>
          <p:spPr>
            <a:xfrm>
              <a:off x="9144237" y="5024284"/>
              <a:ext cx="3055828" cy="0"/>
            </a:xfrm>
            <a:prstGeom prst="line">
              <a:avLst/>
            </a:prstGeom>
            <a:noFill/>
            <a:ln w="165100">
              <a:solidFill>
                <a:srgbClr val="AFD58C"/>
              </a:solidFill>
            </a:ln>
          </p:spPr>
          <p:style>
            <a:lnRef idx="2">
              <a:schemeClr val="accent1">
                <a:shade val="50000"/>
              </a:schemeClr>
            </a:lnRef>
            <a:fillRef idx="1">
              <a:schemeClr val="accent1"/>
            </a:fillRef>
            <a:effectRef idx="0">
              <a:schemeClr val="accent1"/>
            </a:effectRef>
            <a:fontRef idx="minor">
              <a:schemeClr val="lt1"/>
            </a:fontRef>
          </p:style>
        </p:cxnSp>
        <p:sp>
          <p:nvSpPr>
            <p:cNvPr id="70" name="Freeform: Shape 69">
              <a:extLst>
                <a:ext uri="{FF2B5EF4-FFF2-40B4-BE49-F238E27FC236}">
                  <a16:creationId xmlns:a16="http://schemas.microsoft.com/office/drawing/2014/main" id="{5F3BA8BB-5494-43A3-AA5C-8FE74BC73162}"/>
                </a:ext>
              </a:extLst>
            </p:cNvPr>
            <p:cNvSpPr/>
            <p:nvPr userDrawn="1"/>
          </p:nvSpPr>
          <p:spPr>
            <a:xfrm>
              <a:off x="11400380" y="0"/>
              <a:ext cx="791620" cy="806246"/>
            </a:xfrm>
            <a:custGeom>
              <a:avLst/>
              <a:gdLst>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764950 w 764950"/>
                <a:gd name="connsiteY0" fmla="*/ 806246 h 806246"/>
                <a:gd name="connsiteX1" fmla="*/ 764950 w 764950"/>
                <a:gd name="connsiteY1" fmla="*/ 0 h 806246"/>
                <a:gd name="connsiteX2" fmla="*/ 0 w 764950"/>
                <a:gd name="connsiteY2" fmla="*/ 0 h 806246"/>
                <a:gd name="connsiteX3" fmla="*/ 764950 w 76495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Lst>
              <a:ahLst/>
              <a:cxnLst>
                <a:cxn ang="0">
                  <a:pos x="connsiteX0" y="connsiteY0"/>
                </a:cxn>
                <a:cxn ang="0">
                  <a:pos x="connsiteX1" y="connsiteY1"/>
                </a:cxn>
                <a:cxn ang="0">
                  <a:pos x="connsiteX2" y="connsiteY2"/>
                </a:cxn>
                <a:cxn ang="0">
                  <a:pos x="connsiteX3" y="connsiteY3"/>
                </a:cxn>
              </a:cxnLst>
              <a:rect l="l" t="t" r="r" b="b"/>
              <a:pathLst>
                <a:path w="791620" h="806246">
                  <a:moveTo>
                    <a:pt x="791620" y="806246"/>
                  </a:moveTo>
                  <a:lnTo>
                    <a:pt x="791620" y="0"/>
                  </a:lnTo>
                  <a:lnTo>
                    <a:pt x="0" y="0"/>
                  </a:lnTo>
                  <a:cubicBezTo>
                    <a:pt x="275303" y="327804"/>
                    <a:pt x="510602" y="564167"/>
                    <a:pt x="791620" y="806246"/>
                  </a:cubicBezTo>
                  <a:close/>
                </a:path>
              </a:pathLst>
            </a:custGeom>
            <a:solidFill>
              <a:srgbClr val="AFD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1" name="Freeform: Shape 70">
              <a:extLst>
                <a:ext uri="{FF2B5EF4-FFF2-40B4-BE49-F238E27FC236}">
                  <a16:creationId xmlns:a16="http://schemas.microsoft.com/office/drawing/2014/main" id="{04D27DAF-F03F-4242-9A9B-337D323AD409}"/>
                </a:ext>
              </a:extLst>
            </p:cNvPr>
            <p:cNvSpPr/>
            <p:nvPr userDrawn="1"/>
          </p:nvSpPr>
          <p:spPr>
            <a:xfrm rot="5400000">
              <a:off x="10106977" y="4772977"/>
              <a:ext cx="1156335" cy="3013710"/>
            </a:xfrm>
            <a:custGeom>
              <a:avLst/>
              <a:gdLst>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764950 w 764950"/>
                <a:gd name="connsiteY0" fmla="*/ 806246 h 806246"/>
                <a:gd name="connsiteX1" fmla="*/ 764950 w 764950"/>
                <a:gd name="connsiteY1" fmla="*/ 0 h 806246"/>
                <a:gd name="connsiteX2" fmla="*/ 0 w 764950"/>
                <a:gd name="connsiteY2" fmla="*/ 0 h 806246"/>
                <a:gd name="connsiteX3" fmla="*/ 764950 w 76495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Lst>
              <a:ahLst/>
              <a:cxnLst>
                <a:cxn ang="0">
                  <a:pos x="connsiteX0" y="connsiteY0"/>
                </a:cxn>
                <a:cxn ang="0">
                  <a:pos x="connsiteX1" y="connsiteY1"/>
                </a:cxn>
                <a:cxn ang="0">
                  <a:pos x="connsiteX2" y="connsiteY2"/>
                </a:cxn>
                <a:cxn ang="0">
                  <a:pos x="connsiteX3" y="connsiteY3"/>
                </a:cxn>
              </a:cxnLst>
              <a:rect l="l" t="t" r="r" b="b"/>
              <a:pathLst>
                <a:path w="791620" h="806246">
                  <a:moveTo>
                    <a:pt x="791620" y="806246"/>
                  </a:moveTo>
                  <a:lnTo>
                    <a:pt x="791620" y="0"/>
                  </a:lnTo>
                  <a:lnTo>
                    <a:pt x="0" y="0"/>
                  </a:lnTo>
                  <a:cubicBezTo>
                    <a:pt x="66641" y="242185"/>
                    <a:pt x="256297" y="519318"/>
                    <a:pt x="791620" y="806246"/>
                  </a:cubicBezTo>
                  <a:close/>
                </a:path>
              </a:pathLst>
            </a:custGeom>
            <a:solidFill>
              <a:srgbClr val="AFD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39" name="Group 38">
            <a:extLst>
              <a:ext uri="{FF2B5EF4-FFF2-40B4-BE49-F238E27FC236}">
                <a16:creationId xmlns:a16="http://schemas.microsoft.com/office/drawing/2014/main" id="{BF122595-6DE5-4ECF-8D91-705E52632F8C}"/>
              </a:ext>
            </a:extLst>
          </p:cNvPr>
          <p:cNvGrpSpPr/>
          <p:nvPr userDrawn="1"/>
        </p:nvGrpSpPr>
        <p:grpSpPr>
          <a:xfrm>
            <a:off x="10233286" y="6353913"/>
            <a:ext cx="1859309" cy="488403"/>
            <a:chOff x="10233285" y="6353913"/>
            <a:chExt cx="1859309" cy="488403"/>
          </a:xfrm>
        </p:grpSpPr>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41" name="Oval 40">
              <a:extLst>
                <a:ext uri="{FF2B5EF4-FFF2-40B4-BE49-F238E27FC236}">
                  <a16:creationId xmlns:a16="http://schemas.microsoft.com/office/drawing/2014/main" id="{9D6FBEB9-96CC-483F-A32F-9E7B996645D3}"/>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1615315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hite Geometric 5">
    <p:spTree>
      <p:nvGrpSpPr>
        <p:cNvPr id="1" name=""/>
        <p:cNvGrpSpPr/>
        <p:nvPr/>
      </p:nvGrpSpPr>
      <p:grpSpPr>
        <a:xfrm>
          <a:off x="0" y="0"/>
          <a:ext cx="0" cy="0"/>
          <a:chOff x="0" y="0"/>
          <a:chExt cx="0" cy="0"/>
        </a:xfrm>
      </p:grpSpPr>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39" name="Group 38">
            <a:extLst>
              <a:ext uri="{FF2B5EF4-FFF2-40B4-BE49-F238E27FC236}">
                <a16:creationId xmlns:a16="http://schemas.microsoft.com/office/drawing/2014/main" id="{BF122595-6DE5-4ECF-8D91-705E52632F8C}"/>
              </a:ext>
            </a:extLst>
          </p:cNvPr>
          <p:cNvGrpSpPr/>
          <p:nvPr userDrawn="1"/>
        </p:nvGrpSpPr>
        <p:grpSpPr>
          <a:xfrm>
            <a:off x="10233286" y="6353913"/>
            <a:ext cx="1859309" cy="488403"/>
            <a:chOff x="10233285" y="6353913"/>
            <a:chExt cx="1859309" cy="488403"/>
          </a:xfrm>
        </p:grpSpPr>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41" name="Oval 40">
              <a:extLst>
                <a:ext uri="{FF2B5EF4-FFF2-40B4-BE49-F238E27FC236}">
                  <a16:creationId xmlns:a16="http://schemas.microsoft.com/office/drawing/2014/main" id="{9D6FBEB9-96CC-483F-A32F-9E7B996645D3}"/>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pic>
        <p:nvPicPr>
          <p:cNvPr id="21" name="Picture 20">
            <a:extLst>
              <a:ext uri="{FF2B5EF4-FFF2-40B4-BE49-F238E27FC236}">
                <a16:creationId xmlns:a16="http://schemas.microsoft.com/office/drawing/2014/main" id="{3EB5461D-D1AE-5243-8736-A3D4B22C483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137904" y="1"/>
            <a:ext cx="3054097" cy="6857999"/>
          </a:xfrm>
          <a:prstGeom prst="rect">
            <a:avLst/>
          </a:prstGeom>
        </p:spPr>
      </p:pic>
    </p:spTree>
    <p:extLst>
      <p:ext uri="{BB962C8B-B14F-4D97-AF65-F5344CB8AC3E}">
        <p14:creationId xmlns:p14="http://schemas.microsoft.com/office/powerpoint/2010/main" val="1291863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hite Geometric 6">
    <p:spTree>
      <p:nvGrpSpPr>
        <p:cNvPr id="1" name=""/>
        <p:cNvGrpSpPr/>
        <p:nvPr/>
      </p:nvGrpSpPr>
      <p:grpSpPr>
        <a:xfrm>
          <a:off x="0" y="0"/>
          <a:ext cx="0" cy="0"/>
          <a:chOff x="0" y="0"/>
          <a:chExt cx="0" cy="0"/>
        </a:xfrm>
      </p:grpSpPr>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3904488" cy="932688"/>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199" y="2276856"/>
            <a:ext cx="3904488"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517904"/>
            <a:ext cx="3904488" cy="630936"/>
          </a:xfrm>
          <a:prstGeom prst="rect">
            <a:avLst/>
          </a:prstGeom>
        </p:spPr>
        <p:txBody>
          <a:bodyPr anchor="ctr" anchorCtr="0"/>
          <a:lstStyle>
            <a:lvl1pPr marL="0" indent="0">
              <a:buNone/>
              <a:defRPr b="1">
                <a:latin typeface="+mj-lt"/>
              </a:defRPr>
            </a:lvl1pPr>
          </a:lstStyle>
          <a:p>
            <a:pPr lvl="0"/>
            <a:r>
              <a:rPr lang="en-US"/>
              <a:t>Subtitle</a:t>
            </a:r>
          </a:p>
        </p:txBody>
      </p:sp>
      <p:sp>
        <p:nvSpPr>
          <p:cNvPr id="22" name="Oval 21">
            <a:extLst>
              <a:ext uri="{FF2B5EF4-FFF2-40B4-BE49-F238E27FC236}">
                <a16:creationId xmlns:a16="http://schemas.microsoft.com/office/drawing/2014/main" id="{F58C108E-3BC5-4689-8B15-465BD7C5DE66}"/>
              </a:ext>
            </a:extLst>
          </p:cNvPr>
          <p:cNvSpPr/>
          <p:nvPr userDrawn="1"/>
        </p:nvSpPr>
        <p:spPr>
          <a:xfrm>
            <a:off x="4964599" y="3473333"/>
            <a:ext cx="3384667" cy="3384667"/>
          </a:xfrm>
          <a:prstGeom prst="ellipse">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3" name="Flowchart: Delay 22">
            <a:extLst>
              <a:ext uri="{FF2B5EF4-FFF2-40B4-BE49-F238E27FC236}">
                <a16:creationId xmlns:a16="http://schemas.microsoft.com/office/drawing/2014/main" id="{FB9E3800-5840-42F5-9EFB-AA018EA469F7}"/>
              </a:ext>
            </a:extLst>
          </p:cNvPr>
          <p:cNvSpPr/>
          <p:nvPr userDrawn="1"/>
        </p:nvSpPr>
        <p:spPr>
          <a:xfrm rot="5400000">
            <a:off x="4943124" y="44335"/>
            <a:ext cx="3473333" cy="3384668"/>
          </a:xfrm>
          <a:prstGeom prst="flowChartDelay">
            <a:avLst/>
          </a:prstGeom>
          <a:solidFill>
            <a:srgbClr val="EA7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24" name="Picture 23" descr="A picture containing text&#10;&#10;Description automatically generated">
            <a:extLst>
              <a:ext uri="{FF2B5EF4-FFF2-40B4-BE49-F238E27FC236}">
                <a16:creationId xmlns:a16="http://schemas.microsoft.com/office/drawing/2014/main" id="{4C8C0840-739A-4C11-85EC-6F4975FD70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461365" y="1"/>
            <a:ext cx="3504081" cy="6858001"/>
          </a:xfrm>
          <a:prstGeom prst="rect">
            <a:avLst/>
          </a:prstGeom>
        </p:spPr>
      </p:pic>
      <p:sp>
        <p:nvSpPr>
          <p:cNvPr id="93" name="Oval 92">
            <a:extLst>
              <a:ext uri="{FF2B5EF4-FFF2-40B4-BE49-F238E27FC236}">
                <a16:creationId xmlns:a16="http://schemas.microsoft.com/office/drawing/2014/main" id="{222AB594-DF2B-4574-91FE-E5AF5DFCFFF1}"/>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accent3"/>
                </a:solidFill>
                <a:latin typeface="+mj-lt"/>
              </a:rPr>
              <a:t>‹#›</a:t>
            </a:fld>
            <a:endParaRPr lang="en-US" sz="1600">
              <a:solidFill>
                <a:schemeClr val="accent3"/>
              </a:solidFill>
              <a:latin typeface="+mj-lt"/>
            </a:endParaRPr>
          </a:p>
        </p:txBody>
      </p:sp>
      <p:grpSp>
        <p:nvGrpSpPr>
          <p:cNvPr id="92" name="Group 91">
            <a:extLst>
              <a:ext uri="{FF2B5EF4-FFF2-40B4-BE49-F238E27FC236}">
                <a16:creationId xmlns:a16="http://schemas.microsoft.com/office/drawing/2014/main" id="{D1A70683-CC95-4187-BD5A-26A8A4639B6D}"/>
              </a:ext>
            </a:extLst>
          </p:cNvPr>
          <p:cNvGrpSpPr>
            <a:grpSpLocks noChangeAspect="1"/>
          </p:cNvGrpSpPr>
          <p:nvPr userDrawn="1"/>
        </p:nvGrpSpPr>
        <p:grpSpPr>
          <a:xfrm>
            <a:off x="10233286" y="6463062"/>
            <a:ext cx="1381500" cy="272839"/>
            <a:chOff x="13039725" y="3148013"/>
            <a:chExt cx="4814888" cy="950913"/>
          </a:xfrm>
          <a:solidFill>
            <a:srgbClr val="999999"/>
          </a:solidFill>
        </p:grpSpPr>
        <p:sp>
          <p:nvSpPr>
            <p:cNvPr id="94" name="Freeform 6">
              <a:extLst>
                <a:ext uri="{FF2B5EF4-FFF2-40B4-BE49-F238E27FC236}">
                  <a16:creationId xmlns:a16="http://schemas.microsoft.com/office/drawing/2014/main" id="{DEE274FF-8CC3-4BC8-90BC-DD54DDD83BEC}"/>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95" name="Freeform 7">
              <a:extLst>
                <a:ext uri="{FF2B5EF4-FFF2-40B4-BE49-F238E27FC236}">
                  <a16:creationId xmlns:a16="http://schemas.microsoft.com/office/drawing/2014/main" id="{AC28D84E-294F-41B2-A430-89F48D57C0F1}"/>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96" name="Freeform 8">
              <a:extLst>
                <a:ext uri="{FF2B5EF4-FFF2-40B4-BE49-F238E27FC236}">
                  <a16:creationId xmlns:a16="http://schemas.microsoft.com/office/drawing/2014/main" id="{A6C81E18-E91B-42FF-AEE8-56DC610CEC2F}"/>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97" name="Rectangle 9">
              <a:extLst>
                <a:ext uri="{FF2B5EF4-FFF2-40B4-BE49-F238E27FC236}">
                  <a16:creationId xmlns:a16="http://schemas.microsoft.com/office/drawing/2014/main" id="{7B2DEFF3-C82D-4E19-8920-B7B491703F98}"/>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98" name="Freeform 10">
              <a:extLst>
                <a:ext uri="{FF2B5EF4-FFF2-40B4-BE49-F238E27FC236}">
                  <a16:creationId xmlns:a16="http://schemas.microsoft.com/office/drawing/2014/main" id="{10D54258-250A-48F2-962B-D51D384294D8}"/>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99" name="Freeform 11">
              <a:extLst>
                <a:ext uri="{FF2B5EF4-FFF2-40B4-BE49-F238E27FC236}">
                  <a16:creationId xmlns:a16="http://schemas.microsoft.com/office/drawing/2014/main" id="{BB1D7997-07E9-4E78-85E5-890EB48D2127}"/>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100" name="Freeform 12">
              <a:extLst>
                <a:ext uri="{FF2B5EF4-FFF2-40B4-BE49-F238E27FC236}">
                  <a16:creationId xmlns:a16="http://schemas.microsoft.com/office/drawing/2014/main" id="{74DA0D77-155B-432A-97ED-EEBEB6EC9B7A}"/>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101" name="Freeform 13">
              <a:extLst>
                <a:ext uri="{FF2B5EF4-FFF2-40B4-BE49-F238E27FC236}">
                  <a16:creationId xmlns:a16="http://schemas.microsoft.com/office/drawing/2014/main" id="{C612BB74-65C4-40F5-B025-84CB8B49F6BD}"/>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102" name="Freeform 14">
              <a:extLst>
                <a:ext uri="{FF2B5EF4-FFF2-40B4-BE49-F238E27FC236}">
                  <a16:creationId xmlns:a16="http://schemas.microsoft.com/office/drawing/2014/main" id="{8C6FF958-DBC1-4F4D-8905-74E822D2DA93}"/>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103" name="Freeform 15">
              <a:extLst>
                <a:ext uri="{FF2B5EF4-FFF2-40B4-BE49-F238E27FC236}">
                  <a16:creationId xmlns:a16="http://schemas.microsoft.com/office/drawing/2014/main" id="{DFF0C16F-C559-41EE-9358-0CD5ED75DBA6}"/>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104" name="Freeform 16">
              <a:extLst>
                <a:ext uri="{FF2B5EF4-FFF2-40B4-BE49-F238E27FC236}">
                  <a16:creationId xmlns:a16="http://schemas.microsoft.com/office/drawing/2014/main" id="{1468CAE1-BEC1-467A-906B-1773E6C7BEDB}"/>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105" name="Freeform 17">
              <a:extLst>
                <a:ext uri="{FF2B5EF4-FFF2-40B4-BE49-F238E27FC236}">
                  <a16:creationId xmlns:a16="http://schemas.microsoft.com/office/drawing/2014/main" id="{3FB8397D-99DE-4F18-8E01-34AC0DDA728C}"/>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3" name="Text Placeholder 2">
            <a:extLst>
              <a:ext uri="{FF2B5EF4-FFF2-40B4-BE49-F238E27FC236}">
                <a16:creationId xmlns:a16="http://schemas.microsoft.com/office/drawing/2014/main" id="{98177705-C762-4587-8D65-FDFB5B40F873}"/>
              </a:ext>
            </a:extLst>
          </p:cNvPr>
          <p:cNvSpPr>
            <a:spLocks noGrp="1"/>
          </p:cNvSpPr>
          <p:nvPr>
            <p:ph type="body" sz="quarter" idx="12"/>
          </p:nvPr>
        </p:nvSpPr>
        <p:spPr>
          <a:xfrm>
            <a:off x="5193792" y="4480560"/>
            <a:ext cx="2935224" cy="1399032"/>
          </a:xfrm>
          <a:prstGeom prst="rect">
            <a:avLst/>
          </a:prstGeom>
        </p:spPr>
        <p:txBody>
          <a:bodyPr anchor="ctr" anchorCtr="0"/>
          <a:lstStyle>
            <a:lvl1pPr marL="0" indent="0">
              <a:buNone/>
              <a:defRPr b="1">
                <a:solidFill>
                  <a:schemeClr val="bg1"/>
                </a:solidFill>
                <a:latin typeface="+mj-lt"/>
              </a:defRPr>
            </a:lvl1pPr>
            <a:lvl2pPr marL="457189" indent="0">
              <a:buNone/>
              <a:defRPr>
                <a:solidFill>
                  <a:schemeClr val="bg1"/>
                </a:solidFill>
              </a:defRPr>
            </a:lvl2pPr>
            <a:lvl3pPr marL="914377" indent="0">
              <a:buNone/>
              <a:defRPr>
                <a:solidFill>
                  <a:schemeClr val="bg1"/>
                </a:solidFill>
              </a:defRPr>
            </a:lvl3pPr>
            <a:lvl4pPr marL="1371566" indent="0">
              <a:buNone/>
              <a:defRPr>
                <a:solidFill>
                  <a:schemeClr val="bg1"/>
                </a:solidFill>
              </a:defRPr>
            </a:lvl4pPr>
            <a:lvl5pPr marL="1828754"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94225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hite Geometric 7">
    <p:spTree>
      <p:nvGrpSpPr>
        <p:cNvPr id="1" name=""/>
        <p:cNvGrpSpPr/>
        <p:nvPr/>
      </p:nvGrpSpPr>
      <p:grpSpPr>
        <a:xfrm>
          <a:off x="0" y="0"/>
          <a:ext cx="0" cy="0"/>
          <a:chOff x="0" y="0"/>
          <a:chExt cx="0" cy="0"/>
        </a:xfrm>
      </p:grpSpPr>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521208" y="429768"/>
            <a:ext cx="5257800" cy="950976"/>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521208" y="2176272"/>
            <a:ext cx="5257800" cy="42428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521208" y="1380744"/>
            <a:ext cx="52578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25" name="Group 24">
            <a:extLst>
              <a:ext uri="{FF2B5EF4-FFF2-40B4-BE49-F238E27FC236}">
                <a16:creationId xmlns:a16="http://schemas.microsoft.com/office/drawing/2014/main" id="{58665169-3DCC-40C6-A834-E360ACCD4B83}"/>
              </a:ext>
            </a:extLst>
          </p:cNvPr>
          <p:cNvGrpSpPr/>
          <p:nvPr userDrawn="1"/>
        </p:nvGrpSpPr>
        <p:grpSpPr>
          <a:xfrm>
            <a:off x="6091141" y="-3316"/>
            <a:ext cx="6100860" cy="6864635"/>
            <a:chOff x="6091140" y="-3316"/>
            <a:chExt cx="6100860" cy="6864634"/>
          </a:xfrm>
        </p:grpSpPr>
        <p:sp>
          <p:nvSpPr>
            <p:cNvPr id="26" name="Rectangle 25">
              <a:extLst>
                <a:ext uri="{FF2B5EF4-FFF2-40B4-BE49-F238E27FC236}">
                  <a16:creationId xmlns:a16="http://schemas.microsoft.com/office/drawing/2014/main" id="{535022EC-570A-46F1-9CDD-95D26B8D9EA7}"/>
                </a:ext>
              </a:extLst>
            </p:cNvPr>
            <p:cNvSpPr/>
            <p:nvPr userDrawn="1"/>
          </p:nvSpPr>
          <p:spPr>
            <a:xfrm>
              <a:off x="6091140" y="0"/>
              <a:ext cx="2777553" cy="6858001"/>
            </a:xfrm>
            <a:prstGeom prst="rect">
              <a:avLst/>
            </a:prstGeom>
            <a:solidFill>
              <a:srgbClr val="78B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27" name="Group 26">
              <a:extLst>
                <a:ext uri="{FF2B5EF4-FFF2-40B4-BE49-F238E27FC236}">
                  <a16:creationId xmlns:a16="http://schemas.microsoft.com/office/drawing/2014/main" id="{3666547A-1575-4AD1-AA54-51B0AC4C0144}"/>
                </a:ext>
              </a:extLst>
            </p:cNvPr>
            <p:cNvGrpSpPr/>
            <p:nvPr userDrawn="1"/>
          </p:nvGrpSpPr>
          <p:grpSpPr>
            <a:xfrm>
              <a:off x="6093788" y="-3316"/>
              <a:ext cx="2686418" cy="6864634"/>
              <a:chOff x="6093788" y="-3316"/>
              <a:chExt cx="2686418" cy="6864634"/>
            </a:xfrm>
            <a:solidFill>
              <a:srgbClr val="AFD58C"/>
            </a:solidFill>
          </p:grpSpPr>
          <p:sp>
            <p:nvSpPr>
              <p:cNvPr id="33" name="Freeform: Shape 32">
                <a:extLst>
                  <a:ext uri="{FF2B5EF4-FFF2-40B4-BE49-F238E27FC236}">
                    <a16:creationId xmlns:a16="http://schemas.microsoft.com/office/drawing/2014/main" id="{C2A347EF-3E4E-4D7F-8E1E-2CCD6C567FC2}"/>
                  </a:ext>
                </a:extLst>
              </p:cNvPr>
              <p:cNvSpPr/>
              <p:nvPr userDrawn="1"/>
            </p:nvSpPr>
            <p:spPr>
              <a:xfrm>
                <a:off x="6093788" y="4931984"/>
                <a:ext cx="2686418" cy="1929334"/>
              </a:xfrm>
              <a:custGeom>
                <a:avLst/>
                <a:gdLst>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3048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30480 w 269403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194310 w 2686418"/>
                  <a:gd name="connsiteY3" fmla="*/ 1898854 h 1940764"/>
                  <a:gd name="connsiteX4" fmla="*/ 0 w 268641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7620 w 2686418"/>
                  <a:gd name="connsiteY3" fmla="*/ 1925524 h 1940764"/>
                  <a:gd name="connsiteX4" fmla="*/ 0 w 268641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2933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0 w 2686418"/>
                  <a:gd name="connsiteY3" fmla="*/ 1925524 h 1940764"/>
                  <a:gd name="connsiteX4" fmla="*/ 0 w 2686418"/>
                  <a:gd name="connsiteY4" fmla="*/ 0 h 1940764"/>
                  <a:gd name="connsiteX0" fmla="*/ 0 w 2686418"/>
                  <a:gd name="connsiteY0" fmla="*/ 0 h 1925524"/>
                  <a:gd name="connsiteX1" fmla="*/ 2686418 w 2686418"/>
                  <a:gd name="connsiteY1" fmla="*/ 3810 h 1925524"/>
                  <a:gd name="connsiteX2" fmla="*/ 1810733 w 2686418"/>
                  <a:gd name="connsiteY2" fmla="*/ 1895044 h 1925524"/>
                  <a:gd name="connsiteX3" fmla="*/ 0 w 2686418"/>
                  <a:gd name="connsiteY3" fmla="*/ 1925524 h 1925524"/>
                  <a:gd name="connsiteX4" fmla="*/ 0 w 2686418"/>
                  <a:gd name="connsiteY4" fmla="*/ 0 h 192552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418" h="1929334">
                    <a:moveTo>
                      <a:pt x="0" y="0"/>
                    </a:moveTo>
                    <a:lnTo>
                      <a:pt x="2686418" y="3810"/>
                    </a:lnTo>
                    <a:cubicBezTo>
                      <a:pt x="2626729" y="1089331"/>
                      <a:pt x="2145727" y="1585410"/>
                      <a:pt x="1772633" y="1929334"/>
                    </a:cubicBezTo>
                    <a:lnTo>
                      <a:pt x="0" y="1925524"/>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Freeform: Shape 33">
                <a:extLst>
                  <a:ext uri="{FF2B5EF4-FFF2-40B4-BE49-F238E27FC236}">
                    <a16:creationId xmlns:a16="http://schemas.microsoft.com/office/drawing/2014/main" id="{C8E9D586-7554-4BCF-8007-9CAF877CFDC7}"/>
                  </a:ext>
                </a:extLst>
              </p:cNvPr>
              <p:cNvSpPr/>
              <p:nvPr userDrawn="1"/>
            </p:nvSpPr>
            <p:spPr>
              <a:xfrm>
                <a:off x="6093788" y="2272593"/>
                <a:ext cx="2680642" cy="2497735"/>
              </a:xfrm>
              <a:custGeom>
                <a:avLst/>
                <a:gdLst>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3048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30480 w 269403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194310 w 2686418"/>
                  <a:gd name="connsiteY3" fmla="*/ 1898854 h 1940764"/>
                  <a:gd name="connsiteX4" fmla="*/ 0 w 268641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7620 w 2686418"/>
                  <a:gd name="connsiteY3" fmla="*/ 1925524 h 1940764"/>
                  <a:gd name="connsiteX4" fmla="*/ 0 w 268641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2933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0 w 2686418"/>
                  <a:gd name="connsiteY3" fmla="*/ 1925524 h 1940764"/>
                  <a:gd name="connsiteX4" fmla="*/ 0 w 2686418"/>
                  <a:gd name="connsiteY4" fmla="*/ 0 h 1940764"/>
                  <a:gd name="connsiteX0" fmla="*/ 0 w 2686418"/>
                  <a:gd name="connsiteY0" fmla="*/ 0 h 1925524"/>
                  <a:gd name="connsiteX1" fmla="*/ 2686418 w 2686418"/>
                  <a:gd name="connsiteY1" fmla="*/ 3810 h 1925524"/>
                  <a:gd name="connsiteX2" fmla="*/ 1810733 w 2686418"/>
                  <a:gd name="connsiteY2" fmla="*/ 1895044 h 1925524"/>
                  <a:gd name="connsiteX3" fmla="*/ 0 w 2686418"/>
                  <a:gd name="connsiteY3" fmla="*/ 1925524 h 1925524"/>
                  <a:gd name="connsiteX4" fmla="*/ 0 w 2686418"/>
                  <a:gd name="connsiteY4" fmla="*/ 0 h 192552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2489404"/>
                  <a:gd name="connsiteX1" fmla="*/ 2686418 w 2686418"/>
                  <a:gd name="connsiteY1" fmla="*/ 3810 h 2489404"/>
                  <a:gd name="connsiteX2" fmla="*/ 1772633 w 2686418"/>
                  <a:gd name="connsiteY2" fmla="*/ 1929334 h 2489404"/>
                  <a:gd name="connsiteX3" fmla="*/ 3818 w 2686418"/>
                  <a:gd name="connsiteY3" fmla="*/ 2489404 h 2489404"/>
                  <a:gd name="connsiteX4" fmla="*/ 0 w 2686418"/>
                  <a:gd name="connsiteY4" fmla="*/ 0 h 2489404"/>
                  <a:gd name="connsiteX0" fmla="*/ 0 w 2686418"/>
                  <a:gd name="connsiteY0" fmla="*/ 0 h 2497277"/>
                  <a:gd name="connsiteX1" fmla="*/ 2686418 w 2686418"/>
                  <a:gd name="connsiteY1" fmla="*/ 3810 h 2497277"/>
                  <a:gd name="connsiteX2" fmla="*/ 1772633 w 2686418"/>
                  <a:gd name="connsiteY2" fmla="*/ 1929334 h 2497277"/>
                  <a:gd name="connsiteX3" fmla="*/ 3818 w 2686418"/>
                  <a:gd name="connsiteY3" fmla="*/ 2489404 h 2497277"/>
                  <a:gd name="connsiteX4" fmla="*/ 0 w 2686418"/>
                  <a:gd name="connsiteY4" fmla="*/ 0 h 2497277"/>
                  <a:gd name="connsiteX0" fmla="*/ 0 w 2686418"/>
                  <a:gd name="connsiteY0" fmla="*/ 0 h 2497833"/>
                  <a:gd name="connsiteX1" fmla="*/ 2686418 w 2686418"/>
                  <a:gd name="connsiteY1" fmla="*/ 3810 h 2497833"/>
                  <a:gd name="connsiteX2" fmla="*/ 1772633 w 2686418"/>
                  <a:gd name="connsiteY2" fmla="*/ 1929334 h 2497833"/>
                  <a:gd name="connsiteX3" fmla="*/ 3818 w 2686418"/>
                  <a:gd name="connsiteY3" fmla="*/ 2489404 h 2497833"/>
                  <a:gd name="connsiteX4" fmla="*/ 0 w 2686418"/>
                  <a:gd name="connsiteY4" fmla="*/ 0 h 2497833"/>
                  <a:gd name="connsiteX0" fmla="*/ 0 w 2754338"/>
                  <a:gd name="connsiteY0" fmla="*/ 0 h 2497833"/>
                  <a:gd name="connsiteX1" fmla="*/ 2686418 w 2754338"/>
                  <a:gd name="connsiteY1" fmla="*/ 3810 h 2497833"/>
                  <a:gd name="connsiteX2" fmla="*/ 1772633 w 2754338"/>
                  <a:gd name="connsiteY2" fmla="*/ 1929334 h 2497833"/>
                  <a:gd name="connsiteX3" fmla="*/ 3818 w 2754338"/>
                  <a:gd name="connsiteY3" fmla="*/ 2489404 h 2497833"/>
                  <a:gd name="connsiteX4" fmla="*/ 0 w 2754338"/>
                  <a:gd name="connsiteY4" fmla="*/ 0 h 2497833"/>
                  <a:gd name="connsiteX0" fmla="*/ 0 w 2754583"/>
                  <a:gd name="connsiteY0" fmla="*/ 0 h 2497554"/>
                  <a:gd name="connsiteX1" fmla="*/ 2686418 w 2754583"/>
                  <a:gd name="connsiteY1" fmla="*/ 3810 h 2497554"/>
                  <a:gd name="connsiteX2" fmla="*/ 1772633 w 2754583"/>
                  <a:gd name="connsiteY2" fmla="*/ 1929334 h 2497554"/>
                  <a:gd name="connsiteX3" fmla="*/ 3818 w 2754583"/>
                  <a:gd name="connsiteY3" fmla="*/ 2489404 h 2497554"/>
                  <a:gd name="connsiteX4" fmla="*/ 0 w 2754583"/>
                  <a:gd name="connsiteY4" fmla="*/ 0 h 2497554"/>
                  <a:gd name="connsiteX0" fmla="*/ 0 w 2742269"/>
                  <a:gd name="connsiteY0" fmla="*/ 0 h 2497916"/>
                  <a:gd name="connsiteX1" fmla="*/ 2686418 w 2742269"/>
                  <a:gd name="connsiteY1" fmla="*/ 3810 h 2497916"/>
                  <a:gd name="connsiteX2" fmla="*/ 1772633 w 2742269"/>
                  <a:gd name="connsiteY2" fmla="*/ 1929334 h 2497916"/>
                  <a:gd name="connsiteX3" fmla="*/ 3818 w 2742269"/>
                  <a:gd name="connsiteY3" fmla="*/ 2489404 h 2497916"/>
                  <a:gd name="connsiteX4" fmla="*/ 0 w 2742269"/>
                  <a:gd name="connsiteY4" fmla="*/ 0 h 2497916"/>
                  <a:gd name="connsiteX0" fmla="*/ 0 w 2742961"/>
                  <a:gd name="connsiteY0" fmla="*/ 0 h 2497735"/>
                  <a:gd name="connsiteX1" fmla="*/ 2686418 w 2742961"/>
                  <a:gd name="connsiteY1" fmla="*/ 3810 h 2497735"/>
                  <a:gd name="connsiteX2" fmla="*/ 1772633 w 2742961"/>
                  <a:gd name="connsiteY2" fmla="*/ 1929334 h 2497735"/>
                  <a:gd name="connsiteX3" fmla="*/ 3818 w 2742961"/>
                  <a:gd name="connsiteY3" fmla="*/ 2489404 h 2497735"/>
                  <a:gd name="connsiteX4" fmla="*/ 0 w 2742961"/>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418" h="2497735">
                    <a:moveTo>
                      <a:pt x="0" y="0"/>
                    </a:moveTo>
                    <a:lnTo>
                      <a:pt x="2686418" y="3810"/>
                    </a:lnTo>
                    <a:cubicBezTo>
                      <a:pt x="2684036" y="1056886"/>
                      <a:pt x="2036185" y="1724656"/>
                      <a:pt x="1772633" y="1929334"/>
                    </a:cubicBezTo>
                    <a:cubicBezTo>
                      <a:pt x="1495422" y="2144620"/>
                      <a:pt x="986698" y="2561794"/>
                      <a:pt x="3818" y="2489404"/>
                    </a:cubicBezTo>
                    <a:cubicBezTo>
                      <a:pt x="2545" y="1659603"/>
                      <a:pt x="1273" y="829801"/>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Freeform: Shape 35">
                <a:extLst>
                  <a:ext uri="{FF2B5EF4-FFF2-40B4-BE49-F238E27FC236}">
                    <a16:creationId xmlns:a16="http://schemas.microsoft.com/office/drawing/2014/main" id="{9361B1D1-48FE-4A8B-A846-00EF87745C06}"/>
                  </a:ext>
                </a:extLst>
              </p:cNvPr>
              <p:cNvSpPr/>
              <p:nvPr userDrawn="1"/>
            </p:nvSpPr>
            <p:spPr>
              <a:xfrm>
                <a:off x="6093788" y="-3316"/>
                <a:ext cx="2657782" cy="2122104"/>
              </a:xfrm>
              <a:custGeom>
                <a:avLst/>
                <a:gdLst>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3048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30480 w 269403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194310 w 2686418"/>
                  <a:gd name="connsiteY3" fmla="*/ 1898854 h 1940764"/>
                  <a:gd name="connsiteX4" fmla="*/ 0 w 268641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7620 w 2686418"/>
                  <a:gd name="connsiteY3" fmla="*/ 1925524 h 1940764"/>
                  <a:gd name="connsiteX4" fmla="*/ 0 w 268641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2933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0 w 2686418"/>
                  <a:gd name="connsiteY3" fmla="*/ 1925524 h 1940764"/>
                  <a:gd name="connsiteX4" fmla="*/ 0 w 2686418"/>
                  <a:gd name="connsiteY4" fmla="*/ 0 h 1940764"/>
                  <a:gd name="connsiteX0" fmla="*/ 0 w 2686418"/>
                  <a:gd name="connsiteY0" fmla="*/ 0 h 1925524"/>
                  <a:gd name="connsiteX1" fmla="*/ 2686418 w 2686418"/>
                  <a:gd name="connsiteY1" fmla="*/ 3810 h 1925524"/>
                  <a:gd name="connsiteX2" fmla="*/ 1810733 w 2686418"/>
                  <a:gd name="connsiteY2" fmla="*/ 1895044 h 1925524"/>
                  <a:gd name="connsiteX3" fmla="*/ 0 w 2686418"/>
                  <a:gd name="connsiteY3" fmla="*/ 1925524 h 1925524"/>
                  <a:gd name="connsiteX4" fmla="*/ 0 w 2686418"/>
                  <a:gd name="connsiteY4" fmla="*/ 0 h 192552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2489404"/>
                  <a:gd name="connsiteX1" fmla="*/ 2686418 w 2686418"/>
                  <a:gd name="connsiteY1" fmla="*/ 3810 h 2489404"/>
                  <a:gd name="connsiteX2" fmla="*/ 1772633 w 2686418"/>
                  <a:gd name="connsiteY2" fmla="*/ 1929334 h 2489404"/>
                  <a:gd name="connsiteX3" fmla="*/ 3818 w 2686418"/>
                  <a:gd name="connsiteY3" fmla="*/ 2489404 h 2489404"/>
                  <a:gd name="connsiteX4" fmla="*/ 0 w 2686418"/>
                  <a:gd name="connsiteY4" fmla="*/ 0 h 2489404"/>
                  <a:gd name="connsiteX0" fmla="*/ 0 w 2686418"/>
                  <a:gd name="connsiteY0" fmla="*/ 0 h 2497277"/>
                  <a:gd name="connsiteX1" fmla="*/ 2686418 w 2686418"/>
                  <a:gd name="connsiteY1" fmla="*/ 3810 h 2497277"/>
                  <a:gd name="connsiteX2" fmla="*/ 1772633 w 2686418"/>
                  <a:gd name="connsiteY2" fmla="*/ 1929334 h 2497277"/>
                  <a:gd name="connsiteX3" fmla="*/ 3818 w 2686418"/>
                  <a:gd name="connsiteY3" fmla="*/ 2489404 h 2497277"/>
                  <a:gd name="connsiteX4" fmla="*/ 0 w 2686418"/>
                  <a:gd name="connsiteY4" fmla="*/ 0 h 2497277"/>
                  <a:gd name="connsiteX0" fmla="*/ 0 w 2686418"/>
                  <a:gd name="connsiteY0" fmla="*/ 0 h 2497833"/>
                  <a:gd name="connsiteX1" fmla="*/ 2686418 w 2686418"/>
                  <a:gd name="connsiteY1" fmla="*/ 3810 h 2497833"/>
                  <a:gd name="connsiteX2" fmla="*/ 1772633 w 2686418"/>
                  <a:gd name="connsiteY2" fmla="*/ 1929334 h 2497833"/>
                  <a:gd name="connsiteX3" fmla="*/ 3818 w 2686418"/>
                  <a:gd name="connsiteY3" fmla="*/ 2489404 h 2497833"/>
                  <a:gd name="connsiteX4" fmla="*/ 0 w 2686418"/>
                  <a:gd name="connsiteY4" fmla="*/ 0 h 2497833"/>
                  <a:gd name="connsiteX0" fmla="*/ 0 w 2754338"/>
                  <a:gd name="connsiteY0" fmla="*/ 0 h 2497833"/>
                  <a:gd name="connsiteX1" fmla="*/ 2686418 w 2754338"/>
                  <a:gd name="connsiteY1" fmla="*/ 3810 h 2497833"/>
                  <a:gd name="connsiteX2" fmla="*/ 1772633 w 2754338"/>
                  <a:gd name="connsiteY2" fmla="*/ 1929334 h 2497833"/>
                  <a:gd name="connsiteX3" fmla="*/ 3818 w 2754338"/>
                  <a:gd name="connsiteY3" fmla="*/ 2489404 h 2497833"/>
                  <a:gd name="connsiteX4" fmla="*/ 0 w 2754338"/>
                  <a:gd name="connsiteY4" fmla="*/ 0 h 2497833"/>
                  <a:gd name="connsiteX0" fmla="*/ 0 w 2754583"/>
                  <a:gd name="connsiteY0" fmla="*/ 0 h 2497554"/>
                  <a:gd name="connsiteX1" fmla="*/ 2686418 w 2754583"/>
                  <a:gd name="connsiteY1" fmla="*/ 3810 h 2497554"/>
                  <a:gd name="connsiteX2" fmla="*/ 1772633 w 2754583"/>
                  <a:gd name="connsiteY2" fmla="*/ 1929334 h 2497554"/>
                  <a:gd name="connsiteX3" fmla="*/ 3818 w 2754583"/>
                  <a:gd name="connsiteY3" fmla="*/ 2489404 h 2497554"/>
                  <a:gd name="connsiteX4" fmla="*/ 0 w 2754583"/>
                  <a:gd name="connsiteY4" fmla="*/ 0 h 2497554"/>
                  <a:gd name="connsiteX0" fmla="*/ 0 w 2742269"/>
                  <a:gd name="connsiteY0" fmla="*/ 0 h 2497916"/>
                  <a:gd name="connsiteX1" fmla="*/ 2686418 w 2742269"/>
                  <a:gd name="connsiteY1" fmla="*/ 3810 h 2497916"/>
                  <a:gd name="connsiteX2" fmla="*/ 1772633 w 2742269"/>
                  <a:gd name="connsiteY2" fmla="*/ 1929334 h 2497916"/>
                  <a:gd name="connsiteX3" fmla="*/ 3818 w 2742269"/>
                  <a:gd name="connsiteY3" fmla="*/ 2489404 h 2497916"/>
                  <a:gd name="connsiteX4" fmla="*/ 0 w 2742269"/>
                  <a:gd name="connsiteY4" fmla="*/ 0 h 2497916"/>
                  <a:gd name="connsiteX0" fmla="*/ 0 w 2742961"/>
                  <a:gd name="connsiteY0" fmla="*/ 0 h 2497735"/>
                  <a:gd name="connsiteX1" fmla="*/ 2686418 w 2742961"/>
                  <a:gd name="connsiteY1" fmla="*/ 3810 h 2497735"/>
                  <a:gd name="connsiteX2" fmla="*/ 1772633 w 2742961"/>
                  <a:gd name="connsiteY2" fmla="*/ 1929334 h 2497735"/>
                  <a:gd name="connsiteX3" fmla="*/ 3818 w 2742961"/>
                  <a:gd name="connsiteY3" fmla="*/ 2489404 h 2497735"/>
                  <a:gd name="connsiteX4" fmla="*/ 0 w 2742961"/>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4751"/>
                  <a:gd name="connsiteX1" fmla="*/ 2686418 w 2686418"/>
                  <a:gd name="connsiteY1" fmla="*/ 3810 h 2494751"/>
                  <a:gd name="connsiteX2" fmla="*/ 1626294 w 2686418"/>
                  <a:gd name="connsiteY2" fmla="*/ 1663772 h 2494751"/>
                  <a:gd name="connsiteX3" fmla="*/ 3818 w 2686418"/>
                  <a:gd name="connsiteY3" fmla="*/ 2489404 h 2494751"/>
                  <a:gd name="connsiteX4" fmla="*/ 0 w 2686418"/>
                  <a:gd name="connsiteY4" fmla="*/ 0 h 2494751"/>
                  <a:gd name="connsiteX0" fmla="*/ 0 w 2686418"/>
                  <a:gd name="connsiteY0" fmla="*/ 0 h 2497084"/>
                  <a:gd name="connsiteX1" fmla="*/ 2686418 w 2686418"/>
                  <a:gd name="connsiteY1" fmla="*/ 3810 h 2497084"/>
                  <a:gd name="connsiteX2" fmla="*/ 1726422 w 2686418"/>
                  <a:gd name="connsiteY2" fmla="*/ 1888825 h 2497084"/>
                  <a:gd name="connsiteX3" fmla="*/ 3818 w 2686418"/>
                  <a:gd name="connsiteY3" fmla="*/ 2489404 h 2497084"/>
                  <a:gd name="connsiteX4" fmla="*/ 0 w 2686418"/>
                  <a:gd name="connsiteY4" fmla="*/ 0 h 2497084"/>
                  <a:gd name="connsiteX0" fmla="*/ 0 w 2686418"/>
                  <a:gd name="connsiteY0" fmla="*/ 0 h 2497420"/>
                  <a:gd name="connsiteX1" fmla="*/ 2686418 w 2686418"/>
                  <a:gd name="connsiteY1" fmla="*/ 3810 h 2497420"/>
                  <a:gd name="connsiteX2" fmla="*/ 1726422 w 2686418"/>
                  <a:gd name="connsiteY2" fmla="*/ 1888825 h 2497420"/>
                  <a:gd name="connsiteX3" fmla="*/ 3818 w 2686418"/>
                  <a:gd name="connsiteY3" fmla="*/ 2489404 h 2497420"/>
                  <a:gd name="connsiteX4" fmla="*/ 0 w 2686418"/>
                  <a:gd name="connsiteY4" fmla="*/ 0 h 2497420"/>
                  <a:gd name="connsiteX0" fmla="*/ 0 w 2686418"/>
                  <a:gd name="connsiteY0" fmla="*/ 0 h 2495986"/>
                  <a:gd name="connsiteX1" fmla="*/ 2686418 w 2686418"/>
                  <a:gd name="connsiteY1" fmla="*/ 3810 h 2495986"/>
                  <a:gd name="connsiteX2" fmla="*/ 1641699 w 2686418"/>
                  <a:gd name="connsiteY2" fmla="*/ 1780800 h 2495986"/>
                  <a:gd name="connsiteX3" fmla="*/ 3818 w 2686418"/>
                  <a:gd name="connsiteY3" fmla="*/ 2489404 h 2495986"/>
                  <a:gd name="connsiteX4" fmla="*/ 0 w 2686418"/>
                  <a:gd name="connsiteY4" fmla="*/ 0 h 2495986"/>
                  <a:gd name="connsiteX0" fmla="*/ 0 w 2686418"/>
                  <a:gd name="connsiteY0" fmla="*/ 0 h 2497420"/>
                  <a:gd name="connsiteX1" fmla="*/ 2686418 w 2686418"/>
                  <a:gd name="connsiteY1" fmla="*/ 3810 h 2497420"/>
                  <a:gd name="connsiteX2" fmla="*/ 1726422 w 2686418"/>
                  <a:gd name="connsiteY2" fmla="*/ 1888826 h 2497420"/>
                  <a:gd name="connsiteX3" fmla="*/ 3818 w 2686418"/>
                  <a:gd name="connsiteY3" fmla="*/ 2489404 h 2497420"/>
                  <a:gd name="connsiteX4" fmla="*/ 0 w 2686418"/>
                  <a:gd name="connsiteY4" fmla="*/ 0 h 2497420"/>
                  <a:gd name="connsiteX0" fmla="*/ 0 w 2686418"/>
                  <a:gd name="connsiteY0" fmla="*/ 0 h 2489404"/>
                  <a:gd name="connsiteX1" fmla="*/ 2686418 w 2686418"/>
                  <a:gd name="connsiteY1" fmla="*/ 3810 h 2489404"/>
                  <a:gd name="connsiteX2" fmla="*/ 1726422 w 2686418"/>
                  <a:gd name="connsiteY2" fmla="*/ 1888826 h 2489404"/>
                  <a:gd name="connsiteX3" fmla="*/ 3818 w 2686418"/>
                  <a:gd name="connsiteY3" fmla="*/ 2489404 h 2489404"/>
                  <a:gd name="connsiteX4" fmla="*/ 0 w 2686418"/>
                  <a:gd name="connsiteY4" fmla="*/ 0 h 2489404"/>
                  <a:gd name="connsiteX0" fmla="*/ 0 w 2686418"/>
                  <a:gd name="connsiteY0" fmla="*/ 0 h 2506452"/>
                  <a:gd name="connsiteX1" fmla="*/ 2686418 w 2686418"/>
                  <a:gd name="connsiteY1" fmla="*/ 3810 h 2506452"/>
                  <a:gd name="connsiteX2" fmla="*/ 1726422 w 2686418"/>
                  <a:gd name="connsiteY2" fmla="*/ 1888826 h 2506452"/>
                  <a:gd name="connsiteX3" fmla="*/ 3818 w 2686418"/>
                  <a:gd name="connsiteY3" fmla="*/ 2489404 h 2506452"/>
                  <a:gd name="connsiteX4" fmla="*/ 0 w 2686418"/>
                  <a:gd name="connsiteY4" fmla="*/ 0 h 2506452"/>
                  <a:gd name="connsiteX0" fmla="*/ 0 w 2686418"/>
                  <a:gd name="connsiteY0" fmla="*/ 0 h 2507008"/>
                  <a:gd name="connsiteX1" fmla="*/ 2686418 w 2686418"/>
                  <a:gd name="connsiteY1" fmla="*/ 3810 h 2507008"/>
                  <a:gd name="connsiteX2" fmla="*/ 1726422 w 2686418"/>
                  <a:gd name="connsiteY2" fmla="*/ 1906830 h 2507008"/>
                  <a:gd name="connsiteX3" fmla="*/ 3818 w 2686418"/>
                  <a:gd name="connsiteY3" fmla="*/ 2489404 h 2507008"/>
                  <a:gd name="connsiteX4" fmla="*/ 0 w 2686418"/>
                  <a:gd name="connsiteY4" fmla="*/ 0 h 2507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418" h="2507008">
                    <a:moveTo>
                      <a:pt x="0" y="0"/>
                    </a:moveTo>
                    <a:lnTo>
                      <a:pt x="2686418" y="3810"/>
                    </a:lnTo>
                    <a:cubicBezTo>
                      <a:pt x="2456825" y="1196419"/>
                      <a:pt x="1978421" y="1675145"/>
                      <a:pt x="1726422" y="1906830"/>
                    </a:cubicBezTo>
                    <a:cubicBezTo>
                      <a:pt x="1468039" y="2144385"/>
                      <a:pt x="771039" y="2602305"/>
                      <a:pt x="3818" y="2489404"/>
                    </a:cubicBezTo>
                    <a:cubicBezTo>
                      <a:pt x="2545" y="1659603"/>
                      <a:pt x="1273" y="829801"/>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28" name="Rectangle 27">
              <a:extLst>
                <a:ext uri="{FF2B5EF4-FFF2-40B4-BE49-F238E27FC236}">
                  <a16:creationId xmlns:a16="http://schemas.microsoft.com/office/drawing/2014/main" id="{1C915827-EE1D-4870-9257-0EDEED844A95}"/>
                </a:ext>
              </a:extLst>
            </p:cNvPr>
            <p:cNvSpPr/>
            <p:nvPr userDrawn="1"/>
          </p:nvSpPr>
          <p:spPr>
            <a:xfrm>
              <a:off x="8868697" y="0"/>
              <a:ext cx="3323303" cy="6858001"/>
            </a:xfrm>
            <a:prstGeom prst="rect">
              <a:avLst/>
            </a:prstGeom>
            <a:solidFill>
              <a:srgbClr val="E0CB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29" name="Group 28">
              <a:extLst>
                <a:ext uri="{FF2B5EF4-FFF2-40B4-BE49-F238E27FC236}">
                  <a16:creationId xmlns:a16="http://schemas.microsoft.com/office/drawing/2014/main" id="{52859C31-3F7E-4B15-B153-B7C845770B8D}"/>
                </a:ext>
              </a:extLst>
            </p:cNvPr>
            <p:cNvGrpSpPr/>
            <p:nvPr userDrawn="1"/>
          </p:nvGrpSpPr>
          <p:grpSpPr>
            <a:xfrm>
              <a:off x="9026013" y="2"/>
              <a:ext cx="3086245" cy="6548283"/>
              <a:chOff x="6251567" y="2"/>
              <a:chExt cx="3418416" cy="6766559"/>
            </a:xfrm>
            <a:solidFill>
              <a:srgbClr val="ECDC84"/>
            </a:solidFill>
          </p:grpSpPr>
          <p:sp>
            <p:nvSpPr>
              <p:cNvPr id="30" name="Oval 29">
                <a:extLst>
                  <a:ext uri="{FF2B5EF4-FFF2-40B4-BE49-F238E27FC236}">
                    <a16:creationId xmlns:a16="http://schemas.microsoft.com/office/drawing/2014/main" id="{79DF3247-7BA9-4DD5-89C4-B8D544EF87F5}"/>
                  </a:ext>
                </a:extLst>
              </p:cNvPr>
              <p:cNvSpPr/>
              <p:nvPr userDrawn="1"/>
            </p:nvSpPr>
            <p:spPr>
              <a:xfrm>
                <a:off x="6251567" y="3613266"/>
                <a:ext cx="3354273" cy="31532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1" name="Flowchart: Delay 10">
                <a:extLst>
                  <a:ext uri="{FF2B5EF4-FFF2-40B4-BE49-F238E27FC236}">
                    <a16:creationId xmlns:a16="http://schemas.microsoft.com/office/drawing/2014/main" id="{B49E29DC-4899-400A-8D66-C99BF024A608}"/>
                  </a:ext>
                </a:extLst>
              </p:cNvPr>
              <p:cNvSpPr/>
              <p:nvPr userDrawn="1"/>
            </p:nvSpPr>
            <p:spPr>
              <a:xfrm rot="5400000">
                <a:off x="6240982" y="44335"/>
                <a:ext cx="3473333" cy="3384668"/>
              </a:xfrm>
              <a:custGeom>
                <a:avLst/>
                <a:gdLst>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61290" h="3055776">
                    <a:moveTo>
                      <a:pt x="0" y="0"/>
                    </a:moveTo>
                    <a:lnTo>
                      <a:pt x="1680645" y="0"/>
                    </a:lnTo>
                    <a:cubicBezTo>
                      <a:pt x="2638336" y="0"/>
                      <a:pt x="3361290" y="615233"/>
                      <a:pt x="3361290" y="1527888"/>
                    </a:cubicBezTo>
                    <a:cubicBezTo>
                      <a:pt x="3361290" y="2440543"/>
                      <a:pt x="2608840" y="3055776"/>
                      <a:pt x="1680645" y="3055776"/>
                    </a:cubicBezTo>
                    <a:lnTo>
                      <a:pt x="0" y="305577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grpSp>
        <p:nvGrpSpPr>
          <p:cNvPr id="53" name="Group 52">
            <a:extLst>
              <a:ext uri="{FF2B5EF4-FFF2-40B4-BE49-F238E27FC236}">
                <a16:creationId xmlns:a16="http://schemas.microsoft.com/office/drawing/2014/main" id="{72C609F0-B87A-49E2-9C3A-C4E40046AD7F}"/>
              </a:ext>
            </a:extLst>
          </p:cNvPr>
          <p:cNvGrpSpPr/>
          <p:nvPr userDrawn="1"/>
        </p:nvGrpSpPr>
        <p:grpSpPr>
          <a:xfrm>
            <a:off x="10233286" y="6353913"/>
            <a:ext cx="1859309" cy="488403"/>
            <a:chOff x="10233285" y="6353913"/>
            <a:chExt cx="1859309" cy="488403"/>
          </a:xfrm>
        </p:grpSpPr>
        <p:grpSp>
          <p:nvGrpSpPr>
            <p:cNvPr id="54" name="Group 53">
              <a:extLst>
                <a:ext uri="{FF2B5EF4-FFF2-40B4-BE49-F238E27FC236}">
                  <a16:creationId xmlns:a16="http://schemas.microsoft.com/office/drawing/2014/main" id="{BD887ADC-2490-458D-AFFA-704A0252180A}"/>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56" name="Freeform 6">
                <a:extLst>
                  <a:ext uri="{FF2B5EF4-FFF2-40B4-BE49-F238E27FC236}">
                    <a16:creationId xmlns:a16="http://schemas.microsoft.com/office/drawing/2014/main" id="{F2D520A7-7F8D-4FAD-A611-5792C176442F}"/>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7" name="Freeform 7">
                <a:extLst>
                  <a:ext uri="{FF2B5EF4-FFF2-40B4-BE49-F238E27FC236}">
                    <a16:creationId xmlns:a16="http://schemas.microsoft.com/office/drawing/2014/main" id="{1ED2E322-5B06-43E4-9A1E-DCDC0526D4F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8" name="Freeform 8">
                <a:extLst>
                  <a:ext uri="{FF2B5EF4-FFF2-40B4-BE49-F238E27FC236}">
                    <a16:creationId xmlns:a16="http://schemas.microsoft.com/office/drawing/2014/main" id="{38424E0A-8C3F-4B7C-9AB0-C223A6FD4545}"/>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9" name="Rectangle 9">
                <a:extLst>
                  <a:ext uri="{FF2B5EF4-FFF2-40B4-BE49-F238E27FC236}">
                    <a16:creationId xmlns:a16="http://schemas.microsoft.com/office/drawing/2014/main" id="{76A1EADA-A1FC-417A-8624-2C113896EF76}"/>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60" name="Freeform 10">
                <a:extLst>
                  <a:ext uri="{FF2B5EF4-FFF2-40B4-BE49-F238E27FC236}">
                    <a16:creationId xmlns:a16="http://schemas.microsoft.com/office/drawing/2014/main" id="{65DBD970-A7C7-4390-B14F-38CE995CB504}"/>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1" name="Freeform 11">
                <a:extLst>
                  <a:ext uri="{FF2B5EF4-FFF2-40B4-BE49-F238E27FC236}">
                    <a16:creationId xmlns:a16="http://schemas.microsoft.com/office/drawing/2014/main" id="{FF6E3C7A-938D-4632-AC4F-5A1C971B8D57}"/>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2" name="Freeform 12">
                <a:extLst>
                  <a:ext uri="{FF2B5EF4-FFF2-40B4-BE49-F238E27FC236}">
                    <a16:creationId xmlns:a16="http://schemas.microsoft.com/office/drawing/2014/main" id="{3EF11E4B-04D0-4DD6-85E2-CC909A3C9A8D}"/>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3" name="Freeform 13">
                <a:extLst>
                  <a:ext uri="{FF2B5EF4-FFF2-40B4-BE49-F238E27FC236}">
                    <a16:creationId xmlns:a16="http://schemas.microsoft.com/office/drawing/2014/main" id="{58E2436C-9593-4F28-B249-4F3972B20AF4}"/>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4" name="Freeform 14">
                <a:extLst>
                  <a:ext uri="{FF2B5EF4-FFF2-40B4-BE49-F238E27FC236}">
                    <a16:creationId xmlns:a16="http://schemas.microsoft.com/office/drawing/2014/main" id="{13CB8DB2-6144-4008-9857-7B1B2EBF358D}"/>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5" name="Freeform 15">
                <a:extLst>
                  <a:ext uri="{FF2B5EF4-FFF2-40B4-BE49-F238E27FC236}">
                    <a16:creationId xmlns:a16="http://schemas.microsoft.com/office/drawing/2014/main" id="{76C763D4-2039-4EFA-9714-08BCABF5C898}"/>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6" name="Freeform 16">
                <a:extLst>
                  <a:ext uri="{FF2B5EF4-FFF2-40B4-BE49-F238E27FC236}">
                    <a16:creationId xmlns:a16="http://schemas.microsoft.com/office/drawing/2014/main" id="{B66700B4-1317-429A-9DC3-3D70B3D9D668}"/>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7" name="Freeform 17">
                <a:extLst>
                  <a:ext uri="{FF2B5EF4-FFF2-40B4-BE49-F238E27FC236}">
                    <a16:creationId xmlns:a16="http://schemas.microsoft.com/office/drawing/2014/main" id="{832BC6A7-50E2-4AB7-BAB8-676F60D80865}"/>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5" name="Oval 54">
              <a:extLst>
                <a:ext uri="{FF2B5EF4-FFF2-40B4-BE49-F238E27FC236}">
                  <a16:creationId xmlns:a16="http://schemas.microsoft.com/office/drawing/2014/main" id="{DD43B1DF-06CE-49FF-A5D2-E7CB30128635}"/>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1515760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hite Geometric 8">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615A0C74-1742-4306-9C1B-95D1A4DBA396}"/>
              </a:ext>
            </a:extLst>
          </p:cNvPr>
          <p:cNvGrpSpPr/>
          <p:nvPr userDrawn="1"/>
        </p:nvGrpSpPr>
        <p:grpSpPr>
          <a:xfrm>
            <a:off x="6091141" y="-3316"/>
            <a:ext cx="6100860" cy="6864635"/>
            <a:chOff x="6091140" y="-3316"/>
            <a:chExt cx="6100860" cy="6864634"/>
          </a:xfrm>
        </p:grpSpPr>
        <p:sp>
          <p:nvSpPr>
            <p:cNvPr id="39" name="Rectangle 38">
              <a:extLst>
                <a:ext uri="{FF2B5EF4-FFF2-40B4-BE49-F238E27FC236}">
                  <a16:creationId xmlns:a16="http://schemas.microsoft.com/office/drawing/2014/main" id="{90439EF1-9859-4F60-BA49-FB7B1410737F}"/>
                </a:ext>
              </a:extLst>
            </p:cNvPr>
            <p:cNvSpPr/>
            <p:nvPr userDrawn="1"/>
          </p:nvSpPr>
          <p:spPr>
            <a:xfrm>
              <a:off x="6091140" y="0"/>
              <a:ext cx="2777553" cy="6858001"/>
            </a:xfrm>
            <a:prstGeom prst="rect">
              <a:avLst/>
            </a:prstGeom>
            <a:solidFill>
              <a:srgbClr val="78B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40" name="Group 39">
              <a:extLst>
                <a:ext uri="{FF2B5EF4-FFF2-40B4-BE49-F238E27FC236}">
                  <a16:creationId xmlns:a16="http://schemas.microsoft.com/office/drawing/2014/main" id="{3F3131DC-2F8A-4A9D-B63C-A98BC1947A86}"/>
                </a:ext>
              </a:extLst>
            </p:cNvPr>
            <p:cNvGrpSpPr/>
            <p:nvPr userDrawn="1"/>
          </p:nvGrpSpPr>
          <p:grpSpPr>
            <a:xfrm>
              <a:off x="6093788" y="-3316"/>
              <a:ext cx="2686418" cy="6864634"/>
              <a:chOff x="6093788" y="-3316"/>
              <a:chExt cx="2686418" cy="6864634"/>
            </a:xfrm>
            <a:solidFill>
              <a:srgbClr val="AFD58C"/>
            </a:solidFill>
          </p:grpSpPr>
          <p:sp>
            <p:nvSpPr>
              <p:cNvPr id="45" name="Freeform: Shape 44">
                <a:extLst>
                  <a:ext uri="{FF2B5EF4-FFF2-40B4-BE49-F238E27FC236}">
                    <a16:creationId xmlns:a16="http://schemas.microsoft.com/office/drawing/2014/main" id="{950F16E8-BEA0-49ED-92A1-F5554BFFB0C5}"/>
                  </a:ext>
                </a:extLst>
              </p:cNvPr>
              <p:cNvSpPr/>
              <p:nvPr userDrawn="1"/>
            </p:nvSpPr>
            <p:spPr>
              <a:xfrm>
                <a:off x="6093788" y="4931984"/>
                <a:ext cx="2686418" cy="1929334"/>
              </a:xfrm>
              <a:custGeom>
                <a:avLst/>
                <a:gdLst>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3048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30480 w 269403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194310 w 2686418"/>
                  <a:gd name="connsiteY3" fmla="*/ 1898854 h 1940764"/>
                  <a:gd name="connsiteX4" fmla="*/ 0 w 268641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7620 w 2686418"/>
                  <a:gd name="connsiteY3" fmla="*/ 1925524 h 1940764"/>
                  <a:gd name="connsiteX4" fmla="*/ 0 w 268641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2933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0 w 2686418"/>
                  <a:gd name="connsiteY3" fmla="*/ 1925524 h 1940764"/>
                  <a:gd name="connsiteX4" fmla="*/ 0 w 2686418"/>
                  <a:gd name="connsiteY4" fmla="*/ 0 h 1940764"/>
                  <a:gd name="connsiteX0" fmla="*/ 0 w 2686418"/>
                  <a:gd name="connsiteY0" fmla="*/ 0 h 1925524"/>
                  <a:gd name="connsiteX1" fmla="*/ 2686418 w 2686418"/>
                  <a:gd name="connsiteY1" fmla="*/ 3810 h 1925524"/>
                  <a:gd name="connsiteX2" fmla="*/ 1810733 w 2686418"/>
                  <a:gd name="connsiteY2" fmla="*/ 1895044 h 1925524"/>
                  <a:gd name="connsiteX3" fmla="*/ 0 w 2686418"/>
                  <a:gd name="connsiteY3" fmla="*/ 1925524 h 1925524"/>
                  <a:gd name="connsiteX4" fmla="*/ 0 w 2686418"/>
                  <a:gd name="connsiteY4" fmla="*/ 0 h 192552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418" h="1929334">
                    <a:moveTo>
                      <a:pt x="0" y="0"/>
                    </a:moveTo>
                    <a:lnTo>
                      <a:pt x="2686418" y="3810"/>
                    </a:lnTo>
                    <a:cubicBezTo>
                      <a:pt x="2626729" y="1089331"/>
                      <a:pt x="2145727" y="1585410"/>
                      <a:pt x="1772633" y="1929334"/>
                    </a:cubicBezTo>
                    <a:lnTo>
                      <a:pt x="0" y="1925524"/>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6" name="Freeform: Shape 45">
                <a:extLst>
                  <a:ext uri="{FF2B5EF4-FFF2-40B4-BE49-F238E27FC236}">
                    <a16:creationId xmlns:a16="http://schemas.microsoft.com/office/drawing/2014/main" id="{1CC66D49-C649-4E74-A759-AF34DF3A231E}"/>
                  </a:ext>
                </a:extLst>
              </p:cNvPr>
              <p:cNvSpPr/>
              <p:nvPr userDrawn="1"/>
            </p:nvSpPr>
            <p:spPr>
              <a:xfrm>
                <a:off x="6093788" y="2272593"/>
                <a:ext cx="2680642" cy="2497735"/>
              </a:xfrm>
              <a:custGeom>
                <a:avLst/>
                <a:gdLst>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3048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30480 w 269403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194310 w 2686418"/>
                  <a:gd name="connsiteY3" fmla="*/ 1898854 h 1940764"/>
                  <a:gd name="connsiteX4" fmla="*/ 0 w 268641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7620 w 2686418"/>
                  <a:gd name="connsiteY3" fmla="*/ 1925524 h 1940764"/>
                  <a:gd name="connsiteX4" fmla="*/ 0 w 268641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2933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0 w 2686418"/>
                  <a:gd name="connsiteY3" fmla="*/ 1925524 h 1940764"/>
                  <a:gd name="connsiteX4" fmla="*/ 0 w 2686418"/>
                  <a:gd name="connsiteY4" fmla="*/ 0 h 1940764"/>
                  <a:gd name="connsiteX0" fmla="*/ 0 w 2686418"/>
                  <a:gd name="connsiteY0" fmla="*/ 0 h 1925524"/>
                  <a:gd name="connsiteX1" fmla="*/ 2686418 w 2686418"/>
                  <a:gd name="connsiteY1" fmla="*/ 3810 h 1925524"/>
                  <a:gd name="connsiteX2" fmla="*/ 1810733 w 2686418"/>
                  <a:gd name="connsiteY2" fmla="*/ 1895044 h 1925524"/>
                  <a:gd name="connsiteX3" fmla="*/ 0 w 2686418"/>
                  <a:gd name="connsiteY3" fmla="*/ 1925524 h 1925524"/>
                  <a:gd name="connsiteX4" fmla="*/ 0 w 2686418"/>
                  <a:gd name="connsiteY4" fmla="*/ 0 h 192552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2489404"/>
                  <a:gd name="connsiteX1" fmla="*/ 2686418 w 2686418"/>
                  <a:gd name="connsiteY1" fmla="*/ 3810 h 2489404"/>
                  <a:gd name="connsiteX2" fmla="*/ 1772633 w 2686418"/>
                  <a:gd name="connsiteY2" fmla="*/ 1929334 h 2489404"/>
                  <a:gd name="connsiteX3" fmla="*/ 3818 w 2686418"/>
                  <a:gd name="connsiteY3" fmla="*/ 2489404 h 2489404"/>
                  <a:gd name="connsiteX4" fmla="*/ 0 w 2686418"/>
                  <a:gd name="connsiteY4" fmla="*/ 0 h 2489404"/>
                  <a:gd name="connsiteX0" fmla="*/ 0 w 2686418"/>
                  <a:gd name="connsiteY0" fmla="*/ 0 h 2497277"/>
                  <a:gd name="connsiteX1" fmla="*/ 2686418 w 2686418"/>
                  <a:gd name="connsiteY1" fmla="*/ 3810 h 2497277"/>
                  <a:gd name="connsiteX2" fmla="*/ 1772633 w 2686418"/>
                  <a:gd name="connsiteY2" fmla="*/ 1929334 h 2497277"/>
                  <a:gd name="connsiteX3" fmla="*/ 3818 w 2686418"/>
                  <a:gd name="connsiteY3" fmla="*/ 2489404 h 2497277"/>
                  <a:gd name="connsiteX4" fmla="*/ 0 w 2686418"/>
                  <a:gd name="connsiteY4" fmla="*/ 0 h 2497277"/>
                  <a:gd name="connsiteX0" fmla="*/ 0 w 2686418"/>
                  <a:gd name="connsiteY0" fmla="*/ 0 h 2497833"/>
                  <a:gd name="connsiteX1" fmla="*/ 2686418 w 2686418"/>
                  <a:gd name="connsiteY1" fmla="*/ 3810 h 2497833"/>
                  <a:gd name="connsiteX2" fmla="*/ 1772633 w 2686418"/>
                  <a:gd name="connsiteY2" fmla="*/ 1929334 h 2497833"/>
                  <a:gd name="connsiteX3" fmla="*/ 3818 w 2686418"/>
                  <a:gd name="connsiteY3" fmla="*/ 2489404 h 2497833"/>
                  <a:gd name="connsiteX4" fmla="*/ 0 w 2686418"/>
                  <a:gd name="connsiteY4" fmla="*/ 0 h 2497833"/>
                  <a:gd name="connsiteX0" fmla="*/ 0 w 2754338"/>
                  <a:gd name="connsiteY0" fmla="*/ 0 h 2497833"/>
                  <a:gd name="connsiteX1" fmla="*/ 2686418 w 2754338"/>
                  <a:gd name="connsiteY1" fmla="*/ 3810 h 2497833"/>
                  <a:gd name="connsiteX2" fmla="*/ 1772633 w 2754338"/>
                  <a:gd name="connsiteY2" fmla="*/ 1929334 h 2497833"/>
                  <a:gd name="connsiteX3" fmla="*/ 3818 w 2754338"/>
                  <a:gd name="connsiteY3" fmla="*/ 2489404 h 2497833"/>
                  <a:gd name="connsiteX4" fmla="*/ 0 w 2754338"/>
                  <a:gd name="connsiteY4" fmla="*/ 0 h 2497833"/>
                  <a:gd name="connsiteX0" fmla="*/ 0 w 2754583"/>
                  <a:gd name="connsiteY0" fmla="*/ 0 h 2497554"/>
                  <a:gd name="connsiteX1" fmla="*/ 2686418 w 2754583"/>
                  <a:gd name="connsiteY1" fmla="*/ 3810 h 2497554"/>
                  <a:gd name="connsiteX2" fmla="*/ 1772633 w 2754583"/>
                  <a:gd name="connsiteY2" fmla="*/ 1929334 h 2497554"/>
                  <a:gd name="connsiteX3" fmla="*/ 3818 w 2754583"/>
                  <a:gd name="connsiteY3" fmla="*/ 2489404 h 2497554"/>
                  <a:gd name="connsiteX4" fmla="*/ 0 w 2754583"/>
                  <a:gd name="connsiteY4" fmla="*/ 0 h 2497554"/>
                  <a:gd name="connsiteX0" fmla="*/ 0 w 2742269"/>
                  <a:gd name="connsiteY0" fmla="*/ 0 h 2497916"/>
                  <a:gd name="connsiteX1" fmla="*/ 2686418 w 2742269"/>
                  <a:gd name="connsiteY1" fmla="*/ 3810 h 2497916"/>
                  <a:gd name="connsiteX2" fmla="*/ 1772633 w 2742269"/>
                  <a:gd name="connsiteY2" fmla="*/ 1929334 h 2497916"/>
                  <a:gd name="connsiteX3" fmla="*/ 3818 w 2742269"/>
                  <a:gd name="connsiteY3" fmla="*/ 2489404 h 2497916"/>
                  <a:gd name="connsiteX4" fmla="*/ 0 w 2742269"/>
                  <a:gd name="connsiteY4" fmla="*/ 0 h 2497916"/>
                  <a:gd name="connsiteX0" fmla="*/ 0 w 2742961"/>
                  <a:gd name="connsiteY0" fmla="*/ 0 h 2497735"/>
                  <a:gd name="connsiteX1" fmla="*/ 2686418 w 2742961"/>
                  <a:gd name="connsiteY1" fmla="*/ 3810 h 2497735"/>
                  <a:gd name="connsiteX2" fmla="*/ 1772633 w 2742961"/>
                  <a:gd name="connsiteY2" fmla="*/ 1929334 h 2497735"/>
                  <a:gd name="connsiteX3" fmla="*/ 3818 w 2742961"/>
                  <a:gd name="connsiteY3" fmla="*/ 2489404 h 2497735"/>
                  <a:gd name="connsiteX4" fmla="*/ 0 w 2742961"/>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418" h="2497735">
                    <a:moveTo>
                      <a:pt x="0" y="0"/>
                    </a:moveTo>
                    <a:lnTo>
                      <a:pt x="2686418" y="3810"/>
                    </a:lnTo>
                    <a:cubicBezTo>
                      <a:pt x="2684036" y="1056886"/>
                      <a:pt x="2036185" y="1724656"/>
                      <a:pt x="1772633" y="1929334"/>
                    </a:cubicBezTo>
                    <a:cubicBezTo>
                      <a:pt x="1495422" y="2144620"/>
                      <a:pt x="986698" y="2561794"/>
                      <a:pt x="3818" y="2489404"/>
                    </a:cubicBezTo>
                    <a:cubicBezTo>
                      <a:pt x="2545" y="1659603"/>
                      <a:pt x="1273" y="829801"/>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7" name="Freeform: Shape 46">
                <a:extLst>
                  <a:ext uri="{FF2B5EF4-FFF2-40B4-BE49-F238E27FC236}">
                    <a16:creationId xmlns:a16="http://schemas.microsoft.com/office/drawing/2014/main" id="{6891FDAD-FB1D-4B6E-B8D0-F5F8EE757876}"/>
                  </a:ext>
                </a:extLst>
              </p:cNvPr>
              <p:cNvSpPr/>
              <p:nvPr userDrawn="1"/>
            </p:nvSpPr>
            <p:spPr>
              <a:xfrm>
                <a:off x="6093788" y="-3316"/>
                <a:ext cx="2657782" cy="2122104"/>
              </a:xfrm>
              <a:custGeom>
                <a:avLst/>
                <a:gdLst>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0 w 2694038"/>
                  <a:gd name="connsiteY0" fmla="*/ 0 h 1936954"/>
                  <a:gd name="connsiteX1" fmla="*/ 2694038 w 2694038"/>
                  <a:gd name="connsiteY1" fmla="*/ 0 h 1936954"/>
                  <a:gd name="connsiteX2" fmla="*/ 1799303 w 2694038"/>
                  <a:gd name="connsiteY2" fmla="*/ 1936954 h 1936954"/>
                  <a:gd name="connsiteX3" fmla="*/ 0 w 2694038"/>
                  <a:gd name="connsiteY3" fmla="*/ 1936954 h 1936954"/>
                  <a:gd name="connsiteX4" fmla="*/ 0 w 2694038"/>
                  <a:gd name="connsiteY4" fmla="*/ 0 h 1936954"/>
                  <a:gd name="connsiteX0" fmla="*/ 3048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30480 w 269403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4076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194310 w 2686418"/>
                  <a:gd name="connsiteY3" fmla="*/ 1898854 h 1940764"/>
                  <a:gd name="connsiteX4" fmla="*/ 0 w 268641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7620 w 2686418"/>
                  <a:gd name="connsiteY3" fmla="*/ 1925524 h 1940764"/>
                  <a:gd name="connsiteX4" fmla="*/ 0 w 2686418"/>
                  <a:gd name="connsiteY4" fmla="*/ 0 h 1940764"/>
                  <a:gd name="connsiteX0" fmla="*/ 7620 w 2694038"/>
                  <a:gd name="connsiteY0" fmla="*/ 0 h 1940764"/>
                  <a:gd name="connsiteX1" fmla="*/ 2694038 w 2694038"/>
                  <a:gd name="connsiteY1" fmla="*/ 3810 h 1940764"/>
                  <a:gd name="connsiteX2" fmla="*/ 1799303 w 2694038"/>
                  <a:gd name="connsiteY2" fmla="*/ 1940764 h 1940764"/>
                  <a:gd name="connsiteX3" fmla="*/ 0 w 2694038"/>
                  <a:gd name="connsiteY3" fmla="*/ 1929334 h 1940764"/>
                  <a:gd name="connsiteX4" fmla="*/ 7620 w 2694038"/>
                  <a:gd name="connsiteY4" fmla="*/ 0 h 1940764"/>
                  <a:gd name="connsiteX0" fmla="*/ 0 w 2686418"/>
                  <a:gd name="connsiteY0" fmla="*/ 0 h 1940764"/>
                  <a:gd name="connsiteX1" fmla="*/ 2686418 w 2686418"/>
                  <a:gd name="connsiteY1" fmla="*/ 3810 h 1940764"/>
                  <a:gd name="connsiteX2" fmla="*/ 1791683 w 2686418"/>
                  <a:gd name="connsiteY2" fmla="*/ 1940764 h 1940764"/>
                  <a:gd name="connsiteX3" fmla="*/ 0 w 2686418"/>
                  <a:gd name="connsiteY3" fmla="*/ 1925524 h 1940764"/>
                  <a:gd name="connsiteX4" fmla="*/ 0 w 2686418"/>
                  <a:gd name="connsiteY4" fmla="*/ 0 h 1940764"/>
                  <a:gd name="connsiteX0" fmla="*/ 0 w 2686418"/>
                  <a:gd name="connsiteY0" fmla="*/ 0 h 1925524"/>
                  <a:gd name="connsiteX1" fmla="*/ 2686418 w 2686418"/>
                  <a:gd name="connsiteY1" fmla="*/ 3810 h 1925524"/>
                  <a:gd name="connsiteX2" fmla="*/ 1810733 w 2686418"/>
                  <a:gd name="connsiteY2" fmla="*/ 1895044 h 1925524"/>
                  <a:gd name="connsiteX3" fmla="*/ 0 w 2686418"/>
                  <a:gd name="connsiteY3" fmla="*/ 1925524 h 1925524"/>
                  <a:gd name="connsiteX4" fmla="*/ 0 w 2686418"/>
                  <a:gd name="connsiteY4" fmla="*/ 0 h 192552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1929334"/>
                  <a:gd name="connsiteX1" fmla="*/ 2686418 w 2686418"/>
                  <a:gd name="connsiteY1" fmla="*/ 3810 h 1929334"/>
                  <a:gd name="connsiteX2" fmla="*/ 1772633 w 2686418"/>
                  <a:gd name="connsiteY2" fmla="*/ 1929334 h 1929334"/>
                  <a:gd name="connsiteX3" fmla="*/ 0 w 2686418"/>
                  <a:gd name="connsiteY3" fmla="*/ 1925524 h 1929334"/>
                  <a:gd name="connsiteX4" fmla="*/ 0 w 2686418"/>
                  <a:gd name="connsiteY4" fmla="*/ 0 h 1929334"/>
                  <a:gd name="connsiteX0" fmla="*/ 0 w 2686418"/>
                  <a:gd name="connsiteY0" fmla="*/ 0 h 2489404"/>
                  <a:gd name="connsiteX1" fmla="*/ 2686418 w 2686418"/>
                  <a:gd name="connsiteY1" fmla="*/ 3810 h 2489404"/>
                  <a:gd name="connsiteX2" fmla="*/ 1772633 w 2686418"/>
                  <a:gd name="connsiteY2" fmla="*/ 1929334 h 2489404"/>
                  <a:gd name="connsiteX3" fmla="*/ 3818 w 2686418"/>
                  <a:gd name="connsiteY3" fmla="*/ 2489404 h 2489404"/>
                  <a:gd name="connsiteX4" fmla="*/ 0 w 2686418"/>
                  <a:gd name="connsiteY4" fmla="*/ 0 h 2489404"/>
                  <a:gd name="connsiteX0" fmla="*/ 0 w 2686418"/>
                  <a:gd name="connsiteY0" fmla="*/ 0 h 2497277"/>
                  <a:gd name="connsiteX1" fmla="*/ 2686418 w 2686418"/>
                  <a:gd name="connsiteY1" fmla="*/ 3810 h 2497277"/>
                  <a:gd name="connsiteX2" fmla="*/ 1772633 w 2686418"/>
                  <a:gd name="connsiteY2" fmla="*/ 1929334 h 2497277"/>
                  <a:gd name="connsiteX3" fmla="*/ 3818 w 2686418"/>
                  <a:gd name="connsiteY3" fmla="*/ 2489404 h 2497277"/>
                  <a:gd name="connsiteX4" fmla="*/ 0 w 2686418"/>
                  <a:gd name="connsiteY4" fmla="*/ 0 h 2497277"/>
                  <a:gd name="connsiteX0" fmla="*/ 0 w 2686418"/>
                  <a:gd name="connsiteY0" fmla="*/ 0 h 2497833"/>
                  <a:gd name="connsiteX1" fmla="*/ 2686418 w 2686418"/>
                  <a:gd name="connsiteY1" fmla="*/ 3810 h 2497833"/>
                  <a:gd name="connsiteX2" fmla="*/ 1772633 w 2686418"/>
                  <a:gd name="connsiteY2" fmla="*/ 1929334 h 2497833"/>
                  <a:gd name="connsiteX3" fmla="*/ 3818 w 2686418"/>
                  <a:gd name="connsiteY3" fmla="*/ 2489404 h 2497833"/>
                  <a:gd name="connsiteX4" fmla="*/ 0 w 2686418"/>
                  <a:gd name="connsiteY4" fmla="*/ 0 h 2497833"/>
                  <a:gd name="connsiteX0" fmla="*/ 0 w 2754338"/>
                  <a:gd name="connsiteY0" fmla="*/ 0 h 2497833"/>
                  <a:gd name="connsiteX1" fmla="*/ 2686418 w 2754338"/>
                  <a:gd name="connsiteY1" fmla="*/ 3810 h 2497833"/>
                  <a:gd name="connsiteX2" fmla="*/ 1772633 w 2754338"/>
                  <a:gd name="connsiteY2" fmla="*/ 1929334 h 2497833"/>
                  <a:gd name="connsiteX3" fmla="*/ 3818 w 2754338"/>
                  <a:gd name="connsiteY3" fmla="*/ 2489404 h 2497833"/>
                  <a:gd name="connsiteX4" fmla="*/ 0 w 2754338"/>
                  <a:gd name="connsiteY4" fmla="*/ 0 h 2497833"/>
                  <a:gd name="connsiteX0" fmla="*/ 0 w 2754583"/>
                  <a:gd name="connsiteY0" fmla="*/ 0 h 2497554"/>
                  <a:gd name="connsiteX1" fmla="*/ 2686418 w 2754583"/>
                  <a:gd name="connsiteY1" fmla="*/ 3810 h 2497554"/>
                  <a:gd name="connsiteX2" fmla="*/ 1772633 w 2754583"/>
                  <a:gd name="connsiteY2" fmla="*/ 1929334 h 2497554"/>
                  <a:gd name="connsiteX3" fmla="*/ 3818 w 2754583"/>
                  <a:gd name="connsiteY3" fmla="*/ 2489404 h 2497554"/>
                  <a:gd name="connsiteX4" fmla="*/ 0 w 2754583"/>
                  <a:gd name="connsiteY4" fmla="*/ 0 h 2497554"/>
                  <a:gd name="connsiteX0" fmla="*/ 0 w 2742269"/>
                  <a:gd name="connsiteY0" fmla="*/ 0 h 2497916"/>
                  <a:gd name="connsiteX1" fmla="*/ 2686418 w 2742269"/>
                  <a:gd name="connsiteY1" fmla="*/ 3810 h 2497916"/>
                  <a:gd name="connsiteX2" fmla="*/ 1772633 w 2742269"/>
                  <a:gd name="connsiteY2" fmla="*/ 1929334 h 2497916"/>
                  <a:gd name="connsiteX3" fmla="*/ 3818 w 2742269"/>
                  <a:gd name="connsiteY3" fmla="*/ 2489404 h 2497916"/>
                  <a:gd name="connsiteX4" fmla="*/ 0 w 2742269"/>
                  <a:gd name="connsiteY4" fmla="*/ 0 h 2497916"/>
                  <a:gd name="connsiteX0" fmla="*/ 0 w 2742961"/>
                  <a:gd name="connsiteY0" fmla="*/ 0 h 2497735"/>
                  <a:gd name="connsiteX1" fmla="*/ 2686418 w 2742961"/>
                  <a:gd name="connsiteY1" fmla="*/ 3810 h 2497735"/>
                  <a:gd name="connsiteX2" fmla="*/ 1772633 w 2742961"/>
                  <a:gd name="connsiteY2" fmla="*/ 1929334 h 2497735"/>
                  <a:gd name="connsiteX3" fmla="*/ 3818 w 2742961"/>
                  <a:gd name="connsiteY3" fmla="*/ 2489404 h 2497735"/>
                  <a:gd name="connsiteX4" fmla="*/ 0 w 2742961"/>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7735"/>
                  <a:gd name="connsiteX1" fmla="*/ 2686418 w 2686418"/>
                  <a:gd name="connsiteY1" fmla="*/ 3810 h 2497735"/>
                  <a:gd name="connsiteX2" fmla="*/ 1772633 w 2686418"/>
                  <a:gd name="connsiteY2" fmla="*/ 1929334 h 2497735"/>
                  <a:gd name="connsiteX3" fmla="*/ 3818 w 2686418"/>
                  <a:gd name="connsiteY3" fmla="*/ 2489404 h 2497735"/>
                  <a:gd name="connsiteX4" fmla="*/ 0 w 2686418"/>
                  <a:gd name="connsiteY4" fmla="*/ 0 h 2497735"/>
                  <a:gd name="connsiteX0" fmla="*/ 0 w 2686418"/>
                  <a:gd name="connsiteY0" fmla="*/ 0 h 2494751"/>
                  <a:gd name="connsiteX1" fmla="*/ 2686418 w 2686418"/>
                  <a:gd name="connsiteY1" fmla="*/ 3810 h 2494751"/>
                  <a:gd name="connsiteX2" fmla="*/ 1626294 w 2686418"/>
                  <a:gd name="connsiteY2" fmla="*/ 1663772 h 2494751"/>
                  <a:gd name="connsiteX3" fmla="*/ 3818 w 2686418"/>
                  <a:gd name="connsiteY3" fmla="*/ 2489404 h 2494751"/>
                  <a:gd name="connsiteX4" fmla="*/ 0 w 2686418"/>
                  <a:gd name="connsiteY4" fmla="*/ 0 h 2494751"/>
                  <a:gd name="connsiteX0" fmla="*/ 0 w 2686418"/>
                  <a:gd name="connsiteY0" fmla="*/ 0 h 2497084"/>
                  <a:gd name="connsiteX1" fmla="*/ 2686418 w 2686418"/>
                  <a:gd name="connsiteY1" fmla="*/ 3810 h 2497084"/>
                  <a:gd name="connsiteX2" fmla="*/ 1726422 w 2686418"/>
                  <a:gd name="connsiteY2" fmla="*/ 1888825 h 2497084"/>
                  <a:gd name="connsiteX3" fmla="*/ 3818 w 2686418"/>
                  <a:gd name="connsiteY3" fmla="*/ 2489404 h 2497084"/>
                  <a:gd name="connsiteX4" fmla="*/ 0 w 2686418"/>
                  <a:gd name="connsiteY4" fmla="*/ 0 h 2497084"/>
                  <a:gd name="connsiteX0" fmla="*/ 0 w 2686418"/>
                  <a:gd name="connsiteY0" fmla="*/ 0 h 2497420"/>
                  <a:gd name="connsiteX1" fmla="*/ 2686418 w 2686418"/>
                  <a:gd name="connsiteY1" fmla="*/ 3810 h 2497420"/>
                  <a:gd name="connsiteX2" fmla="*/ 1726422 w 2686418"/>
                  <a:gd name="connsiteY2" fmla="*/ 1888825 h 2497420"/>
                  <a:gd name="connsiteX3" fmla="*/ 3818 w 2686418"/>
                  <a:gd name="connsiteY3" fmla="*/ 2489404 h 2497420"/>
                  <a:gd name="connsiteX4" fmla="*/ 0 w 2686418"/>
                  <a:gd name="connsiteY4" fmla="*/ 0 h 2497420"/>
                  <a:gd name="connsiteX0" fmla="*/ 0 w 2686418"/>
                  <a:gd name="connsiteY0" fmla="*/ 0 h 2495986"/>
                  <a:gd name="connsiteX1" fmla="*/ 2686418 w 2686418"/>
                  <a:gd name="connsiteY1" fmla="*/ 3810 h 2495986"/>
                  <a:gd name="connsiteX2" fmla="*/ 1641699 w 2686418"/>
                  <a:gd name="connsiteY2" fmla="*/ 1780800 h 2495986"/>
                  <a:gd name="connsiteX3" fmla="*/ 3818 w 2686418"/>
                  <a:gd name="connsiteY3" fmla="*/ 2489404 h 2495986"/>
                  <a:gd name="connsiteX4" fmla="*/ 0 w 2686418"/>
                  <a:gd name="connsiteY4" fmla="*/ 0 h 2495986"/>
                  <a:gd name="connsiteX0" fmla="*/ 0 w 2686418"/>
                  <a:gd name="connsiteY0" fmla="*/ 0 h 2497420"/>
                  <a:gd name="connsiteX1" fmla="*/ 2686418 w 2686418"/>
                  <a:gd name="connsiteY1" fmla="*/ 3810 h 2497420"/>
                  <a:gd name="connsiteX2" fmla="*/ 1726422 w 2686418"/>
                  <a:gd name="connsiteY2" fmla="*/ 1888826 h 2497420"/>
                  <a:gd name="connsiteX3" fmla="*/ 3818 w 2686418"/>
                  <a:gd name="connsiteY3" fmla="*/ 2489404 h 2497420"/>
                  <a:gd name="connsiteX4" fmla="*/ 0 w 2686418"/>
                  <a:gd name="connsiteY4" fmla="*/ 0 h 2497420"/>
                  <a:gd name="connsiteX0" fmla="*/ 0 w 2686418"/>
                  <a:gd name="connsiteY0" fmla="*/ 0 h 2489404"/>
                  <a:gd name="connsiteX1" fmla="*/ 2686418 w 2686418"/>
                  <a:gd name="connsiteY1" fmla="*/ 3810 h 2489404"/>
                  <a:gd name="connsiteX2" fmla="*/ 1726422 w 2686418"/>
                  <a:gd name="connsiteY2" fmla="*/ 1888826 h 2489404"/>
                  <a:gd name="connsiteX3" fmla="*/ 3818 w 2686418"/>
                  <a:gd name="connsiteY3" fmla="*/ 2489404 h 2489404"/>
                  <a:gd name="connsiteX4" fmla="*/ 0 w 2686418"/>
                  <a:gd name="connsiteY4" fmla="*/ 0 h 2489404"/>
                  <a:gd name="connsiteX0" fmla="*/ 0 w 2686418"/>
                  <a:gd name="connsiteY0" fmla="*/ 0 h 2506452"/>
                  <a:gd name="connsiteX1" fmla="*/ 2686418 w 2686418"/>
                  <a:gd name="connsiteY1" fmla="*/ 3810 h 2506452"/>
                  <a:gd name="connsiteX2" fmla="*/ 1726422 w 2686418"/>
                  <a:gd name="connsiteY2" fmla="*/ 1888826 h 2506452"/>
                  <a:gd name="connsiteX3" fmla="*/ 3818 w 2686418"/>
                  <a:gd name="connsiteY3" fmla="*/ 2489404 h 2506452"/>
                  <a:gd name="connsiteX4" fmla="*/ 0 w 2686418"/>
                  <a:gd name="connsiteY4" fmla="*/ 0 h 2506452"/>
                  <a:gd name="connsiteX0" fmla="*/ 0 w 2686418"/>
                  <a:gd name="connsiteY0" fmla="*/ 0 h 2507008"/>
                  <a:gd name="connsiteX1" fmla="*/ 2686418 w 2686418"/>
                  <a:gd name="connsiteY1" fmla="*/ 3810 h 2507008"/>
                  <a:gd name="connsiteX2" fmla="*/ 1726422 w 2686418"/>
                  <a:gd name="connsiteY2" fmla="*/ 1906830 h 2507008"/>
                  <a:gd name="connsiteX3" fmla="*/ 3818 w 2686418"/>
                  <a:gd name="connsiteY3" fmla="*/ 2489404 h 2507008"/>
                  <a:gd name="connsiteX4" fmla="*/ 0 w 2686418"/>
                  <a:gd name="connsiteY4" fmla="*/ 0 h 2507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86418" h="2507008">
                    <a:moveTo>
                      <a:pt x="0" y="0"/>
                    </a:moveTo>
                    <a:lnTo>
                      <a:pt x="2686418" y="3810"/>
                    </a:lnTo>
                    <a:cubicBezTo>
                      <a:pt x="2456825" y="1196419"/>
                      <a:pt x="1978421" y="1675145"/>
                      <a:pt x="1726422" y="1906830"/>
                    </a:cubicBezTo>
                    <a:cubicBezTo>
                      <a:pt x="1468039" y="2144385"/>
                      <a:pt x="771039" y="2602305"/>
                      <a:pt x="3818" y="2489404"/>
                    </a:cubicBezTo>
                    <a:cubicBezTo>
                      <a:pt x="2545" y="1659603"/>
                      <a:pt x="1273" y="829801"/>
                      <a:pt x="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41" name="Rectangle 40">
              <a:extLst>
                <a:ext uri="{FF2B5EF4-FFF2-40B4-BE49-F238E27FC236}">
                  <a16:creationId xmlns:a16="http://schemas.microsoft.com/office/drawing/2014/main" id="{C0A33483-CBC2-4430-9925-CCAB6511709C}"/>
                </a:ext>
              </a:extLst>
            </p:cNvPr>
            <p:cNvSpPr/>
            <p:nvPr userDrawn="1"/>
          </p:nvSpPr>
          <p:spPr>
            <a:xfrm>
              <a:off x="8868697" y="0"/>
              <a:ext cx="3323303" cy="6858001"/>
            </a:xfrm>
            <a:prstGeom prst="rect">
              <a:avLst/>
            </a:prstGeom>
            <a:solidFill>
              <a:srgbClr val="E0CB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42" name="Group 41">
              <a:extLst>
                <a:ext uri="{FF2B5EF4-FFF2-40B4-BE49-F238E27FC236}">
                  <a16:creationId xmlns:a16="http://schemas.microsoft.com/office/drawing/2014/main" id="{2F96BF99-EC08-47BC-B775-C852733D4D07}"/>
                </a:ext>
              </a:extLst>
            </p:cNvPr>
            <p:cNvGrpSpPr/>
            <p:nvPr userDrawn="1"/>
          </p:nvGrpSpPr>
          <p:grpSpPr>
            <a:xfrm>
              <a:off x="9026013" y="2"/>
              <a:ext cx="3086245" cy="6548283"/>
              <a:chOff x="6251567" y="2"/>
              <a:chExt cx="3418416" cy="6766559"/>
            </a:xfrm>
            <a:solidFill>
              <a:srgbClr val="ECDC84"/>
            </a:solidFill>
          </p:grpSpPr>
          <p:sp>
            <p:nvSpPr>
              <p:cNvPr id="43" name="Oval 42">
                <a:extLst>
                  <a:ext uri="{FF2B5EF4-FFF2-40B4-BE49-F238E27FC236}">
                    <a16:creationId xmlns:a16="http://schemas.microsoft.com/office/drawing/2014/main" id="{B850E5FD-8F30-4E27-9DEB-094E824287D9}"/>
                  </a:ext>
                </a:extLst>
              </p:cNvPr>
              <p:cNvSpPr/>
              <p:nvPr userDrawn="1"/>
            </p:nvSpPr>
            <p:spPr>
              <a:xfrm>
                <a:off x="6251567" y="3613266"/>
                <a:ext cx="3354273" cy="315329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4" name="Flowchart: Delay 10">
                <a:extLst>
                  <a:ext uri="{FF2B5EF4-FFF2-40B4-BE49-F238E27FC236}">
                    <a16:creationId xmlns:a16="http://schemas.microsoft.com/office/drawing/2014/main" id="{97153760-EF4D-450A-A57A-F1B96AC36C35}"/>
                  </a:ext>
                </a:extLst>
              </p:cNvPr>
              <p:cNvSpPr/>
              <p:nvPr userDrawn="1"/>
            </p:nvSpPr>
            <p:spPr>
              <a:xfrm rot="5400000">
                <a:off x="6240982" y="44335"/>
                <a:ext cx="3473333" cy="3384668"/>
              </a:xfrm>
              <a:custGeom>
                <a:avLst/>
                <a:gdLst>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61290" h="3055776">
                    <a:moveTo>
                      <a:pt x="0" y="0"/>
                    </a:moveTo>
                    <a:lnTo>
                      <a:pt x="1680645" y="0"/>
                    </a:lnTo>
                    <a:cubicBezTo>
                      <a:pt x="2638336" y="0"/>
                      <a:pt x="3361290" y="615233"/>
                      <a:pt x="3361290" y="1527888"/>
                    </a:cubicBezTo>
                    <a:cubicBezTo>
                      <a:pt x="3361290" y="2440543"/>
                      <a:pt x="2608840" y="3055776"/>
                      <a:pt x="1680645" y="3055776"/>
                    </a:cubicBezTo>
                    <a:lnTo>
                      <a:pt x="0" y="3055776"/>
                    </a:ln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pic>
        <p:nvPicPr>
          <p:cNvPr id="3" name="Picture 2" descr="Two people having a discussion&#10;&#10;Description automatically generated with medium confidence">
            <a:extLst>
              <a:ext uri="{FF2B5EF4-FFF2-40B4-BE49-F238E27FC236}">
                <a16:creationId xmlns:a16="http://schemas.microsoft.com/office/drawing/2014/main" id="{B1876BA1-0AB3-4456-AB88-54C366B93A3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086476" y="369432"/>
            <a:ext cx="6105525" cy="6488568"/>
          </a:xfrm>
          <a:prstGeom prst="rect">
            <a:avLst/>
          </a:prstGeom>
        </p:spPr>
      </p:pic>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521208" y="429768"/>
            <a:ext cx="5257800" cy="950976"/>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521208" y="2176272"/>
            <a:ext cx="5257800" cy="42428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521208" y="1380744"/>
            <a:ext cx="52578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53" name="Group 52">
            <a:extLst>
              <a:ext uri="{FF2B5EF4-FFF2-40B4-BE49-F238E27FC236}">
                <a16:creationId xmlns:a16="http://schemas.microsoft.com/office/drawing/2014/main" id="{72C609F0-B87A-49E2-9C3A-C4E40046AD7F}"/>
              </a:ext>
            </a:extLst>
          </p:cNvPr>
          <p:cNvGrpSpPr/>
          <p:nvPr userDrawn="1"/>
        </p:nvGrpSpPr>
        <p:grpSpPr>
          <a:xfrm>
            <a:off x="10233286" y="6353913"/>
            <a:ext cx="1859309" cy="488403"/>
            <a:chOff x="10233285" y="6353913"/>
            <a:chExt cx="1859309" cy="488403"/>
          </a:xfrm>
        </p:grpSpPr>
        <p:grpSp>
          <p:nvGrpSpPr>
            <p:cNvPr id="54" name="Group 53">
              <a:extLst>
                <a:ext uri="{FF2B5EF4-FFF2-40B4-BE49-F238E27FC236}">
                  <a16:creationId xmlns:a16="http://schemas.microsoft.com/office/drawing/2014/main" id="{BD887ADC-2490-458D-AFFA-704A0252180A}"/>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56" name="Freeform 6">
                <a:extLst>
                  <a:ext uri="{FF2B5EF4-FFF2-40B4-BE49-F238E27FC236}">
                    <a16:creationId xmlns:a16="http://schemas.microsoft.com/office/drawing/2014/main" id="{F2D520A7-7F8D-4FAD-A611-5792C176442F}"/>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7" name="Freeform 7">
                <a:extLst>
                  <a:ext uri="{FF2B5EF4-FFF2-40B4-BE49-F238E27FC236}">
                    <a16:creationId xmlns:a16="http://schemas.microsoft.com/office/drawing/2014/main" id="{1ED2E322-5B06-43E4-9A1E-DCDC0526D4F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8" name="Freeform 8">
                <a:extLst>
                  <a:ext uri="{FF2B5EF4-FFF2-40B4-BE49-F238E27FC236}">
                    <a16:creationId xmlns:a16="http://schemas.microsoft.com/office/drawing/2014/main" id="{38424E0A-8C3F-4B7C-9AB0-C223A6FD4545}"/>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9" name="Rectangle 9">
                <a:extLst>
                  <a:ext uri="{FF2B5EF4-FFF2-40B4-BE49-F238E27FC236}">
                    <a16:creationId xmlns:a16="http://schemas.microsoft.com/office/drawing/2014/main" id="{76A1EADA-A1FC-417A-8624-2C113896EF76}"/>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60" name="Freeform 10">
                <a:extLst>
                  <a:ext uri="{FF2B5EF4-FFF2-40B4-BE49-F238E27FC236}">
                    <a16:creationId xmlns:a16="http://schemas.microsoft.com/office/drawing/2014/main" id="{65DBD970-A7C7-4390-B14F-38CE995CB504}"/>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1" name="Freeform 11">
                <a:extLst>
                  <a:ext uri="{FF2B5EF4-FFF2-40B4-BE49-F238E27FC236}">
                    <a16:creationId xmlns:a16="http://schemas.microsoft.com/office/drawing/2014/main" id="{FF6E3C7A-938D-4632-AC4F-5A1C971B8D57}"/>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2" name="Freeform 12">
                <a:extLst>
                  <a:ext uri="{FF2B5EF4-FFF2-40B4-BE49-F238E27FC236}">
                    <a16:creationId xmlns:a16="http://schemas.microsoft.com/office/drawing/2014/main" id="{3EF11E4B-04D0-4DD6-85E2-CC909A3C9A8D}"/>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3" name="Freeform 13">
                <a:extLst>
                  <a:ext uri="{FF2B5EF4-FFF2-40B4-BE49-F238E27FC236}">
                    <a16:creationId xmlns:a16="http://schemas.microsoft.com/office/drawing/2014/main" id="{58E2436C-9593-4F28-B249-4F3972B20AF4}"/>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4" name="Freeform 14">
                <a:extLst>
                  <a:ext uri="{FF2B5EF4-FFF2-40B4-BE49-F238E27FC236}">
                    <a16:creationId xmlns:a16="http://schemas.microsoft.com/office/drawing/2014/main" id="{13CB8DB2-6144-4008-9857-7B1B2EBF358D}"/>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5" name="Freeform 15">
                <a:extLst>
                  <a:ext uri="{FF2B5EF4-FFF2-40B4-BE49-F238E27FC236}">
                    <a16:creationId xmlns:a16="http://schemas.microsoft.com/office/drawing/2014/main" id="{76C763D4-2039-4EFA-9714-08BCABF5C898}"/>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6" name="Freeform 16">
                <a:extLst>
                  <a:ext uri="{FF2B5EF4-FFF2-40B4-BE49-F238E27FC236}">
                    <a16:creationId xmlns:a16="http://schemas.microsoft.com/office/drawing/2014/main" id="{B66700B4-1317-429A-9DC3-3D70B3D9D668}"/>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7" name="Freeform 17">
                <a:extLst>
                  <a:ext uri="{FF2B5EF4-FFF2-40B4-BE49-F238E27FC236}">
                    <a16:creationId xmlns:a16="http://schemas.microsoft.com/office/drawing/2014/main" id="{832BC6A7-50E2-4AB7-BAB8-676F60D80865}"/>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5" name="Oval 54">
              <a:extLst>
                <a:ext uri="{FF2B5EF4-FFF2-40B4-BE49-F238E27FC236}">
                  <a16:creationId xmlns:a16="http://schemas.microsoft.com/office/drawing/2014/main" id="{DD43B1DF-06CE-49FF-A5D2-E7CB30128635}"/>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259356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ite Geometric 9">
    <p:spTree>
      <p:nvGrpSpPr>
        <p:cNvPr id="1" name=""/>
        <p:cNvGrpSpPr/>
        <p:nvPr/>
      </p:nvGrpSpPr>
      <p:grpSpPr>
        <a:xfrm>
          <a:off x="0" y="0"/>
          <a:ext cx="0" cy="0"/>
          <a:chOff x="0" y="0"/>
          <a:chExt cx="0" cy="0"/>
        </a:xfrm>
      </p:grpSpPr>
      <p:pic>
        <p:nvPicPr>
          <p:cNvPr id="31" name="Picture Placeholder 11">
            <a:extLst>
              <a:ext uri="{FF2B5EF4-FFF2-40B4-BE49-F238E27FC236}">
                <a16:creationId xmlns:a16="http://schemas.microsoft.com/office/drawing/2014/main" id="{768CC246-7E65-4980-BC4F-FBBC4D4EEED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6159501" y="0"/>
            <a:ext cx="6032500" cy="6865939"/>
          </a:xfrm>
          <a:prstGeom prst="rect">
            <a:avLst/>
          </a:prstGeom>
        </p:spPr>
      </p:pic>
      <p:grpSp>
        <p:nvGrpSpPr>
          <p:cNvPr id="33" name="Group 32">
            <a:extLst>
              <a:ext uri="{FF2B5EF4-FFF2-40B4-BE49-F238E27FC236}">
                <a16:creationId xmlns:a16="http://schemas.microsoft.com/office/drawing/2014/main" id="{F952EF6D-1B36-4D2A-B066-10D047896BDB}"/>
              </a:ext>
            </a:extLst>
          </p:cNvPr>
          <p:cNvGrpSpPr/>
          <p:nvPr userDrawn="1"/>
        </p:nvGrpSpPr>
        <p:grpSpPr>
          <a:xfrm>
            <a:off x="6154739" y="-9524"/>
            <a:ext cx="6037580" cy="6875463"/>
            <a:chOff x="6154738" y="-9525"/>
            <a:chExt cx="6037580" cy="6875463"/>
          </a:xfrm>
        </p:grpSpPr>
        <p:sp>
          <p:nvSpPr>
            <p:cNvPr id="34" name="Freeform 7">
              <a:extLst>
                <a:ext uri="{FF2B5EF4-FFF2-40B4-BE49-F238E27FC236}">
                  <a16:creationId xmlns:a16="http://schemas.microsoft.com/office/drawing/2014/main" id="{16D348D7-A8DD-48AC-9BB6-38351347FFB3}"/>
                </a:ext>
              </a:extLst>
            </p:cNvPr>
            <p:cNvSpPr>
              <a:spLocks/>
            </p:cNvSpPr>
            <p:nvPr userDrawn="1"/>
          </p:nvSpPr>
          <p:spPr bwMode="auto">
            <a:xfrm>
              <a:off x="11746230" y="4902518"/>
              <a:ext cx="446088" cy="1963420"/>
            </a:xfrm>
            <a:custGeom>
              <a:avLst/>
              <a:gdLst>
                <a:gd name="T0" fmla="*/ 32 w 280"/>
                <a:gd name="T1" fmla="*/ 1240 h 1240"/>
                <a:gd name="T2" fmla="*/ 0 w 280"/>
                <a:gd name="T3" fmla="*/ 1240 h 1240"/>
                <a:gd name="T4" fmla="*/ 1 w 280"/>
                <a:gd name="T5" fmla="*/ 0 h 1240"/>
                <a:gd name="T6" fmla="*/ 280 w 280"/>
                <a:gd name="T7" fmla="*/ 0 h 1240"/>
                <a:gd name="T8" fmla="*/ 280 w 280"/>
                <a:gd name="T9" fmla="*/ 32 h 1240"/>
                <a:gd name="T10" fmla="*/ 33 w 280"/>
                <a:gd name="T11" fmla="*/ 32 h 1240"/>
                <a:gd name="T12" fmla="*/ 32 w 280"/>
                <a:gd name="T13" fmla="*/ 1240 h 1240"/>
              </a:gdLst>
              <a:ahLst/>
              <a:cxnLst>
                <a:cxn ang="0">
                  <a:pos x="T0" y="T1"/>
                </a:cxn>
                <a:cxn ang="0">
                  <a:pos x="T2" y="T3"/>
                </a:cxn>
                <a:cxn ang="0">
                  <a:pos x="T4" y="T5"/>
                </a:cxn>
                <a:cxn ang="0">
                  <a:pos x="T6" y="T7"/>
                </a:cxn>
                <a:cxn ang="0">
                  <a:pos x="T8" y="T9"/>
                </a:cxn>
                <a:cxn ang="0">
                  <a:pos x="T10" y="T11"/>
                </a:cxn>
                <a:cxn ang="0">
                  <a:pos x="T12" y="T13"/>
                </a:cxn>
              </a:cxnLst>
              <a:rect l="0" t="0" r="r" b="b"/>
              <a:pathLst>
                <a:path w="280" h="1240">
                  <a:moveTo>
                    <a:pt x="32" y="1240"/>
                  </a:moveTo>
                  <a:lnTo>
                    <a:pt x="0" y="1240"/>
                  </a:lnTo>
                  <a:lnTo>
                    <a:pt x="1" y="0"/>
                  </a:lnTo>
                  <a:lnTo>
                    <a:pt x="280" y="0"/>
                  </a:lnTo>
                  <a:lnTo>
                    <a:pt x="280" y="32"/>
                  </a:lnTo>
                  <a:lnTo>
                    <a:pt x="33" y="32"/>
                  </a:lnTo>
                  <a:lnTo>
                    <a:pt x="32" y="1240"/>
                  </a:lnTo>
                  <a:close/>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36" name="Freeform 5">
              <a:extLst>
                <a:ext uri="{FF2B5EF4-FFF2-40B4-BE49-F238E27FC236}">
                  <a16:creationId xmlns:a16="http://schemas.microsoft.com/office/drawing/2014/main" id="{13126789-F0F7-4D29-9F17-44F63C42CC61}"/>
                </a:ext>
              </a:extLst>
            </p:cNvPr>
            <p:cNvSpPr>
              <a:spLocks/>
            </p:cNvSpPr>
            <p:nvPr userDrawn="1"/>
          </p:nvSpPr>
          <p:spPr bwMode="auto">
            <a:xfrm>
              <a:off x="11737975" y="-6350"/>
              <a:ext cx="452438" cy="2325688"/>
            </a:xfrm>
            <a:custGeom>
              <a:avLst/>
              <a:gdLst>
                <a:gd name="T0" fmla="*/ 0 w 285"/>
                <a:gd name="T1" fmla="*/ 1465 h 1465"/>
                <a:gd name="T2" fmla="*/ 0 w 285"/>
                <a:gd name="T3" fmla="*/ 0 h 1465"/>
                <a:gd name="T4" fmla="*/ 32 w 285"/>
                <a:gd name="T5" fmla="*/ 0 h 1465"/>
                <a:gd name="T6" fmla="*/ 32 w 285"/>
                <a:gd name="T7" fmla="*/ 1433 h 1465"/>
                <a:gd name="T8" fmla="*/ 285 w 285"/>
                <a:gd name="T9" fmla="*/ 1432 h 1465"/>
                <a:gd name="T10" fmla="*/ 285 w 285"/>
                <a:gd name="T11" fmla="*/ 1464 h 1465"/>
                <a:gd name="T12" fmla="*/ 0 w 285"/>
                <a:gd name="T13" fmla="*/ 1465 h 1465"/>
              </a:gdLst>
              <a:ahLst/>
              <a:cxnLst>
                <a:cxn ang="0">
                  <a:pos x="T0" y="T1"/>
                </a:cxn>
                <a:cxn ang="0">
                  <a:pos x="T2" y="T3"/>
                </a:cxn>
                <a:cxn ang="0">
                  <a:pos x="T4" y="T5"/>
                </a:cxn>
                <a:cxn ang="0">
                  <a:pos x="T6" y="T7"/>
                </a:cxn>
                <a:cxn ang="0">
                  <a:pos x="T8" y="T9"/>
                </a:cxn>
                <a:cxn ang="0">
                  <a:pos x="T10" y="T11"/>
                </a:cxn>
                <a:cxn ang="0">
                  <a:pos x="T12" y="T13"/>
                </a:cxn>
              </a:cxnLst>
              <a:rect l="0" t="0" r="r" b="b"/>
              <a:pathLst>
                <a:path w="285" h="1465">
                  <a:moveTo>
                    <a:pt x="0" y="1465"/>
                  </a:moveTo>
                  <a:lnTo>
                    <a:pt x="0" y="0"/>
                  </a:lnTo>
                  <a:lnTo>
                    <a:pt x="32" y="0"/>
                  </a:lnTo>
                  <a:lnTo>
                    <a:pt x="32" y="1433"/>
                  </a:lnTo>
                  <a:lnTo>
                    <a:pt x="285" y="1432"/>
                  </a:lnTo>
                  <a:lnTo>
                    <a:pt x="285" y="1464"/>
                  </a:lnTo>
                  <a:lnTo>
                    <a:pt x="0" y="1465"/>
                  </a:lnTo>
                  <a:close/>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49" name="Freeform 6">
              <a:extLst>
                <a:ext uri="{FF2B5EF4-FFF2-40B4-BE49-F238E27FC236}">
                  <a16:creationId xmlns:a16="http://schemas.microsoft.com/office/drawing/2014/main" id="{A43DA8E0-9963-4D7B-9393-6DF01A1F142E}"/>
                </a:ext>
              </a:extLst>
            </p:cNvPr>
            <p:cNvSpPr>
              <a:spLocks/>
            </p:cNvSpPr>
            <p:nvPr userDrawn="1"/>
          </p:nvSpPr>
          <p:spPr bwMode="auto">
            <a:xfrm>
              <a:off x="6159500" y="-9525"/>
              <a:ext cx="2892425" cy="2330450"/>
            </a:xfrm>
            <a:custGeom>
              <a:avLst/>
              <a:gdLst>
                <a:gd name="T0" fmla="*/ 0 w 1594"/>
                <a:gd name="T1" fmla="*/ 1285 h 1285"/>
                <a:gd name="T2" fmla="*/ 0 w 1594"/>
                <a:gd name="T3" fmla="*/ 1257 h 1285"/>
                <a:gd name="T4" fmla="*/ 1565 w 1594"/>
                <a:gd name="T5" fmla="*/ 1257 h 1285"/>
                <a:gd name="T6" fmla="*/ 1565 w 1594"/>
                <a:gd name="T7" fmla="*/ 635 h 1285"/>
                <a:gd name="T8" fmla="*/ 1566 w 1594"/>
                <a:gd name="T9" fmla="*/ 0 h 1285"/>
                <a:gd name="T10" fmla="*/ 1594 w 1594"/>
                <a:gd name="T11" fmla="*/ 0 h 1285"/>
                <a:gd name="T12" fmla="*/ 1593 w 1594"/>
                <a:gd name="T13" fmla="*/ 635 h 1285"/>
                <a:gd name="T14" fmla="*/ 1593 w 1594"/>
                <a:gd name="T15" fmla="*/ 1271 h 1285"/>
                <a:gd name="T16" fmla="*/ 1592 w 1594"/>
                <a:gd name="T17" fmla="*/ 1285 h 1285"/>
                <a:gd name="T18" fmla="*/ 0 w 1594"/>
                <a:gd name="T19" fmla="*/ 1285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94" h="1285">
                  <a:moveTo>
                    <a:pt x="0" y="1285"/>
                  </a:moveTo>
                  <a:cubicBezTo>
                    <a:pt x="0" y="1257"/>
                    <a:pt x="0" y="1257"/>
                    <a:pt x="0" y="1257"/>
                  </a:cubicBezTo>
                  <a:cubicBezTo>
                    <a:pt x="1565" y="1257"/>
                    <a:pt x="1565" y="1257"/>
                    <a:pt x="1565" y="1257"/>
                  </a:cubicBezTo>
                  <a:cubicBezTo>
                    <a:pt x="1565" y="1050"/>
                    <a:pt x="1565" y="843"/>
                    <a:pt x="1565" y="635"/>
                  </a:cubicBezTo>
                  <a:cubicBezTo>
                    <a:pt x="1565" y="423"/>
                    <a:pt x="1565" y="211"/>
                    <a:pt x="1566" y="0"/>
                  </a:cubicBezTo>
                  <a:cubicBezTo>
                    <a:pt x="1594" y="0"/>
                    <a:pt x="1594" y="0"/>
                    <a:pt x="1594" y="0"/>
                  </a:cubicBezTo>
                  <a:cubicBezTo>
                    <a:pt x="1593" y="211"/>
                    <a:pt x="1593" y="423"/>
                    <a:pt x="1593" y="635"/>
                  </a:cubicBezTo>
                  <a:cubicBezTo>
                    <a:pt x="1593" y="848"/>
                    <a:pt x="1593" y="1060"/>
                    <a:pt x="1593" y="1271"/>
                  </a:cubicBezTo>
                  <a:cubicBezTo>
                    <a:pt x="1592" y="1285"/>
                    <a:pt x="1592" y="1285"/>
                    <a:pt x="1592" y="1285"/>
                  </a:cubicBezTo>
                  <a:lnTo>
                    <a:pt x="0" y="1285"/>
                  </a:lnTo>
                  <a:close/>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50" name="Freeform 8">
              <a:extLst>
                <a:ext uri="{FF2B5EF4-FFF2-40B4-BE49-F238E27FC236}">
                  <a16:creationId xmlns:a16="http://schemas.microsoft.com/office/drawing/2014/main" id="{941F30A8-BC1B-494F-AB4F-AEB4FDBB478D}"/>
                </a:ext>
              </a:extLst>
            </p:cNvPr>
            <p:cNvSpPr>
              <a:spLocks/>
            </p:cNvSpPr>
            <p:nvPr userDrawn="1"/>
          </p:nvSpPr>
          <p:spPr bwMode="auto">
            <a:xfrm>
              <a:off x="6157912" y="4900613"/>
              <a:ext cx="2894647" cy="1965325"/>
            </a:xfrm>
            <a:custGeom>
              <a:avLst/>
              <a:gdLst>
                <a:gd name="T0" fmla="*/ 1781 w 1813"/>
                <a:gd name="T1" fmla="*/ 1245 h 1245"/>
                <a:gd name="T2" fmla="*/ 1779 w 1813"/>
                <a:gd name="T3" fmla="*/ 32 h 1245"/>
                <a:gd name="T4" fmla="*/ 1 w 1813"/>
                <a:gd name="T5" fmla="*/ 33 h 1245"/>
                <a:gd name="T6" fmla="*/ 0 w 1813"/>
                <a:gd name="T7" fmla="*/ 1 h 1245"/>
                <a:gd name="T8" fmla="*/ 1811 w 1813"/>
                <a:gd name="T9" fmla="*/ 0 h 1245"/>
                <a:gd name="T10" fmla="*/ 1813 w 1813"/>
                <a:gd name="T11" fmla="*/ 1245 h 1245"/>
                <a:gd name="T12" fmla="*/ 1781 w 1813"/>
                <a:gd name="T13" fmla="*/ 1245 h 1245"/>
              </a:gdLst>
              <a:ahLst/>
              <a:cxnLst>
                <a:cxn ang="0">
                  <a:pos x="T0" y="T1"/>
                </a:cxn>
                <a:cxn ang="0">
                  <a:pos x="T2" y="T3"/>
                </a:cxn>
                <a:cxn ang="0">
                  <a:pos x="T4" y="T5"/>
                </a:cxn>
                <a:cxn ang="0">
                  <a:pos x="T6" y="T7"/>
                </a:cxn>
                <a:cxn ang="0">
                  <a:pos x="T8" y="T9"/>
                </a:cxn>
                <a:cxn ang="0">
                  <a:pos x="T10" y="T11"/>
                </a:cxn>
                <a:cxn ang="0">
                  <a:pos x="T12" y="T13"/>
                </a:cxn>
              </a:cxnLst>
              <a:rect l="0" t="0" r="r" b="b"/>
              <a:pathLst>
                <a:path w="1813" h="1245">
                  <a:moveTo>
                    <a:pt x="1781" y="1245"/>
                  </a:moveTo>
                  <a:lnTo>
                    <a:pt x="1779" y="32"/>
                  </a:lnTo>
                  <a:lnTo>
                    <a:pt x="1" y="33"/>
                  </a:lnTo>
                  <a:lnTo>
                    <a:pt x="0" y="1"/>
                  </a:lnTo>
                  <a:lnTo>
                    <a:pt x="1811" y="0"/>
                  </a:lnTo>
                  <a:lnTo>
                    <a:pt x="1813" y="1245"/>
                  </a:lnTo>
                  <a:lnTo>
                    <a:pt x="1781" y="1245"/>
                  </a:lnTo>
                  <a:close/>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51" name="Freeform 9">
              <a:extLst>
                <a:ext uri="{FF2B5EF4-FFF2-40B4-BE49-F238E27FC236}">
                  <a16:creationId xmlns:a16="http://schemas.microsoft.com/office/drawing/2014/main" id="{51B23D0A-EA69-4173-9356-6973F963648F}"/>
                </a:ext>
              </a:extLst>
            </p:cNvPr>
            <p:cNvSpPr>
              <a:spLocks/>
            </p:cNvSpPr>
            <p:nvPr userDrawn="1"/>
          </p:nvSpPr>
          <p:spPr bwMode="auto">
            <a:xfrm>
              <a:off x="6154738" y="-4763"/>
              <a:ext cx="355600" cy="382588"/>
            </a:xfrm>
            <a:custGeom>
              <a:avLst/>
              <a:gdLst>
                <a:gd name="T0" fmla="*/ 196 w 196"/>
                <a:gd name="T1" fmla="*/ 0 h 211"/>
                <a:gd name="T2" fmla="*/ 161 w 196"/>
                <a:gd name="T3" fmla="*/ 1 h 211"/>
                <a:gd name="T4" fmla="*/ 0 w 196"/>
                <a:gd name="T5" fmla="*/ 175 h 211"/>
                <a:gd name="T6" fmla="*/ 2 w 196"/>
                <a:gd name="T7" fmla="*/ 211 h 211"/>
                <a:gd name="T8" fmla="*/ 196 w 196"/>
                <a:gd name="T9" fmla="*/ 0 h 211"/>
              </a:gdLst>
              <a:ahLst/>
              <a:cxnLst>
                <a:cxn ang="0">
                  <a:pos x="T0" y="T1"/>
                </a:cxn>
                <a:cxn ang="0">
                  <a:pos x="T2" y="T3"/>
                </a:cxn>
                <a:cxn ang="0">
                  <a:pos x="T4" y="T5"/>
                </a:cxn>
                <a:cxn ang="0">
                  <a:pos x="T6" y="T7"/>
                </a:cxn>
                <a:cxn ang="0">
                  <a:pos x="T8" y="T9"/>
                </a:cxn>
              </a:cxnLst>
              <a:rect l="0" t="0" r="r" b="b"/>
              <a:pathLst>
                <a:path w="196" h="211">
                  <a:moveTo>
                    <a:pt x="196" y="0"/>
                  </a:moveTo>
                  <a:cubicBezTo>
                    <a:pt x="161" y="1"/>
                    <a:pt x="161" y="1"/>
                    <a:pt x="161" y="1"/>
                  </a:cubicBezTo>
                  <a:cubicBezTo>
                    <a:pt x="0" y="175"/>
                    <a:pt x="0" y="175"/>
                    <a:pt x="0" y="175"/>
                  </a:cubicBezTo>
                  <a:cubicBezTo>
                    <a:pt x="2" y="211"/>
                    <a:pt x="2" y="211"/>
                    <a:pt x="2" y="211"/>
                  </a:cubicBezTo>
                  <a:cubicBezTo>
                    <a:pt x="66" y="140"/>
                    <a:pt x="125" y="69"/>
                    <a:pt x="196" y="0"/>
                  </a:cubicBezTo>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521208" y="429768"/>
            <a:ext cx="5257800" cy="950976"/>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521208" y="2176272"/>
            <a:ext cx="5257800" cy="42428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521208" y="1380744"/>
            <a:ext cx="52578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53" name="Group 52">
            <a:extLst>
              <a:ext uri="{FF2B5EF4-FFF2-40B4-BE49-F238E27FC236}">
                <a16:creationId xmlns:a16="http://schemas.microsoft.com/office/drawing/2014/main" id="{72C609F0-B87A-49E2-9C3A-C4E40046AD7F}"/>
              </a:ext>
            </a:extLst>
          </p:cNvPr>
          <p:cNvGrpSpPr/>
          <p:nvPr userDrawn="1"/>
        </p:nvGrpSpPr>
        <p:grpSpPr>
          <a:xfrm>
            <a:off x="10233286" y="6353913"/>
            <a:ext cx="1859309" cy="488403"/>
            <a:chOff x="10233285" y="6353913"/>
            <a:chExt cx="1859309" cy="488403"/>
          </a:xfrm>
        </p:grpSpPr>
        <p:grpSp>
          <p:nvGrpSpPr>
            <p:cNvPr id="54" name="Group 53">
              <a:extLst>
                <a:ext uri="{FF2B5EF4-FFF2-40B4-BE49-F238E27FC236}">
                  <a16:creationId xmlns:a16="http://schemas.microsoft.com/office/drawing/2014/main" id="{BD887ADC-2490-458D-AFFA-704A0252180A}"/>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56" name="Freeform 6">
                <a:extLst>
                  <a:ext uri="{FF2B5EF4-FFF2-40B4-BE49-F238E27FC236}">
                    <a16:creationId xmlns:a16="http://schemas.microsoft.com/office/drawing/2014/main" id="{F2D520A7-7F8D-4FAD-A611-5792C176442F}"/>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7" name="Freeform 7">
                <a:extLst>
                  <a:ext uri="{FF2B5EF4-FFF2-40B4-BE49-F238E27FC236}">
                    <a16:creationId xmlns:a16="http://schemas.microsoft.com/office/drawing/2014/main" id="{1ED2E322-5B06-43E4-9A1E-DCDC0526D4F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8" name="Freeform 8">
                <a:extLst>
                  <a:ext uri="{FF2B5EF4-FFF2-40B4-BE49-F238E27FC236}">
                    <a16:creationId xmlns:a16="http://schemas.microsoft.com/office/drawing/2014/main" id="{38424E0A-8C3F-4B7C-9AB0-C223A6FD4545}"/>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9" name="Rectangle 9">
                <a:extLst>
                  <a:ext uri="{FF2B5EF4-FFF2-40B4-BE49-F238E27FC236}">
                    <a16:creationId xmlns:a16="http://schemas.microsoft.com/office/drawing/2014/main" id="{76A1EADA-A1FC-417A-8624-2C113896EF76}"/>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60" name="Freeform 10">
                <a:extLst>
                  <a:ext uri="{FF2B5EF4-FFF2-40B4-BE49-F238E27FC236}">
                    <a16:creationId xmlns:a16="http://schemas.microsoft.com/office/drawing/2014/main" id="{65DBD970-A7C7-4390-B14F-38CE995CB504}"/>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1" name="Freeform 11">
                <a:extLst>
                  <a:ext uri="{FF2B5EF4-FFF2-40B4-BE49-F238E27FC236}">
                    <a16:creationId xmlns:a16="http://schemas.microsoft.com/office/drawing/2014/main" id="{FF6E3C7A-938D-4632-AC4F-5A1C971B8D57}"/>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2" name="Freeform 12">
                <a:extLst>
                  <a:ext uri="{FF2B5EF4-FFF2-40B4-BE49-F238E27FC236}">
                    <a16:creationId xmlns:a16="http://schemas.microsoft.com/office/drawing/2014/main" id="{3EF11E4B-04D0-4DD6-85E2-CC909A3C9A8D}"/>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3" name="Freeform 13">
                <a:extLst>
                  <a:ext uri="{FF2B5EF4-FFF2-40B4-BE49-F238E27FC236}">
                    <a16:creationId xmlns:a16="http://schemas.microsoft.com/office/drawing/2014/main" id="{58E2436C-9593-4F28-B249-4F3972B20AF4}"/>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4" name="Freeform 14">
                <a:extLst>
                  <a:ext uri="{FF2B5EF4-FFF2-40B4-BE49-F238E27FC236}">
                    <a16:creationId xmlns:a16="http://schemas.microsoft.com/office/drawing/2014/main" id="{13CB8DB2-6144-4008-9857-7B1B2EBF358D}"/>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5" name="Freeform 15">
                <a:extLst>
                  <a:ext uri="{FF2B5EF4-FFF2-40B4-BE49-F238E27FC236}">
                    <a16:creationId xmlns:a16="http://schemas.microsoft.com/office/drawing/2014/main" id="{76C763D4-2039-4EFA-9714-08BCABF5C898}"/>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6" name="Freeform 16">
                <a:extLst>
                  <a:ext uri="{FF2B5EF4-FFF2-40B4-BE49-F238E27FC236}">
                    <a16:creationId xmlns:a16="http://schemas.microsoft.com/office/drawing/2014/main" id="{B66700B4-1317-429A-9DC3-3D70B3D9D668}"/>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7" name="Freeform 17">
                <a:extLst>
                  <a:ext uri="{FF2B5EF4-FFF2-40B4-BE49-F238E27FC236}">
                    <a16:creationId xmlns:a16="http://schemas.microsoft.com/office/drawing/2014/main" id="{832BC6A7-50E2-4AB7-BAB8-676F60D80865}"/>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5" name="Oval 54">
              <a:extLst>
                <a:ext uri="{FF2B5EF4-FFF2-40B4-BE49-F238E27FC236}">
                  <a16:creationId xmlns:a16="http://schemas.microsoft.com/office/drawing/2014/main" id="{DD43B1DF-06CE-49FF-A5D2-E7CB30128635}"/>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251672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hite Geometric 10">
    <p:spTree>
      <p:nvGrpSpPr>
        <p:cNvPr id="1" name=""/>
        <p:cNvGrpSpPr/>
        <p:nvPr/>
      </p:nvGrpSpPr>
      <p:grpSpPr>
        <a:xfrm>
          <a:off x="0" y="0"/>
          <a:ext cx="0" cy="0"/>
          <a:chOff x="0" y="0"/>
          <a:chExt cx="0" cy="0"/>
        </a:xfrm>
      </p:grpSpPr>
      <p:pic>
        <p:nvPicPr>
          <p:cNvPr id="27" name="Picture Placeholder 6" descr="A picture containing text, person, person, computer&#10;&#10;Description automatically generated">
            <a:extLst>
              <a:ext uri="{FF2B5EF4-FFF2-40B4-BE49-F238E27FC236}">
                <a16:creationId xmlns:a16="http://schemas.microsoft.com/office/drawing/2014/main" id="{C660CF6D-362E-45AD-A181-445D48C01B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18"/>
          <a:stretch/>
        </p:blipFill>
        <p:spPr>
          <a:xfrm>
            <a:off x="6159690" y="0"/>
            <a:ext cx="6032311" cy="6866037"/>
          </a:xfrm>
          <a:prstGeom prst="rect">
            <a:avLst/>
          </a:prstGeom>
        </p:spPr>
      </p:pic>
      <p:grpSp>
        <p:nvGrpSpPr>
          <p:cNvPr id="29" name="Group 28">
            <a:extLst>
              <a:ext uri="{FF2B5EF4-FFF2-40B4-BE49-F238E27FC236}">
                <a16:creationId xmlns:a16="http://schemas.microsoft.com/office/drawing/2014/main" id="{D98B7970-3DA8-46B9-ABF4-6048A69C5D57}"/>
              </a:ext>
            </a:extLst>
          </p:cNvPr>
          <p:cNvGrpSpPr/>
          <p:nvPr userDrawn="1"/>
        </p:nvGrpSpPr>
        <p:grpSpPr>
          <a:xfrm>
            <a:off x="6154739" y="-6351"/>
            <a:ext cx="6039485" cy="6872288"/>
            <a:chOff x="6154738" y="-6350"/>
            <a:chExt cx="6039485" cy="6872288"/>
          </a:xfrm>
        </p:grpSpPr>
        <p:grpSp>
          <p:nvGrpSpPr>
            <p:cNvPr id="30" name="Group 29">
              <a:extLst>
                <a:ext uri="{FF2B5EF4-FFF2-40B4-BE49-F238E27FC236}">
                  <a16:creationId xmlns:a16="http://schemas.microsoft.com/office/drawing/2014/main" id="{39FA9BC7-662E-4162-A93B-4E02619E0423}"/>
                </a:ext>
              </a:extLst>
            </p:cNvPr>
            <p:cNvGrpSpPr/>
            <p:nvPr userDrawn="1"/>
          </p:nvGrpSpPr>
          <p:grpSpPr>
            <a:xfrm>
              <a:off x="6154738" y="-6350"/>
              <a:ext cx="6039485" cy="6872288"/>
              <a:chOff x="6154738" y="-6350"/>
              <a:chExt cx="6039485" cy="6872288"/>
            </a:xfrm>
          </p:grpSpPr>
          <p:sp>
            <p:nvSpPr>
              <p:cNvPr id="39" name="Freeform 7">
                <a:extLst>
                  <a:ext uri="{FF2B5EF4-FFF2-40B4-BE49-F238E27FC236}">
                    <a16:creationId xmlns:a16="http://schemas.microsoft.com/office/drawing/2014/main" id="{B5A06394-D0C9-4053-A968-EAC2CA311700}"/>
                  </a:ext>
                </a:extLst>
              </p:cNvPr>
              <p:cNvSpPr>
                <a:spLocks/>
              </p:cNvSpPr>
              <p:nvPr userDrawn="1"/>
            </p:nvSpPr>
            <p:spPr bwMode="auto">
              <a:xfrm>
                <a:off x="11740514" y="4806315"/>
                <a:ext cx="451485" cy="2059623"/>
              </a:xfrm>
              <a:custGeom>
                <a:avLst/>
                <a:gdLst>
                  <a:gd name="T0" fmla="*/ 32 w 280"/>
                  <a:gd name="T1" fmla="*/ 1240 h 1240"/>
                  <a:gd name="T2" fmla="*/ 0 w 280"/>
                  <a:gd name="T3" fmla="*/ 1240 h 1240"/>
                  <a:gd name="T4" fmla="*/ 1 w 280"/>
                  <a:gd name="T5" fmla="*/ 0 h 1240"/>
                  <a:gd name="T6" fmla="*/ 280 w 280"/>
                  <a:gd name="T7" fmla="*/ 0 h 1240"/>
                  <a:gd name="T8" fmla="*/ 280 w 280"/>
                  <a:gd name="T9" fmla="*/ 32 h 1240"/>
                  <a:gd name="T10" fmla="*/ 33 w 280"/>
                  <a:gd name="T11" fmla="*/ 32 h 1240"/>
                  <a:gd name="T12" fmla="*/ 32 w 280"/>
                  <a:gd name="T13" fmla="*/ 1240 h 1240"/>
                </a:gdLst>
                <a:ahLst/>
                <a:cxnLst>
                  <a:cxn ang="0">
                    <a:pos x="T0" y="T1"/>
                  </a:cxn>
                  <a:cxn ang="0">
                    <a:pos x="T2" y="T3"/>
                  </a:cxn>
                  <a:cxn ang="0">
                    <a:pos x="T4" y="T5"/>
                  </a:cxn>
                  <a:cxn ang="0">
                    <a:pos x="T6" y="T7"/>
                  </a:cxn>
                  <a:cxn ang="0">
                    <a:pos x="T8" y="T9"/>
                  </a:cxn>
                  <a:cxn ang="0">
                    <a:pos x="T10" y="T11"/>
                  </a:cxn>
                  <a:cxn ang="0">
                    <a:pos x="T12" y="T13"/>
                  </a:cxn>
                </a:cxnLst>
                <a:rect l="0" t="0" r="r" b="b"/>
                <a:pathLst>
                  <a:path w="280" h="1240">
                    <a:moveTo>
                      <a:pt x="32" y="1240"/>
                    </a:moveTo>
                    <a:lnTo>
                      <a:pt x="0" y="1240"/>
                    </a:lnTo>
                    <a:lnTo>
                      <a:pt x="1" y="0"/>
                    </a:lnTo>
                    <a:lnTo>
                      <a:pt x="280" y="0"/>
                    </a:lnTo>
                    <a:lnTo>
                      <a:pt x="280" y="32"/>
                    </a:lnTo>
                    <a:lnTo>
                      <a:pt x="33" y="32"/>
                    </a:lnTo>
                    <a:lnTo>
                      <a:pt x="32" y="1240"/>
                    </a:lnTo>
                    <a:close/>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40" name="Freeform 5">
                <a:extLst>
                  <a:ext uri="{FF2B5EF4-FFF2-40B4-BE49-F238E27FC236}">
                    <a16:creationId xmlns:a16="http://schemas.microsoft.com/office/drawing/2014/main" id="{1331372F-13EF-46A8-9609-FB6131C802DD}"/>
                  </a:ext>
                </a:extLst>
              </p:cNvPr>
              <p:cNvSpPr>
                <a:spLocks/>
              </p:cNvSpPr>
              <p:nvPr userDrawn="1"/>
            </p:nvSpPr>
            <p:spPr bwMode="auto">
              <a:xfrm>
                <a:off x="11741785" y="-6350"/>
                <a:ext cx="452438" cy="2231390"/>
              </a:xfrm>
              <a:custGeom>
                <a:avLst/>
                <a:gdLst>
                  <a:gd name="T0" fmla="*/ 0 w 285"/>
                  <a:gd name="T1" fmla="*/ 1465 h 1465"/>
                  <a:gd name="T2" fmla="*/ 0 w 285"/>
                  <a:gd name="T3" fmla="*/ 0 h 1465"/>
                  <a:gd name="T4" fmla="*/ 32 w 285"/>
                  <a:gd name="T5" fmla="*/ 0 h 1465"/>
                  <a:gd name="T6" fmla="*/ 32 w 285"/>
                  <a:gd name="T7" fmla="*/ 1433 h 1465"/>
                  <a:gd name="T8" fmla="*/ 285 w 285"/>
                  <a:gd name="T9" fmla="*/ 1432 h 1465"/>
                  <a:gd name="T10" fmla="*/ 285 w 285"/>
                  <a:gd name="T11" fmla="*/ 1464 h 1465"/>
                  <a:gd name="T12" fmla="*/ 0 w 285"/>
                  <a:gd name="T13" fmla="*/ 1465 h 1465"/>
                </a:gdLst>
                <a:ahLst/>
                <a:cxnLst>
                  <a:cxn ang="0">
                    <a:pos x="T0" y="T1"/>
                  </a:cxn>
                  <a:cxn ang="0">
                    <a:pos x="T2" y="T3"/>
                  </a:cxn>
                  <a:cxn ang="0">
                    <a:pos x="T4" y="T5"/>
                  </a:cxn>
                  <a:cxn ang="0">
                    <a:pos x="T6" y="T7"/>
                  </a:cxn>
                  <a:cxn ang="0">
                    <a:pos x="T8" y="T9"/>
                  </a:cxn>
                  <a:cxn ang="0">
                    <a:pos x="T10" y="T11"/>
                  </a:cxn>
                  <a:cxn ang="0">
                    <a:pos x="T12" y="T13"/>
                  </a:cxn>
                </a:cxnLst>
                <a:rect l="0" t="0" r="r" b="b"/>
                <a:pathLst>
                  <a:path w="285" h="1465">
                    <a:moveTo>
                      <a:pt x="0" y="1465"/>
                    </a:moveTo>
                    <a:lnTo>
                      <a:pt x="0" y="0"/>
                    </a:lnTo>
                    <a:lnTo>
                      <a:pt x="32" y="0"/>
                    </a:lnTo>
                    <a:lnTo>
                      <a:pt x="32" y="1433"/>
                    </a:lnTo>
                    <a:lnTo>
                      <a:pt x="285" y="1432"/>
                    </a:lnTo>
                    <a:lnTo>
                      <a:pt x="285" y="1464"/>
                    </a:lnTo>
                    <a:lnTo>
                      <a:pt x="0" y="1465"/>
                    </a:lnTo>
                    <a:close/>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41" name="Freeform 6">
                <a:extLst>
                  <a:ext uri="{FF2B5EF4-FFF2-40B4-BE49-F238E27FC236}">
                    <a16:creationId xmlns:a16="http://schemas.microsoft.com/office/drawing/2014/main" id="{EA47CE97-5821-487C-83BE-AD76A39E191E}"/>
                  </a:ext>
                </a:extLst>
              </p:cNvPr>
              <p:cNvSpPr>
                <a:spLocks/>
              </p:cNvSpPr>
              <p:nvPr userDrawn="1"/>
            </p:nvSpPr>
            <p:spPr bwMode="auto">
              <a:xfrm>
                <a:off x="6159500" y="-1"/>
                <a:ext cx="2944495" cy="2222605"/>
              </a:xfrm>
              <a:custGeom>
                <a:avLst/>
                <a:gdLst>
                  <a:gd name="T0" fmla="*/ 0 w 1594"/>
                  <a:gd name="T1" fmla="*/ 1285 h 1285"/>
                  <a:gd name="T2" fmla="*/ 0 w 1594"/>
                  <a:gd name="T3" fmla="*/ 1257 h 1285"/>
                  <a:gd name="T4" fmla="*/ 1565 w 1594"/>
                  <a:gd name="T5" fmla="*/ 1257 h 1285"/>
                  <a:gd name="T6" fmla="*/ 1565 w 1594"/>
                  <a:gd name="T7" fmla="*/ 635 h 1285"/>
                  <a:gd name="T8" fmla="*/ 1566 w 1594"/>
                  <a:gd name="T9" fmla="*/ 0 h 1285"/>
                  <a:gd name="T10" fmla="*/ 1594 w 1594"/>
                  <a:gd name="T11" fmla="*/ 0 h 1285"/>
                  <a:gd name="T12" fmla="*/ 1593 w 1594"/>
                  <a:gd name="T13" fmla="*/ 635 h 1285"/>
                  <a:gd name="T14" fmla="*/ 1593 w 1594"/>
                  <a:gd name="T15" fmla="*/ 1271 h 1285"/>
                  <a:gd name="T16" fmla="*/ 1592 w 1594"/>
                  <a:gd name="T17" fmla="*/ 1285 h 1285"/>
                  <a:gd name="T18" fmla="*/ 0 w 1594"/>
                  <a:gd name="T19" fmla="*/ 1285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94" h="1285">
                    <a:moveTo>
                      <a:pt x="0" y="1285"/>
                    </a:moveTo>
                    <a:cubicBezTo>
                      <a:pt x="0" y="1257"/>
                      <a:pt x="0" y="1257"/>
                      <a:pt x="0" y="1257"/>
                    </a:cubicBezTo>
                    <a:cubicBezTo>
                      <a:pt x="1565" y="1257"/>
                      <a:pt x="1565" y="1257"/>
                      <a:pt x="1565" y="1257"/>
                    </a:cubicBezTo>
                    <a:cubicBezTo>
                      <a:pt x="1565" y="1050"/>
                      <a:pt x="1565" y="843"/>
                      <a:pt x="1565" y="635"/>
                    </a:cubicBezTo>
                    <a:cubicBezTo>
                      <a:pt x="1565" y="423"/>
                      <a:pt x="1565" y="211"/>
                      <a:pt x="1566" y="0"/>
                    </a:cubicBezTo>
                    <a:cubicBezTo>
                      <a:pt x="1594" y="0"/>
                      <a:pt x="1594" y="0"/>
                      <a:pt x="1594" y="0"/>
                    </a:cubicBezTo>
                    <a:cubicBezTo>
                      <a:pt x="1593" y="211"/>
                      <a:pt x="1593" y="423"/>
                      <a:pt x="1593" y="635"/>
                    </a:cubicBezTo>
                    <a:cubicBezTo>
                      <a:pt x="1593" y="848"/>
                      <a:pt x="1593" y="1060"/>
                      <a:pt x="1593" y="1271"/>
                    </a:cubicBezTo>
                    <a:cubicBezTo>
                      <a:pt x="1592" y="1285"/>
                      <a:pt x="1592" y="1285"/>
                      <a:pt x="1592" y="1285"/>
                    </a:cubicBezTo>
                    <a:lnTo>
                      <a:pt x="0" y="1285"/>
                    </a:lnTo>
                    <a:close/>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42" name="Freeform 8">
                <a:extLst>
                  <a:ext uri="{FF2B5EF4-FFF2-40B4-BE49-F238E27FC236}">
                    <a16:creationId xmlns:a16="http://schemas.microsoft.com/office/drawing/2014/main" id="{4003E83B-72DF-48E7-AB7F-9553FBF23776}"/>
                  </a:ext>
                </a:extLst>
              </p:cNvPr>
              <p:cNvSpPr>
                <a:spLocks/>
              </p:cNvSpPr>
              <p:nvPr userDrawn="1"/>
            </p:nvSpPr>
            <p:spPr bwMode="auto">
              <a:xfrm>
                <a:off x="6154738" y="4810125"/>
                <a:ext cx="2947351" cy="2047875"/>
              </a:xfrm>
              <a:custGeom>
                <a:avLst/>
                <a:gdLst>
                  <a:gd name="T0" fmla="*/ 1781 w 1813"/>
                  <a:gd name="T1" fmla="*/ 1245 h 1245"/>
                  <a:gd name="T2" fmla="*/ 1779 w 1813"/>
                  <a:gd name="T3" fmla="*/ 32 h 1245"/>
                  <a:gd name="T4" fmla="*/ 1 w 1813"/>
                  <a:gd name="T5" fmla="*/ 33 h 1245"/>
                  <a:gd name="T6" fmla="*/ 0 w 1813"/>
                  <a:gd name="T7" fmla="*/ 1 h 1245"/>
                  <a:gd name="T8" fmla="*/ 1811 w 1813"/>
                  <a:gd name="T9" fmla="*/ 0 h 1245"/>
                  <a:gd name="T10" fmla="*/ 1813 w 1813"/>
                  <a:gd name="T11" fmla="*/ 1245 h 1245"/>
                  <a:gd name="T12" fmla="*/ 1781 w 1813"/>
                  <a:gd name="T13" fmla="*/ 1245 h 1245"/>
                </a:gdLst>
                <a:ahLst/>
                <a:cxnLst>
                  <a:cxn ang="0">
                    <a:pos x="T0" y="T1"/>
                  </a:cxn>
                  <a:cxn ang="0">
                    <a:pos x="T2" y="T3"/>
                  </a:cxn>
                  <a:cxn ang="0">
                    <a:pos x="T4" y="T5"/>
                  </a:cxn>
                  <a:cxn ang="0">
                    <a:pos x="T6" y="T7"/>
                  </a:cxn>
                  <a:cxn ang="0">
                    <a:pos x="T8" y="T9"/>
                  </a:cxn>
                  <a:cxn ang="0">
                    <a:pos x="T10" y="T11"/>
                  </a:cxn>
                  <a:cxn ang="0">
                    <a:pos x="T12" y="T13"/>
                  </a:cxn>
                </a:cxnLst>
                <a:rect l="0" t="0" r="r" b="b"/>
                <a:pathLst>
                  <a:path w="1813" h="1245">
                    <a:moveTo>
                      <a:pt x="1781" y="1245"/>
                    </a:moveTo>
                    <a:lnTo>
                      <a:pt x="1779" y="32"/>
                    </a:lnTo>
                    <a:lnTo>
                      <a:pt x="1" y="33"/>
                    </a:lnTo>
                    <a:lnTo>
                      <a:pt x="0" y="1"/>
                    </a:lnTo>
                    <a:lnTo>
                      <a:pt x="1811" y="0"/>
                    </a:lnTo>
                    <a:lnTo>
                      <a:pt x="1813" y="1245"/>
                    </a:lnTo>
                    <a:lnTo>
                      <a:pt x="1781" y="1245"/>
                    </a:lnTo>
                    <a:close/>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sp>
            <p:nvSpPr>
              <p:cNvPr id="43" name="Freeform 9">
                <a:extLst>
                  <a:ext uri="{FF2B5EF4-FFF2-40B4-BE49-F238E27FC236}">
                    <a16:creationId xmlns:a16="http://schemas.microsoft.com/office/drawing/2014/main" id="{FEEE6BEB-E29B-45E1-8FC5-61FF19093BAB}"/>
                  </a:ext>
                </a:extLst>
              </p:cNvPr>
              <p:cNvSpPr>
                <a:spLocks/>
              </p:cNvSpPr>
              <p:nvPr userDrawn="1"/>
            </p:nvSpPr>
            <p:spPr bwMode="auto">
              <a:xfrm>
                <a:off x="6154738" y="-4763"/>
                <a:ext cx="355600" cy="382588"/>
              </a:xfrm>
              <a:custGeom>
                <a:avLst/>
                <a:gdLst>
                  <a:gd name="T0" fmla="*/ 196 w 196"/>
                  <a:gd name="T1" fmla="*/ 0 h 211"/>
                  <a:gd name="T2" fmla="*/ 161 w 196"/>
                  <a:gd name="T3" fmla="*/ 1 h 211"/>
                  <a:gd name="T4" fmla="*/ 0 w 196"/>
                  <a:gd name="T5" fmla="*/ 175 h 211"/>
                  <a:gd name="T6" fmla="*/ 2 w 196"/>
                  <a:gd name="T7" fmla="*/ 211 h 211"/>
                  <a:gd name="T8" fmla="*/ 196 w 196"/>
                  <a:gd name="T9" fmla="*/ 0 h 211"/>
                </a:gdLst>
                <a:ahLst/>
                <a:cxnLst>
                  <a:cxn ang="0">
                    <a:pos x="T0" y="T1"/>
                  </a:cxn>
                  <a:cxn ang="0">
                    <a:pos x="T2" y="T3"/>
                  </a:cxn>
                  <a:cxn ang="0">
                    <a:pos x="T4" y="T5"/>
                  </a:cxn>
                  <a:cxn ang="0">
                    <a:pos x="T6" y="T7"/>
                  </a:cxn>
                  <a:cxn ang="0">
                    <a:pos x="T8" y="T9"/>
                  </a:cxn>
                </a:cxnLst>
                <a:rect l="0" t="0" r="r" b="b"/>
                <a:pathLst>
                  <a:path w="196" h="211">
                    <a:moveTo>
                      <a:pt x="196" y="0"/>
                    </a:moveTo>
                    <a:cubicBezTo>
                      <a:pt x="161" y="1"/>
                      <a:pt x="161" y="1"/>
                      <a:pt x="161" y="1"/>
                    </a:cubicBezTo>
                    <a:cubicBezTo>
                      <a:pt x="0" y="175"/>
                      <a:pt x="0" y="175"/>
                      <a:pt x="0" y="175"/>
                    </a:cubicBezTo>
                    <a:cubicBezTo>
                      <a:pt x="2" y="211"/>
                      <a:pt x="2" y="211"/>
                      <a:pt x="2" y="211"/>
                    </a:cubicBezTo>
                    <a:cubicBezTo>
                      <a:pt x="66" y="140"/>
                      <a:pt x="125" y="69"/>
                      <a:pt x="196" y="0"/>
                    </a:cubicBezTo>
                  </a:path>
                </a:pathLst>
              </a:custGeom>
              <a:solidFill>
                <a:schemeClr val="bg1">
                  <a:alpha val="35000"/>
                </a:schemeClr>
              </a:solidFill>
              <a:ln>
                <a:noFill/>
              </a:ln>
            </p:spPr>
            <p:txBody>
              <a:bodyPr vert="horz" wrap="square" lIns="91440" tIns="45720" rIns="91440" bIns="45720" numCol="1" anchor="t" anchorCtr="0" compatLnSpc="1">
                <a:prstTxWarp prst="textNoShape">
                  <a:avLst/>
                </a:prstTxWarp>
              </a:bodyPr>
              <a:lstStyle/>
              <a:p>
                <a:endParaRPr lang="en-US" sz="1351"/>
              </a:p>
            </p:txBody>
          </p:sp>
        </p:grpSp>
        <p:sp>
          <p:nvSpPr>
            <p:cNvPr id="38" name="Freeform: Shape 37">
              <a:extLst>
                <a:ext uri="{FF2B5EF4-FFF2-40B4-BE49-F238E27FC236}">
                  <a16:creationId xmlns:a16="http://schemas.microsoft.com/office/drawing/2014/main" id="{DD21E343-3787-4F09-B744-DCF8F4DD4C8F}"/>
                </a:ext>
              </a:extLst>
            </p:cNvPr>
            <p:cNvSpPr/>
            <p:nvPr userDrawn="1"/>
          </p:nvSpPr>
          <p:spPr>
            <a:xfrm>
              <a:off x="6158866" y="6614159"/>
              <a:ext cx="198119" cy="243841"/>
            </a:xfrm>
            <a:custGeom>
              <a:avLst/>
              <a:gdLst>
                <a:gd name="connsiteX0" fmla="*/ 3810 w 207645"/>
                <a:gd name="connsiteY0" fmla="*/ 0 h 251460"/>
                <a:gd name="connsiteX1" fmla="*/ 207645 w 207645"/>
                <a:gd name="connsiteY1" fmla="*/ 251460 h 251460"/>
                <a:gd name="connsiteX2" fmla="*/ 140970 w 207645"/>
                <a:gd name="connsiteY2" fmla="*/ 245745 h 251460"/>
                <a:gd name="connsiteX3" fmla="*/ 0 w 207645"/>
                <a:gd name="connsiteY3" fmla="*/ 72390 h 251460"/>
                <a:gd name="connsiteX4" fmla="*/ 3810 w 207645"/>
                <a:gd name="connsiteY4" fmla="*/ 0 h 251460"/>
                <a:gd name="connsiteX0" fmla="*/ 1905 w 205740"/>
                <a:gd name="connsiteY0" fmla="*/ 0 h 251460"/>
                <a:gd name="connsiteX1" fmla="*/ 205740 w 205740"/>
                <a:gd name="connsiteY1" fmla="*/ 251460 h 251460"/>
                <a:gd name="connsiteX2" fmla="*/ 139065 w 205740"/>
                <a:gd name="connsiteY2" fmla="*/ 245745 h 251460"/>
                <a:gd name="connsiteX3" fmla="*/ 0 w 205740"/>
                <a:gd name="connsiteY3" fmla="*/ 80010 h 251460"/>
                <a:gd name="connsiteX4" fmla="*/ 1905 w 205740"/>
                <a:gd name="connsiteY4" fmla="*/ 0 h 251460"/>
                <a:gd name="connsiteX0" fmla="*/ 1905 w 190500"/>
                <a:gd name="connsiteY0" fmla="*/ 0 h 245745"/>
                <a:gd name="connsiteX1" fmla="*/ 190500 w 190500"/>
                <a:gd name="connsiteY1" fmla="*/ 200025 h 245745"/>
                <a:gd name="connsiteX2" fmla="*/ 139065 w 190500"/>
                <a:gd name="connsiteY2" fmla="*/ 245745 h 245745"/>
                <a:gd name="connsiteX3" fmla="*/ 0 w 190500"/>
                <a:gd name="connsiteY3" fmla="*/ 80010 h 245745"/>
                <a:gd name="connsiteX4" fmla="*/ 1905 w 190500"/>
                <a:gd name="connsiteY4" fmla="*/ 0 h 245745"/>
                <a:gd name="connsiteX0" fmla="*/ 1905 w 200025"/>
                <a:gd name="connsiteY0" fmla="*/ 0 h 245745"/>
                <a:gd name="connsiteX1" fmla="*/ 200025 w 200025"/>
                <a:gd name="connsiteY1" fmla="*/ 240030 h 245745"/>
                <a:gd name="connsiteX2" fmla="*/ 139065 w 200025"/>
                <a:gd name="connsiteY2" fmla="*/ 245745 h 245745"/>
                <a:gd name="connsiteX3" fmla="*/ 0 w 200025"/>
                <a:gd name="connsiteY3" fmla="*/ 80010 h 245745"/>
                <a:gd name="connsiteX4" fmla="*/ 1905 w 200025"/>
                <a:gd name="connsiteY4" fmla="*/ 0 h 245745"/>
                <a:gd name="connsiteX0" fmla="*/ 1905 w 200025"/>
                <a:gd name="connsiteY0" fmla="*/ 0 h 240030"/>
                <a:gd name="connsiteX1" fmla="*/ 200025 w 200025"/>
                <a:gd name="connsiteY1" fmla="*/ 240030 h 240030"/>
                <a:gd name="connsiteX2" fmla="*/ 121920 w 200025"/>
                <a:gd name="connsiteY2" fmla="*/ 211455 h 240030"/>
                <a:gd name="connsiteX3" fmla="*/ 0 w 200025"/>
                <a:gd name="connsiteY3" fmla="*/ 80010 h 240030"/>
                <a:gd name="connsiteX4" fmla="*/ 1905 w 200025"/>
                <a:gd name="connsiteY4" fmla="*/ 0 h 240030"/>
                <a:gd name="connsiteX0" fmla="*/ 1905 w 200025"/>
                <a:gd name="connsiteY0" fmla="*/ 0 h 241935"/>
                <a:gd name="connsiteX1" fmla="*/ 200025 w 200025"/>
                <a:gd name="connsiteY1" fmla="*/ 240030 h 241935"/>
                <a:gd name="connsiteX2" fmla="*/ 142875 w 200025"/>
                <a:gd name="connsiteY2" fmla="*/ 241935 h 241935"/>
                <a:gd name="connsiteX3" fmla="*/ 0 w 200025"/>
                <a:gd name="connsiteY3" fmla="*/ 80010 h 241935"/>
                <a:gd name="connsiteX4" fmla="*/ 1905 w 200025"/>
                <a:gd name="connsiteY4" fmla="*/ 0 h 241935"/>
                <a:gd name="connsiteX0" fmla="*/ 60960 w 200025"/>
                <a:gd name="connsiteY0" fmla="*/ 0 h 163830"/>
                <a:gd name="connsiteX1" fmla="*/ 200025 w 200025"/>
                <a:gd name="connsiteY1" fmla="*/ 161925 h 163830"/>
                <a:gd name="connsiteX2" fmla="*/ 142875 w 200025"/>
                <a:gd name="connsiteY2" fmla="*/ 163830 h 163830"/>
                <a:gd name="connsiteX3" fmla="*/ 0 w 200025"/>
                <a:gd name="connsiteY3" fmla="*/ 1905 h 163830"/>
                <a:gd name="connsiteX4" fmla="*/ 60960 w 200025"/>
                <a:gd name="connsiteY4" fmla="*/ 0 h 163830"/>
                <a:gd name="connsiteX0" fmla="*/ 1905 w 200025"/>
                <a:gd name="connsiteY0" fmla="*/ 0 h 241935"/>
                <a:gd name="connsiteX1" fmla="*/ 200025 w 200025"/>
                <a:gd name="connsiteY1" fmla="*/ 240030 h 241935"/>
                <a:gd name="connsiteX2" fmla="*/ 142875 w 200025"/>
                <a:gd name="connsiteY2" fmla="*/ 241935 h 241935"/>
                <a:gd name="connsiteX3" fmla="*/ 0 w 200025"/>
                <a:gd name="connsiteY3" fmla="*/ 80010 h 241935"/>
                <a:gd name="connsiteX4" fmla="*/ 1905 w 200025"/>
                <a:gd name="connsiteY4" fmla="*/ 0 h 241935"/>
                <a:gd name="connsiteX0" fmla="*/ 1905 w 203835"/>
                <a:gd name="connsiteY0" fmla="*/ 0 h 241935"/>
                <a:gd name="connsiteX1" fmla="*/ 203835 w 203835"/>
                <a:gd name="connsiteY1" fmla="*/ 241935 h 241935"/>
                <a:gd name="connsiteX2" fmla="*/ 142875 w 203835"/>
                <a:gd name="connsiteY2" fmla="*/ 241935 h 241935"/>
                <a:gd name="connsiteX3" fmla="*/ 0 w 203835"/>
                <a:gd name="connsiteY3" fmla="*/ 80010 h 241935"/>
                <a:gd name="connsiteX4" fmla="*/ 1905 w 203835"/>
                <a:gd name="connsiteY4" fmla="*/ 0 h 241935"/>
                <a:gd name="connsiteX0" fmla="*/ 0 w 203835"/>
                <a:gd name="connsiteY0" fmla="*/ 0 h 249555"/>
                <a:gd name="connsiteX1" fmla="*/ 203835 w 203835"/>
                <a:gd name="connsiteY1" fmla="*/ 249555 h 249555"/>
                <a:gd name="connsiteX2" fmla="*/ 142875 w 203835"/>
                <a:gd name="connsiteY2" fmla="*/ 249555 h 249555"/>
                <a:gd name="connsiteX3" fmla="*/ 0 w 203835"/>
                <a:gd name="connsiteY3" fmla="*/ 87630 h 249555"/>
                <a:gd name="connsiteX4" fmla="*/ 0 w 203835"/>
                <a:gd name="connsiteY4" fmla="*/ 0 h 249555"/>
                <a:gd name="connsiteX0" fmla="*/ 0 w 203835"/>
                <a:gd name="connsiteY0" fmla="*/ 0 h 249555"/>
                <a:gd name="connsiteX1" fmla="*/ 203835 w 203835"/>
                <a:gd name="connsiteY1" fmla="*/ 249555 h 249555"/>
                <a:gd name="connsiteX2" fmla="*/ 142875 w 203835"/>
                <a:gd name="connsiteY2" fmla="*/ 249555 h 249555"/>
                <a:gd name="connsiteX3" fmla="*/ 26670 w 203835"/>
                <a:gd name="connsiteY3" fmla="*/ 87630 h 249555"/>
                <a:gd name="connsiteX4" fmla="*/ 0 w 203835"/>
                <a:gd name="connsiteY4" fmla="*/ 0 h 249555"/>
                <a:gd name="connsiteX0" fmla="*/ 0 w 203835"/>
                <a:gd name="connsiteY0" fmla="*/ 0 h 249555"/>
                <a:gd name="connsiteX1" fmla="*/ 203835 w 203835"/>
                <a:gd name="connsiteY1" fmla="*/ 249555 h 249555"/>
                <a:gd name="connsiteX2" fmla="*/ 142875 w 203835"/>
                <a:gd name="connsiteY2" fmla="*/ 249555 h 249555"/>
                <a:gd name="connsiteX3" fmla="*/ 1905 w 203835"/>
                <a:gd name="connsiteY3" fmla="*/ 76200 h 249555"/>
                <a:gd name="connsiteX4" fmla="*/ 0 w 203835"/>
                <a:gd name="connsiteY4" fmla="*/ 0 h 249555"/>
                <a:gd name="connsiteX0" fmla="*/ 0 w 203835"/>
                <a:gd name="connsiteY0" fmla="*/ 0 h 249555"/>
                <a:gd name="connsiteX1" fmla="*/ 203835 w 203835"/>
                <a:gd name="connsiteY1" fmla="*/ 249555 h 249555"/>
                <a:gd name="connsiteX2" fmla="*/ 142875 w 203835"/>
                <a:gd name="connsiteY2" fmla="*/ 249555 h 249555"/>
                <a:gd name="connsiteX3" fmla="*/ 5715 w 203835"/>
                <a:gd name="connsiteY3" fmla="*/ 85725 h 249555"/>
                <a:gd name="connsiteX4" fmla="*/ 0 w 203835"/>
                <a:gd name="connsiteY4" fmla="*/ 0 h 249555"/>
                <a:gd name="connsiteX0" fmla="*/ 3810 w 207645"/>
                <a:gd name="connsiteY0" fmla="*/ 0 h 249555"/>
                <a:gd name="connsiteX1" fmla="*/ 207645 w 207645"/>
                <a:gd name="connsiteY1" fmla="*/ 249555 h 249555"/>
                <a:gd name="connsiteX2" fmla="*/ 146685 w 207645"/>
                <a:gd name="connsiteY2" fmla="*/ 249555 h 249555"/>
                <a:gd name="connsiteX3" fmla="*/ 0 w 207645"/>
                <a:gd name="connsiteY3" fmla="*/ 80010 h 249555"/>
                <a:gd name="connsiteX4" fmla="*/ 3810 w 207645"/>
                <a:gd name="connsiteY4" fmla="*/ 0 h 249555"/>
                <a:gd name="connsiteX0" fmla="*/ 0 w 203835"/>
                <a:gd name="connsiteY0" fmla="*/ 0 h 249555"/>
                <a:gd name="connsiteX1" fmla="*/ 203835 w 203835"/>
                <a:gd name="connsiteY1" fmla="*/ 249555 h 249555"/>
                <a:gd name="connsiteX2" fmla="*/ 142875 w 203835"/>
                <a:gd name="connsiteY2" fmla="*/ 249555 h 249555"/>
                <a:gd name="connsiteX3" fmla="*/ 3810 w 203835"/>
                <a:gd name="connsiteY3" fmla="*/ 80010 h 249555"/>
                <a:gd name="connsiteX4" fmla="*/ 0 w 203835"/>
                <a:gd name="connsiteY4" fmla="*/ 0 h 249555"/>
                <a:gd name="connsiteX0" fmla="*/ 0 w 203835"/>
                <a:gd name="connsiteY0" fmla="*/ 0 h 249555"/>
                <a:gd name="connsiteX1" fmla="*/ 203835 w 203835"/>
                <a:gd name="connsiteY1" fmla="*/ 249555 h 249555"/>
                <a:gd name="connsiteX2" fmla="*/ 142875 w 203835"/>
                <a:gd name="connsiteY2" fmla="*/ 249555 h 249555"/>
                <a:gd name="connsiteX3" fmla="*/ 0 w 203835"/>
                <a:gd name="connsiteY3" fmla="*/ 81915 h 249555"/>
                <a:gd name="connsiteX4" fmla="*/ 0 w 203835"/>
                <a:gd name="connsiteY4" fmla="*/ 0 h 249555"/>
                <a:gd name="connsiteX0" fmla="*/ 0 w 203835"/>
                <a:gd name="connsiteY0" fmla="*/ 0 h 240030"/>
                <a:gd name="connsiteX1" fmla="*/ 203835 w 203835"/>
                <a:gd name="connsiteY1" fmla="*/ 240030 h 240030"/>
                <a:gd name="connsiteX2" fmla="*/ 142875 w 203835"/>
                <a:gd name="connsiteY2" fmla="*/ 240030 h 240030"/>
                <a:gd name="connsiteX3" fmla="*/ 0 w 203835"/>
                <a:gd name="connsiteY3" fmla="*/ 72390 h 240030"/>
                <a:gd name="connsiteX4" fmla="*/ 0 w 203835"/>
                <a:gd name="connsiteY4" fmla="*/ 0 h 240030"/>
                <a:gd name="connsiteX0" fmla="*/ 0 w 203835"/>
                <a:gd name="connsiteY0" fmla="*/ 0 h 243840"/>
                <a:gd name="connsiteX1" fmla="*/ 203835 w 203835"/>
                <a:gd name="connsiteY1" fmla="*/ 243840 h 243840"/>
                <a:gd name="connsiteX2" fmla="*/ 142875 w 203835"/>
                <a:gd name="connsiteY2" fmla="*/ 243840 h 243840"/>
                <a:gd name="connsiteX3" fmla="*/ 0 w 203835"/>
                <a:gd name="connsiteY3" fmla="*/ 76200 h 243840"/>
                <a:gd name="connsiteX4" fmla="*/ 0 w 203835"/>
                <a:gd name="connsiteY4" fmla="*/ 0 h 243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835" h="243840">
                  <a:moveTo>
                    <a:pt x="0" y="0"/>
                  </a:moveTo>
                  <a:lnTo>
                    <a:pt x="203835" y="243840"/>
                  </a:lnTo>
                  <a:lnTo>
                    <a:pt x="142875" y="243840"/>
                  </a:lnTo>
                  <a:lnTo>
                    <a:pt x="0" y="76200"/>
                  </a:lnTo>
                  <a:lnTo>
                    <a:pt x="0" y="0"/>
                  </a:lnTo>
                  <a:close/>
                </a:path>
              </a:pathLst>
            </a:custGeom>
            <a:solidFill>
              <a:srgbClr val="FFFFFF">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521208" y="429768"/>
            <a:ext cx="5257800" cy="950976"/>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521208" y="2176272"/>
            <a:ext cx="5257800" cy="42428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521208" y="1380744"/>
            <a:ext cx="52578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53" name="Group 52">
            <a:extLst>
              <a:ext uri="{FF2B5EF4-FFF2-40B4-BE49-F238E27FC236}">
                <a16:creationId xmlns:a16="http://schemas.microsoft.com/office/drawing/2014/main" id="{72C609F0-B87A-49E2-9C3A-C4E40046AD7F}"/>
              </a:ext>
            </a:extLst>
          </p:cNvPr>
          <p:cNvGrpSpPr/>
          <p:nvPr userDrawn="1"/>
        </p:nvGrpSpPr>
        <p:grpSpPr>
          <a:xfrm>
            <a:off x="10233286" y="6353913"/>
            <a:ext cx="1859309" cy="488403"/>
            <a:chOff x="10233285" y="6353913"/>
            <a:chExt cx="1859309" cy="488403"/>
          </a:xfrm>
        </p:grpSpPr>
        <p:grpSp>
          <p:nvGrpSpPr>
            <p:cNvPr id="54" name="Group 53">
              <a:extLst>
                <a:ext uri="{FF2B5EF4-FFF2-40B4-BE49-F238E27FC236}">
                  <a16:creationId xmlns:a16="http://schemas.microsoft.com/office/drawing/2014/main" id="{BD887ADC-2490-458D-AFFA-704A0252180A}"/>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56" name="Freeform 6">
                <a:extLst>
                  <a:ext uri="{FF2B5EF4-FFF2-40B4-BE49-F238E27FC236}">
                    <a16:creationId xmlns:a16="http://schemas.microsoft.com/office/drawing/2014/main" id="{F2D520A7-7F8D-4FAD-A611-5792C176442F}"/>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7" name="Freeform 7">
                <a:extLst>
                  <a:ext uri="{FF2B5EF4-FFF2-40B4-BE49-F238E27FC236}">
                    <a16:creationId xmlns:a16="http://schemas.microsoft.com/office/drawing/2014/main" id="{1ED2E322-5B06-43E4-9A1E-DCDC0526D4F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8" name="Freeform 8">
                <a:extLst>
                  <a:ext uri="{FF2B5EF4-FFF2-40B4-BE49-F238E27FC236}">
                    <a16:creationId xmlns:a16="http://schemas.microsoft.com/office/drawing/2014/main" id="{38424E0A-8C3F-4B7C-9AB0-C223A6FD4545}"/>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9" name="Rectangle 9">
                <a:extLst>
                  <a:ext uri="{FF2B5EF4-FFF2-40B4-BE49-F238E27FC236}">
                    <a16:creationId xmlns:a16="http://schemas.microsoft.com/office/drawing/2014/main" id="{76A1EADA-A1FC-417A-8624-2C113896EF76}"/>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60" name="Freeform 10">
                <a:extLst>
                  <a:ext uri="{FF2B5EF4-FFF2-40B4-BE49-F238E27FC236}">
                    <a16:creationId xmlns:a16="http://schemas.microsoft.com/office/drawing/2014/main" id="{65DBD970-A7C7-4390-B14F-38CE995CB504}"/>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1" name="Freeform 11">
                <a:extLst>
                  <a:ext uri="{FF2B5EF4-FFF2-40B4-BE49-F238E27FC236}">
                    <a16:creationId xmlns:a16="http://schemas.microsoft.com/office/drawing/2014/main" id="{FF6E3C7A-938D-4632-AC4F-5A1C971B8D57}"/>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2" name="Freeform 12">
                <a:extLst>
                  <a:ext uri="{FF2B5EF4-FFF2-40B4-BE49-F238E27FC236}">
                    <a16:creationId xmlns:a16="http://schemas.microsoft.com/office/drawing/2014/main" id="{3EF11E4B-04D0-4DD6-85E2-CC909A3C9A8D}"/>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3" name="Freeform 13">
                <a:extLst>
                  <a:ext uri="{FF2B5EF4-FFF2-40B4-BE49-F238E27FC236}">
                    <a16:creationId xmlns:a16="http://schemas.microsoft.com/office/drawing/2014/main" id="{58E2436C-9593-4F28-B249-4F3972B20AF4}"/>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4" name="Freeform 14">
                <a:extLst>
                  <a:ext uri="{FF2B5EF4-FFF2-40B4-BE49-F238E27FC236}">
                    <a16:creationId xmlns:a16="http://schemas.microsoft.com/office/drawing/2014/main" id="{13CB8DB2-6144-4008-9857-7B1B2EBF358D}"/>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5" name="Freeform 15">
                <a:extLst>
                  <a:ext uri="{FF2B5EF4-FFF2-40B4-BE49-F238E27FC236}">
                    <a16:creationId xmlns:a16="http://schemas.microsoft.com/office/drawing/2014/main" id="{76C763D4-2039-4EFA-9714-08BCABF5C898}"/>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6" name="Freeform 16">
                <a:extLst>
                  <a:ext uri="{FF2B5EF4-FFF2-40B4-BE49-F238E27FC236}">
                    <a16:creationId xmlns:a16="http://schemas.microsoft.com/office/drawing/2014/main" id="{B66700B4-1317-429A-9DC3-3D70B3D9D668}"/>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7" name="Freeform 17">
                <a:extLst>
                  <a:ext uri="{FF2B5EF4-FFF2-40B4-BE49-F238E27FC236}">
                    <a16:creationId xmlns:a16="http://schemas.microsoft.com/office/drawing/2014/main" id="{832BC6A7-50E2-4AB7-BAB8-676F60D80865}"/>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5" name="Oval 54">
              <a:extLst>
                <a:ext uri="{FF2B5EF4-FFF2-40B4-BE49-F238E27FC236}">
                  <a16:creationId xmlns:a16="http://schemas.microsoft.com/office/drawing/2014/main" id="{DD43B1DF-06CE-49FF-A5D2-E7CB30128635}"/>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3563000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hite Slides 1">
    <p:spTree>
      <p:nvGrpSpPr>
        <p:cNvPr id="1" name=""/>
        <p:cNvGrpSpPr/>
        <p:nvPr/>
      </p:nvGrpSpPr>
      <p:grpSpPr>
        <a:xfrm>
          <a:off x="0" y="0"/>
          <a:ext cx="0" cy="0"/>
          <a:chOff x="0" y="0"/>
          <a:chExt cx="0" cy="0"/>
        </a:xfrm>
      </p:grpSpPr>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41248"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41248"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sp>
        <p:nvSpPr>
          <p:cNvPr id="9" name="Picture Placeholder 4">
            <a:extLst>
              <a:ext uri="{FF2B5EF4-FFF2-40B4-BE49-F238E27FC236}">
                <a16:creationId xmlns:a16="http://schemas.microsoft.com/office/drawing/2014/main" id="{5B05651B-49A4-449D-B385-19230E73F17C}"/>
              </a:ext>
            </a:extLst>
          </p:cNvPr>
          <p:cNvSpPr>
            <a:spLocks noGrp="1"/>
          </p:cNvSpPr>
          <p:nvPr>
            <p:ph type="pic" sz="quarter" idx="12" hasCustomPrompt="1"/>
          </p:nvPr>
        </p:nvSpPr>
        <p:spPr>
          <a:xfrm>
            <a:off x="830944" y="2104799"/>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0" name="Picture Placeholder 4">
            <a:extLst>
              <a:ext uri="{FF2B5EF4-FFF2-40B4-BE49-F238E27FC236}">
                <a16:creationId xmlns:a16="http://schemas.microsoft.com/office/drawing/2014/main" id="{CAA60DA2-6971-4660-A8E8-19CC7CDF436E}"/>
              </a:ext>
            </a:extLst>
          </p:cNvPr>
          <p:cNvSpPr>
            <a:spLocks noGrp="1"/>
          </p:cNvSpPr>
          <p:nvPr>
            <p:ph type="pic" sz="quarter" idx="13" hasCustomPrompt="1"/>
          </p:nvPr>
        </p:nvSpPr>
        <p:spPr>
          <a:xfrm>
            <a:off x="4429579" y="2104799"/>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1" name="Picture Placeholder 4">
            <a:extLst>
              <a:ext uri="{FF2B5EF4-FFF2-40B4-BE49-F238E27FC236}">
                <a16:creationId xmlns:a16="http://schemas.microsoft.com/office/drawing/2014/main" id="{D9030BB1-6AAF-4F40-954F-370BF98C949E}"/>
              </a:ext>
            </a:extLst>
          </p:cNvPr>
          <p:cNvSpPr>
            <a:spLocks noGrp="1"/>
          </p:cNvSpPr>
          <p:nvPr>
            <p:ph type="pic" sz="quarter" idx="14" hasCustomPrompt="1"/>
          </p:nvPr>
        </p:nvSpPr>
        <p:spPr>
          <a:xfrm>
            <a:off x="8028214" y="2104799"/>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2" name="Picture Placeholder 4">
            <a:extLst>
              <a:ext uri="{FF2B5EF4-FFF2-40B4-BE49-F238E27FC236}">
                <a16:creationId xmlns:a16="http://schemas.microsoft.com/office/drawing/2014/main" id="{53629488-D168-41CD-BB38-97878915E576}"/>
              </a:ext>
            </a:extLst>
          </p:cNvPr>
          <p:cNvSpPr>
            <a:spLocks noGrp="1"/>
          </p:cNvSpPr>
          <p:nvPr>
            <p:ph type="pic" sz="quarter" idx="15" hasCustomPrompt="1"/>
          </p:nvPr>
        </p:nvSpPr>
        <p:spPr>
          <a:xfrm>
            <a:off x="830944" y="4267428"/>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3" name="Picture Placeholder 4">
            <a:extLst>
              <a:ext uri="{FF2B5EF4-FFF2-40B4-BE49-F238E27FC236}">
                <a16:creationId xmlns:a16="http://schemas.microsoft.com/office/drawing/2014/main" id="{6965C5EB-FD29-426D-BA06-BC623CC62927}"/>
              </a:ext>
            </a:extLst>
          </p:cNvPr>
          <p:cNvSpPr>
            <a:spLocks noGrp="1"/>
          </p:cNvSpPr>
          <p:nvPr>
            <p:ph type="pic" sz="quarter" idx="16" hasCustomPrompt="1"/>
          </p:nvPr>
        </p:nvSpPr>
        <p:spPr>
          <a:xfrm>
            <a:off x="4429579" y="4267428"/>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4" name="Picture Placeholder 4">
            <a:extLst>
              <a:ext uri="{FF2B5EF4-FFF2-40B4-BE49-F238E27FC236}">
                <a16:creationId xmlns:a16="http://schemas.microsoft.com/office/drawing/2014/main" id="{EEC686EE-B12D-4C87-ACAA-B2C94E3F93C9}"/>
              </a:ext>
            </a:extLst>
          </p:cNvPr>
          <p:cNvSpPr>
            <a:spLocks noGrp="1"/>
          </p:cNvSpPr>
          <p:nvPr>
            <p:ph type="pic" sz="quarter" idx="17" hasCustomPrompt="1"/>
          </p:nvPr>
        </p:nvSpPr>
        <p:spPr>
          <a:xfrm>
            <a:off x="8028214" y="4267428"/>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5" name="Text Placeholder 5">
            <a:extLst>
              <a:ext uri="{FF2B5EF4-FFF2-40B4-BE49-F238E27FC236}">
                <a16:creationId xmlns:a16="http://schemas.microsoft.com/office/drawing/2014/main" id="{C68307AA-4729-426D-B495-49B821BD60DA}"/>
              </a:ext>
            </a:extLst>
          </p:cNvPr>
          <p:cNvSpPr>
            <a:spLocks noGrp="1"/>
          </p:cNvSpPr>
          <p:nvPr>
            <p:ph type="body" sz="quarter" idx="25" hasCustomPrompt="1"/>
          </p:nvPr>
        </p:nvSpPr>
        <p:spPr>
          <a:xfrm>
            <a:off x="2804093" y="2575740"/>
            <a:ext cx="1423987" cy="388937"/>
          </a:xfrm>
          <a:prstGeom prst="rect">
            <a:avLst/>
          </a:prstGeom>
        </p:spPr>
        <p:txBody>
          <a:bodyPr/>
          <a:lstStyle>
            <a:lvl1pPr marL="0" indent="0">
              <a:buNone/>
              <a:defRPr sz="2400">
                <a:solidFill>
                  <a:schemeClr val="bg1"/>
                </a:solidFill>
                <a:latin typeface="+mj-lt"/>
              </a:defRPr>
            </a:lvl1pPr>
          </a:lstStyle>
          <a:p>
            <a:pPr lvl="0"/>
            <a:r>
              <a:rPr lang="en-US"/>
              <a:t>Name</a:t>
            </a:r>
          </a:p>
        </p:txBody>
      </p:sp>
      <p:sp>
        <p:nvSpPr>
          <p:cNvPr id="16" name="Text Placeholder 5">
            <a:extLst>
              <a:ext uri="{FF2B5EF4-FFF2-40B4-BE49-F238E27FC236}">
                <a16:creationId xmlns:a16="http://schemas.microsoft.com/office/drawing/2014/main" id="{178552D0-49C4-48CC-8D88-6AA58012655D}"/>
              </a:ext>
            </a:extLst>
          </p:cNvPr>
          <p:cNvSpPr>
            <a:spLocks noGrp="1"/>
          </p:cNvSpPr>
          <p:nvPr>
            <p:ph type="body" sz="quarter" idx="26" hasCustomPrompt="1"/>
          </p:nvPr>
        </p:nvSpPr>
        <p:spPr>
          <a:xfrm>
            <a:off x="2804092" y="3051421"/>
            <a:ext cx="1423987" cy="388937"/>
          </a:xfrm>
          <a:prstGeom prst="rect">
            <a:avLst/>
          </a:prstGeom>
        </p:spPr>
        <p:txBody>
          <a:bodyPr/>
          <a:lstStyle>
            <a:lvl1pPr marL="0" indent="0">
              <a:buNone/>
              <a:defRPr sz="1800">
                <a:solidFill>
                  <a:schemeClr val="bg1"/>
                </a:solidFill>
                <a:latin typeface="+mj-lt"/>
              </a:defRPr>
            </a:lvl1pPr>
          </a:lstStyle>
          <a:p>
            <a:pPr lvl="0"/>
            <a:r>
              <a:rPr lang="en-US"/>
              <a:t>Title</a:t>
            </a:r>
          </a:p>
        </p:txBody>
      </p:sp>
      <p:sp>
        <p:nvSpPr>
          <p:cNvPr id="17" name="Text Placeholder 5">
            <a:extLst>
              <a:ext uri="{FF2B5EF4-FFF2-40B4-BE49-F238E27FC236}">
                <a16:creationId xmlns:a16="http://schemas.microsoft.com/office/drawing/2014/main" id="{D81DF2BE-37A0-4430-8303-174039C00887}"/>
              </a:ext>
            </a:extLst>
          </p:cNvPr>
          <p:cNvSpPr>
            <a:spLocks noGrp="1"/>
          </p:cNvSpPr>
          <p:nvPr>
            <p:ph type="body" sz="quarter" idx="27" hasCustomPrompt="1"/>
          </p:nvPr>
        </p:nvSpPr>
        <p:spPr>
          <a:xfrm>
            <a:off x="6402728" y="2578688"/>
            <a:ext cx="1423987" cy="388937"/>
          </a:xfrm>
          <a:prstGeom prst="rect">
            <a:avLst/>
          </a:prstGeom>
        </p:spPr>
        <p:txBody>
          <a:bodyPr/>
          <a:lstStyle>
            <a:lvl1pPr marL="0" indent="0">
              <a:buNone/>
              <a:defRPr sz="2400">
                <a:solidFill>
                  <a:schemeClr val="bg1"/>
                </a:solidFill>
                <a:latin typeface="+mj-lt"/>
              </a:defRPr>
            </a:lvl1pPr>
          </a:lstStyle>
          <a:p>
            <a:pPr lvl="0"/>
            <a:r>
              <a:rPr lang="en-US"/>
              <a:t>Name</a:t>
            </a:r>
          </a:p>
        </p:txBody>
      </p:sp>
      <p:sp>
        <p:nvSpPr>
          <p:cNvPr id="18" name="Text Placeholder 5">
            <a:extLst>
              <a:ext uri="{FF2B5EF4-FFF2-40B4-BE49-F238E27FC236}">
                <a16:creationId xmlns:a16="http://schemas.microsoft.com/office/drawing/2014/main" id="{D4A45D6C-E668-4A63-94FC-06B6611C0053}"/>
              </a:ext>
            </a:extLst>
          </p:cNvPr>
          <p:cNvSpPr>
            <a:spLocks noGrp="1"/>
          </p:cNvSpPr>
          <p:nvPr>
            <p:ph type="body" sz="quarter" idx="28" hasCustomPrompt="1"/>
          </p:nvPr>
        </p:nvSpPr>
        <p:spPr>
          <a:xfrm>
            <a:off x="6402727" y="3054369"/>
            <a:ext cx="1423987" cy="388937"/>
          </a:xfrm>
          <a:prstGeom prst="rect">
            <a:avLst/>
          </a:prstGeom>
        </p:spPr>
        <p:txBody>
          <a:bodyPr/>
          <a:lstStyle>
            <a:lvl1pPr marL="0" indent="0">
              <a:buNone/>
              <a:defRPr sz="1800">
                <a:solidFill>
                  <a:schemeClr val="bg1"/>
                </a:solidFill>
                <a:latin typeface="+mj-lt"/>
              </a:defRPr>
            </a:lvl1pPr>
          </a:lstStyle>
          <a:p>
            <a:pPr lvl="0"/>
            <a:r>
              <a:rPr lang="en-US"/>
              <a:t>Title</a:t>
            </a:r>
          </a:p>
        </p:txBody>
      </p:sp>
      <p:sp>
        <p:nvSpPr>
          <p:cNvPr id="19" name="Text Placeholder 5">
            <a:extLst>
              <a:ext uri="{FF2B5EF4-FFF2-40B4-BE49-F238E27FC236}">
                <a16:creationId xmlns:a16="http://schemas.microsoft.com/office/drawing/2014/main" id="{C98DB053-D2A4-48D0-B93F-8D0CD66AB14C}"/>
              </a:ext>
            </a:extLst>
          </p:cNvPr>
          <p:cNvSpPr>
            <a:spLocks noGrp="1"/>
          </p:cNvSpPr>
          <p:nvPr>
            <p:ph type="body" sz="quarter" idx="29" hasCustomPrompt="1"/>
          </p:nvPr>
        </p:nvSpPr>
        <p:spPr>
          <a:xfrm>
            <a:off x="10001363" y="2575740"/>
            <a:ext cx="1423987" cy="388937"/>
          </a:xfrm>
          <a:prstGeom prst="rect">
            <a:avLst/>
          </a:prstGeom>
        </p:spPr>
        <p:txBody>
          <a:bodyPr/>
          <a:lstStyle>
            <a:lvl1pPr marL="0" indent="0">
              <a:buNone/>
              <a:defRPr sz="2400">
                <a:solidFill>
                  <a:schemeClr val="bg1"/>
                </a:solidFill>
                <a:latin typeface="+mj-lt"/>
              </a:defRPr>
            </a:lvl1pPr>
          </a:lstStyle>
          <a:p>
            <a:pPr lvl="0"/>
            <a:r>
              <a:rPr lang="en-US"/>
              <a:t>Name</a:t>
            </a:r>
          </a:p>
        </p:txBody>
      </p:sp>
      <p:sp>
        <p:nvSpPr>
          <p:cNvPr id="20" name="Text Placeholder 5">
            <a:extLst>
              <a:ext uri="{FF2B5EF4-FFF2-40B4-BE49-F238E27FC236}">
                <a16:creationId xmlns:a16="http://schemas.microsoft.com/office/drawing/2014/main" id="{A20AA8E9-7BBA-41BF-9CA7-57CC89A91C04}"/>
              </a:ext>
            </a:extLst>
          </p:cNvPr>
          <p:cNvSpPr>
            <a:spLocks noGrp="1"/>
          </p:cNvSpPr>
          <p:nvPr>
            <p:ph type="body" sz="quarter" idx="30" hasCustomPrompt="1"/>
          </p:nvPr>
        </p:nvSpPr>
        <p:spPr>
          <a:xfrm>
            <a:off x="10001361" y="3051421"/>
            <a:ext cx="1423987" cy="388937"/>
          </a:xfrm>
          <a:prstGeom prst="rect">
            <a:avLst/>
          </a:prstGeom>
        </p:spPr>
        <p:txBody>
          <a:bodyPr/>
          <a:lstStyle>
            <a:lvl1pPr marL="0" indent="0">
              <a:buNone/>
              <a:defRPr sz="1800">
                <a:solidFill>
                  <a:schemeClr val="bg1"/>
                </a:solidFill>
                <a:latin typeface="+mj-lt"/>
              </a:defRPr>
            </a:lvl1pPr>
          </a:lstStyle>
          <a:p>
            <a:pPr lvl="0"/>
            <a:r>
              <a:rPr lang="en-US"/>
              <a:t>Title</a:t>
            </a:r>
          </a:p>
        </p:txBody>
      </p:sp>
      <p:sp>
        <p:nvSpPr>
          <p:cNvPr id="21" name="Text Placeholder 5">
            <a:extLst>
              <a:ext uri="{FF2B5EF4-FFF2-40B4-BE49-F238E27FC236}">
                <a16:creationId xmlns:a16="http://schemas.microsoft.com/office/drawing/2014/main" id="{B1A1976F-859D-4957-8FCB-2F550E9874F5}"/>
              </a:ext>
            </a:extLst>
          </p:cNvPr>
          <p:cNvSpPr>
            <a:spLocks noGrp="1"/>
          </p:cNvSpPr>
          <p:nvPr>
            <p:ph type="body" sz="quarter" idx="31" hasCustomPrompt="1"/>
          </p:nvPr>
        </p:nvSpPr>
        <p:spPr>
          <a:xfrm>
            <a:off x="2804092" y="4827986"/>
            <a:ext cx="1423987" cy="388937"/>
          </a:xfrm>
          <a:prstGeom prst="rect">
            <a:avLst/>
          </a:prstGeom>
        </p:spPr>
        <p:txBody>
          <a:bodyPr/>
          <a:lstStyle>
            <a:lvl1pPr marL="0" indent="0">
              <a:buNone/>
              <a:defRPr sz="2400">
                <a:solidFill>
                  <a:schemeClr val="bg1"/>
                </a:solidFill>
                <a:latin typeface="+mj-lt"/>
              </a:defRPr>
            </a:lvl1pPr>
          </a:lstStyle>
          <a:p>
            <a:pPr lvl="0"/>
            <a:r>
              <a:rPr lang="en-US"/>
              <a:t>Name</a:t>
            </a:r>
          </a:p>
        </p:txBody>
      </p:sp>
      <p:sp>
        <p:nvSpPr>
          <p:cNvPr id="22" name="Text Placeholder 5">
            <a:extLst>
              <a:ext uri="{FF2B5EF4-FFF2-40B4-BE49-F238E27FC236}">
                <a16:creationId xmlns:a16="http://schemas.microsoft.com/office/drawing/2014/main" id="{79CD56F8-9BAE-4026-B244-EDD006B61C50}"/>
              </a:ext>
            </a:extLst>
          </p:cNvPr>
          <p:cNvSpPr>
            <a:spLocks noGrp="1"/>
          </p:cNvSpPr>
          <p:nvPr>
            <p:ph type="body" sz="quarter" idx="32" hasCustomPrompt="1"/>
          </p:nvPr>
        </p:nvSpPr>
        <p:spPr>
          <a:xfrm>
            <a:off x="2804091" y="5303669"/>
            <a:ext cx="1423987" cy="388937"/>
          </a:xfrm>
          <a:prstGeom prst="rect">
            <a:avLst/>
          </a:prstGeom>
        </p:spPr>
        <p:txBody>
          <a:bodyPr/>
          <a:lstStyle>
            <a:lvl1pPr marL="0" indent="0">
              <a:buNone/>
              <a:defRPr sz="1800">
                <a:solidFill>
                  <a:schemeClr val="bg1"/>
                </a:solidFill>
                <a:latin typeface="+mj-lt"/>
              </a:defRPr>
            </a:lvl1pPr>
          </a:lstStyle>
          <a:p>
            <a:pPr lvl="0"/>
            <a:r>
              <a:rPr lang="en-US"/>
              <a:t>Title</a:t>
            </a:r>
          </a:p>
        </p:txBody>
      </p:sp>
      <p:sp>
        <p:nvSpPr>
          <p:cNvPr id="23" name="Text Placeholder 5">
            <a:extLst>
              <a:ext uri="{FF2B5EF4-FFF2-40B4-BE49-F238E27FC236}">
                <a16:creationId xmlns:a16="http://schemas.microsoft.com/office/drawing/2014/main" id="{5985005A-AE99-4465-AC1A-A224F954B89B}"/>
              </a:ext>
            </a:extLst>
          </p:cNvPr>
          <p:cNvSpPr>
            <a:spLocks noGrp="1"/>
          </p:cNvSpPr>
          <p:nvPr>
            <p:ph type="body" sz="quarter" idx="33" hasCustomPrompt="1"/>
          </p:nvPr>
        </p:nvSpPr>
        <p:spPr>
          <a:xfrm>
            <a:off x="6401704" y="4827986"/>
            <a:ext cx="1423987" cy="388937"/>
          </a:xfrm>
          <a:prstGeom prst="rect">
            <a:avLst/>
          </a:prstGeom>
        </p:spPr>
        <p:txBody>
          <a:bodyPr/>
          <a:lstStyle>
            <a:lvl1pPr marL="0" indent="0">
              <a:buNone/>
              <a:defRPr sz="2400">
                <a:solidFill>
                  <a:schemeClr val="bg1"/>
                </a:solidFill>
                <a:latin typeface="+mj-lt"/>
              </a:defRPr>
            </a:lvl1pPr>
          </a:lstStyle>
          <a:p>
            <a:pPr lvl="0"/>
            <a:r>
              <a:rPr lang="en-US"/>
              <a:t>Name</a:t>
            </a:r>
          </a:p>
        </p:txBody>
      </p:sp>
      <p:sp>
        <p:nvSpPr>
          <p:cNvPr id="24" name="Text Placeholder 5">
            <a:extLst>
              <a:ext uri="{FF2B5EF4-FFF2-40B4-BE49-F238E27FC236}">
                <a16:creationId xmlns:a16="http://schemas.microsoft.com/office/drawing/2014/main" id="{3E35E9CD-63BD-4785-BB6F-C8BB210DCD02}"/>
              </a:ext>
            </a:extLst>
          </p:cNvPr>
          <p:cNvSpPr>
            <a:spLocks noGrp="1"/>
          </p:cNvSpPr>
          <p:nvPr>
            <p:ph type="body" sz="quarter" idx="34" hasCustomPrompt="1"/>
          </p:nvPr>
        </p:nvSpPr>
        <p:spPr>
          <a:xfrm>
            <a:off x="6401703" y="5303669"/>
            <a:ext cx="1423987" cy="388937"/>
          </a:xfrm>
          <a:prstGeom prst="rect">
            <a:avLst/>
          </a:prstGeom>
        </p:spPr>
        <p:txBody>
          <a:bodyPr/>
          <a:lstStyle>
            <a:lvl1pPr marL="0" indent="0">
              <a:buNone/>
              <a:defRPr sz="1800">
                <a:solidFill>
                  <a:schemeClr val="bg1"/>
                </a:solidFill>
                <a:latin typeface="+mj-lt"/>
              </a:defRPr>
            </a:lvl1pPr>
          </a:lstStyle>
          <a:p>
            <a:pPr lvl="0"/>
            <a:r>
              <a:rPr lang="en-US"/>
              <a:t>Title</a:t>
            </a:r>
          </a:p>
        </p:txBody>
      </p:sp>
      <p:sp>
        <p:nvSpPr>
          <p:cNvPr id="25" name="Text Placeholder 5">
            <a:extLst>
              <a:ext uri="{FF2B5EF4-FFF2-40B4-BE49-F238E27FC236}">
                <a16:creationId xmlns:a16="http://schemas.microsoft.com/office/drawing/2014/main" id="{AC97616D-E04F-49FC-88D6-791CCB07027C}"/>
              </a:ext>
            </a:extLst>
          </p:cNvPr>
          <p:cNvSpPr>
            <a:spLocks noGrp="1"/>
          </p:cNvSpPr>
          <p:nvPr>
            <p:ph type="body" sz="quarter" idx="35" hasCustomPrompt="1"/>
          </p:nvPr>
        </p:nvSpPr>
        <p:spPr>
          <a:xfrm>
            <a:off x="10001361" y="4827986"/>
            <a:ext cx="1423987" cy="388937"/>
          </a:xfrm>
          <a:prstGeom prst="rect">
            <a:avLst/>
          </a:prstGeom>
        </p:spPr>
        <p:txBody>
          <a:bodyPr/>
          <a:lstStyle>
            <a:lvl1pPr marL="0" indent="0">
              <a:buNone/>
              <a:defRPr sz="2400">
                <a:solidFill>
                  <a:schemeClr val="bg1"/>
                </a:solidFill>
                <a:latin typeface="+mj-lt"/>
              </a:defRPr>
            </a:lvl1pPr>
          </a:lstStyle>
          <a:p>
            <a:pPr lvl="0"/>
            <a:r>
              <a:rPr lang="en-US"/>
              <a:t>Name</a:t>
            </a:r>
          </a:p>
        </p:txBody>
      </p:sp>
      <p:sp>
        <p:nvSpPr>
          <p:cNvPr id="26" name="Text Placeholder 5">
            <a:extLst>
              <a:ext uri="{FF2B5EF4-FFF2-40B4-BE49-F238E27FC236}">
                <a16:creationId xmlns:a16="http://schemas.microsoft.com/office/drawing/2014/main" id="{8E14897D-36C1-4511-968B-FD5EC00BD9CB}"/>
              </a:ext>
            </a:extLst>
          </p:cNvPr>
          <p:cNvSpPr>
            <a:spLocks noGrp="1"/>
          </p:cNvSpPr>
          <p:nvPr>
            <p:ph type="body" sz="quarter" idx="36" hasCustomPrompt="1"/>
          </p:nvPr>
        </p:nvSpPr>
        <p:spPr>
          <a:xfrm>
            <a:off x="10001361" y="5303669"/>
            <a:ext cx="1423987" cy="388937"/>
          </a:xfrm>
          <a:prstGeom prst="rect">
            <a:avLst/>
          </a:prstGeom>
        </p:spPr>
        <p:txBody>
          <a:bodyPr/>
          <a:lstStyle>
            <a:lvl1pPr marL="0" indent="0">
              <a:buNone/>
              <a:defRPr sz="1800">
                <a:solidFill>
                  <a:schemeClr val="bg1"/>
                </a:solidFill>
                <a:latin typeface="+mj-lt"/>
              </a:defRPr>
            </a:lvl1pPr>
          </a:lstStyle>
          <a:p>
            <a:pPr lvl="0"/>
            <a:r>
              <a:rPr lang="en-US"/>
              <a:t>Title</a:t>
            </a:r>
          </a:p>
        </p:txBody>
      </p:sp>
    </p:spTree>
    <p:extLst>
      <p:ext uri="{BB962C8B-B14F-4D97-AF65-F5344CB8AC3E}">
        <p14:creationId xmlns:p14="http://schemas.microsoft.com/office/powerpoint/2010/main" val="7069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0" y="754969"/>
            <a:ext cx="12192000" cy="21624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E15DD4A5-934D-43F0-88E5-718C601FF525}"/>
              </a:ext>
            </a:extLst>
          </p:cNvPr>
          <p:cNvGrpSpPr/>
          <p:nvPr userDrawn="1"/>
        </p:nvGrpSpPr>
        <p:grpSpPr>
          <a:xfrm>
            <a:off x="-2" y="754966"/>
            <a:ext cx="3309263" cy="2162404"/>
            <a:chOff x="-2" y="754965"/>
            <a:chExt cx="3309262" cy="2162404"/>
          </a:xfrm>
        </p:grpSpPr>
        <p:grpSp>
          <p:nvGrpSpPr>
            <p:cNvPr id="54" name="Group 53">
              <a:extLst>
                <a:ext uri="{FF2B5EF4-FFF2-40B4-BE49-F238E27FC236}">
                  <a16:creationId xmlns:a16="http://schemas.microsoft.com/office/drawing/2014/main" id="{935DF451-C9E0-4EE2-9439-EB38AB423A49}"/>
                </a:ext>
              </a:extLst>
            </p:cNvPr>
            <p:cNvGrpSpPr/>
            <p:nvPr userDrawn="1"/>
          </p:nvGrpSpPr>
          <p:grpSpPr>
            <a:xfrm flipH="1">
              <a:off x="-1" y="754965"/>
              <a:ext cx="1558289" cy="1043647"/>
              <a:chOff x="9032009" y="726754"/>
              <a:chExt cx="3096446" cy="2359343"/>
            </a:xfrm>
          </p:grpSpPr>
          <p:sp>
            <p:nvSpPr>
              <p:cNvPr id="55" name="Freeform: Shape 54">
                <a:extLst>
                  <a:ext uri="{FF2B5EF4-FFF2-40B4-BE49-F238E27FC236}">
                    <a16:creationId xmlns:a16="http://schemas.microsoft.com/office/drawing/2014/main" id="{9AA735DA-C388-44FC-88A7-C4CD7566CB6D}"/>
                  </a:ext>
                </a:extLst>
              </p:cNvPr>
              <p:cNvSpPr/>
              <p:nvPr userDrawn="1"/>
            </p:nvSpPr>
            <p:spPr>
              <a:xfrm>
                <a:off x="10387178" y="726754"/>
                <a:ext cx="1741277" cy="10122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6" name="Freeform: Shape 55">
                <a:extLst>
                  <a:ext uri="{FF2B5EF4-FFF2-40B4-BE49-F238E27FC236}">
                    <a16:creationId xmlns:a16="http://schemas.microsoft.com/office/drawing/2014/main" id="{B2977F66-0C53-4B57-89F0-AA3C58712DD5}"/>
                  </a:ext>
                </a:extLst>
              </p:cNvPr>
              <p:cNvSpPr/>
              <p:nvPr userDrawn="1"/>
            </p:nvSpPr>
            <p:spPr>
              <a:xfrm>
                <a:off x="10831295" y="726754"/>
                <a:ext cx="1297154" cy="574276"/>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7" name="Freeform: Shape 56">
                <a:extLst>
                  <a:ext uri="{FF2B5EF4-FFF2-40B4-BE49-F238E27FC236}">
                    <a16:creationId xmlns:a16="http://schemas.microsoft.com/office/drawing/2014/main" id="{F353405D-63FF-4827-8C5F-A1DD08A441B3}"/>
                  </a:ext>
                </a:extLst>
              </p:cNvPr>
              <p:cNvSpPr/>
              <p:nvPr userDrawn="1"/>
            </p:nvSpPr>
            <p:spPr>
              <a:xfrm>
                <a:off x="11290954" y="726754"/>
                <a:ext cx="837501" cy="1190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9" name="Freeform: Shape 58">
                <a:extLst>
                  <a:ext uri="{FF2B5EF4-FFF2-40B4-BE49-F238E27FC236}">
                    <a16:creationId xmlns:a16="http://schemas.microsoft.com/office/drawing/2014/main" id="{44C3EC07-133D-4B73-9D0B-1BB4F3953413}"/>
                  </a:ext>
                </a:extLst>
              </p:cNvPr>
              <p:cNvSpPr/>
              <p:nvPr userDrawn="1"/>
            </p:nvSpPr>
            <p:spPr>
              <a:xfrm>
                <a:off x="9932930" y="726754"/>
                <a:ext cx="2195523" cy="146254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0" name="Freeform: Shape 59">
                <a:extLst>
                  <a:ext uri="{FF2B5EF4-FFF2-40B4-BE49-F238E27FC236}">
                    <a16:creationId xmlns:a16="http://schemas.microsoft.com/office/drawing/2014/main" id="{B5AADBA1-36AD-4CB2-AE3B-4AB41934FC5E}"/>
                  </a:ext>
                </a:extLst>
              </p:cNvPr>
              <p:cNvSpPr/>
              <p:nvPr userDrawn="1"/>
            </p:nvSpPr>
            <p:spPr>
              <a:xfrm>
                <a:off x="9478683" y="726754"/>
                <a:ext cx="2649770" cy="1912740"/>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1" name="Freeform: Shape 60">
                <a:extLst>
                  <a:ext uri="{FF2B5EF4-FFF2-40B4-BE49-F238E27FC236}">
                    <a16:creationId xmlns:a16="http://schemas.microsoft.com/office/drawing/2014/main" id="{7AF5DA9E-1D73-4711-AC14-4E1BE1E752A1}"/>
                  </a:ext>
                </a:extLst>
              </p:cNvPr>
              <p:cNvSpPr/>
              <p:nvPr userDrawn="1"/>
            </p:nvSpPr>
            <p:spPr>
              <a:xfrm>
                <a:off x="9032009" y="726754"/>
                <a:ext cx="3096446" cy="235934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69" name="Group 68">
              <a:extLst>
                <a:ext uri="{FF2B5EF4-FFF2-40B4-BE49-F238E27FC236}">
                  <a16:creationId xmlns:a16="http://schemas.microsoft.com/office/drawing/2014/main" id="{6901365A-475E-4CCA-9FE2-96159AA0B833}"/>
                </a:ext>
              </a:extLst>
            </p:cNvPr>
            <p:cNvGrpSpPr/>
            <p:nvPr userDrawn="1"/>
          </p:nvGrpSpPr>
          <p:grpSpPr>
            <a:xfrm>
              <a:off x="1781995" y="754965"/>
              <a:ext cx="1527265" cy="1043647"/>
              <a:chOff x="9032011" y="726754"/>
              <a:chExt cx="3034799" cy="2359343"/>
            </a:xfrm>
          </p:grpSpPr>
          <p:sp>
            <p:nvSpPr>
              <p:cNvPr id="70" name="Freeform: Shape 69">
                <a:extLst>
                  <a:ext uri="{FF2B5EF4-FFF2-40B4-BE49-F238E27FC236}">
                    <a16:creationId xmlns:a16="http://schemas.microsoft.com/office/drawing/2014/main" id="{BBFCAC57-47AD-40EA-B624-73528BB7FDC2}"/>
                  </a:ext>
                </a:extLst>
              </p:cNvPr>
              <p:cNvSpPr/>
              <p:nvPr userDrawn="1"/>
            </p:nvSpPr>
            <p:spPr>
              <a:xfrm>
                <a:off x="10387178" y="726754"/>
                <a:ext cx="1679630" cy="10122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1" name="Freeform: Shape 70">
                <a:extLst>
                  <a:ext uri="{FF2B5EF4-FFF2-40B4-BE49-F238E27FC236}">
                    <a16:creationId xmlns:a16="http://schemas.microsoft.com/office/drawing/2014/main" id="{FC2E08A4-E3E1-4C4C-AAA6-70EB26FD94BF}"/>
                  </a:ext>
                </a:extLst>
              </p:cNvPr>
              <p:cNvSpPr/>
              <p:nvPr userDrawn="1"/>
            </p:nvSpPr>
            <p:spPr>
              <a:xfrm>
                <a:off x="10831295" y="726754"/>
                <a:ext cx="1235513" cy="574276"/>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2" name="Freeform: Shape 71">
                <a:extLst>
                  <a:ext uri="{FF2B5EF4-FFF2-40B4-BE49-F238E27FC236}">
                    <a16:creationId xmlns:a16="http://schemas.microsoft.com/office/drawing/2014/main" id="{A446D130-72C8-4B5B-811F-0FB9942563B6}"/>
                  </a:ext>
                </a:extLst>
              </p:cNvPr>
              <p:cNvSpPr/>
              <p:nvPr userDrawn="1"/>
            </p:nvSpPr>
            <p:spPr>
              <a:xfrm>
                <a:off x="11290956" y="726754"/>
                <a:ext cx="775850" cy="130748"/>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3" name="Freeform: Shape 72">
                <a:extLst>
                  <a:ext uri="{FF2B5EF4-FFF2-40B4-BE49-F238E27FC236}">
                    <a16:creationId xmlns:a16="http://schemas.microsoft.com/office/drawing/2014/main" id="{40AFBC71-1C27-4CB7-9048-DEF2BD0D3CB5}"/>
                  </a:ext>
                </a:extLst>
              </p:cNvPr>
              <p:cNvSpPr/>
              <p:nvPr userDrawn="1"/>
            </p:nvSpPr>
            <p:spPr>
              <a:xfrm>
                <a:off x="9932932" y="726754"/>
                <a:ext cx="2133878" cy="1462544"/>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4" name="Freeform: Shape 73">
                <a:extLst>
                  <a:ext uri="{FF2B5EF4-FFF2-40B4-BE49-F238E27FC236}">
                    <a16:creationId xmlns:a16="http://schemas.microsoft.com/office/drawing/2014/main" id="{4EA261AE-DF45-453F-B7BC-1F3E0D793063}"/>
                  </a:ext>
                </a:extLst>
              </p:cNvPr>
              <p:cNvSpPr/>
              <p:nvPr userDrawn="1"/>
            </p:nvSpPr>
            <p:spPr>
              <a:xfrm>
                <a:off x="9478685" y="726754"/>
                <a:ext cx="2588125" cy="1912741"/>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5" name="Freeform: Shape 74">
                <a:extLst>
                  <a:ext uri="{FF2B5EF4-FFF2-40B4-BE49-F238E27FC236}">
                    <a16:creationId xmlns:a16="http://schemas.microsoft.com/office/drawing/2014/main" id="{3DFED8D2-153F-4C36-B8E5-C605CE6D0151}"/>
                  </a:ext>
                </a:extLst>
              </p:cNvPr>
              <p:cNvSpPr/>
              <p:nvPr userDrawn="1"/>
            </p:nvSpPr>
            <p:spPr>
              <a:xfrm>
                <a:off x="9032011" y="726754"/>
                <a:ext cx="3034794" cy="235934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76" name="Group 75">
              <a:extLst>
                <a:ext uri="{FF2B5EF4-FFF2-40B4-BE49-F238E27FC236}">
                  <a16:creationId xmlns:a16="http://schemas.microsoft.com/office/drawing/2014/main" id="{C03497FE-344E-4A7C-ADEE-C1A96993A850}"/>
                </a:ext>
              </a:extLst>
            </p:cNvPr>
            <p:cNvGrpSpPr/>
            <p:nvPr userDrawn="1"/>
          </p:nvGrpSpPr>
          <p:grpSpPr>
            <a:xfrm flipH="1" flipV="1">
              <a:off x="-2" y="1992217"/>
              <a:ext cx="1558289" cy="925152"/>
              <a:chOff x="9032011" y="994632"/>
              <a:chExt cx="3096446" cy="2091465"/>
            </a:xfrm>
          </p:grpSpPr>
          <p:sp>
            <p:nvSpPr>
              <p:cNvPr id="77" name="Freeform: Shape 76">
                <a:extLst>
                  <a:ext uri="{FF2B5EF4-FFF2-40B4-BE49-F238E27FC236}">
                    <a16:creationId xmlns:a16="http://schemas.microsoft.com/office/drawing/2014/main" id="{383C6CCA-BAC4-4B2F-9859-0FF1FBA7794C}"/>
                  </a:ext>
                </a:extLst>
              </p:cNvPr>
              <p:cNvSpPr/>
              <p:nvPr userDrawn="1"/>
            </p:nvSpPr>
            <p:spPr>
              <a:xfrm>
                <a:off x="10387180" y="994632"/>
                <a:ext cx="1741277" cy="744387"/>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8" name="Freeform: Shape 77">
                <a:extLst>
                  <a:ext uri="{FF2B5EF4-FFF2-40B4-BE49-F238E27FC236}">
                    <a16:creationId xmlns:a16="http://schemas.microsoft.com/office/drawing/2014/main" id="{41A91DAC-AB3D-4B35-A2D0-C87FB2FC0195}"/>
                  </a:ext>
                </a:extLst>
              </p:cNvPr>
              <p:cNvSpPr/>
              <p:nvPr userDrawn="1"/>
            </p:nvSpPr>
            <p:spPr>
              <a:xfrm>
                <a:off x="10831295" y="994632"/>
                <a:ext cx="1297154" cy="306398"/>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0" name="Freeform: Shape 79">
                <a:extLst>
                  <a:ext uri="{FF2B5EF4-FFF2-40B4-BE49-F238E27FC236}">
                    <a16:creationId xmlns:a16="http://schemas.microsoft.com/office/drawing/2014/main" id="{24450751-0B2A-4E84-B0CB-6B1A0DD87AF1}"/>
                  </a:ext>
                </a:extLst>
              </p:cNvPr>
              <p:cNvSpPr/>
              <p:nvPr userDrawn="1"/>
            </p:nvSpPr>
            <p:spPr>
              <a:xfrm>
                <a:off x="9932932" y="994632"/>
                <a:ext cx="2195523" cy="11946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1" name="Freeform: Shape 80">
                <a:extLst>
                  <a:ext uri="{FF2B5EF4-FFF2-40B4-BE49-F238E27FC236}">
                    <a16:creationId xmlns:a16="http://schemas.microsoft.com/office/drawing/2014/main" id="{A52ABFA5-2951-4ADE-8406-D9BF1C4C6543}"/>
                  </a:ext>
                </a:extLst>
              </p:cNvPr>
              <p:cNvSpPr/>
              <p:nvPr userDrawn="1"/>
            </p:nvSpPr>
            <p:spPr>
              <a:xfrm>
                <a:off x="9478685" y="994632"/>
                <a:ext cx="2649770" cy="1644862"/>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2" name="Freeform: Shape 81">
                <a:extLst>
                  <a:ext uri="{FF2B5EF4-FFF2-40B4-BE49-F238E27FC236}">
                    <a16:creationId xmlns:a16="http://schemas.microsoft.com/office/drawing/2014/main" id="{A92B74C1-25CD-4707-A8FD-7F7FC656630E}"/>
                  </a:ext>
                </a:extLst>
              </p:cNvPr>
              <p:cNvSpPr/>
              <p:nvPr userDrawn="1"/>
            </p:nvSpPr>
            <p:spPr>
              <a:xfrm>
                <a:off x="9032011" y="994632"/>
                <a:ext cx="3096446" cy="20914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83" name="Group 82">
              <a:extLst>
                <a:ext uri="{FF2B5EF4-FFF2-40B4-BE49-F238E27FC236}">
                  <a16:creationId xmlns:a16="http://schemas.microsoft.com/office/drawing/2014/main" id="{5EFCBC83-5CAC-4E57-9853-827EE9DDA9FD}"/>
                </a:ext>
              </a:extLst>
            </p:cNvPr>
            <p:cNvGrpSpPr/>
            <p:nvPr userDrawn="1"/>
          </p:nvGrpSpPr>
          <p:grpSpPr>
            <a:xfrm flipV="1">
              <a:off x="1781995" y="1992216"/>
              <a:ext cx="1527265" cy="925151"/>
              <a:chOff x="9032011" y="994637"/>
              <a:chExt cx="3034799" cy="2091462"/>
            </a:xfrm>
          </p:grpSpPr>
          <p:sp>
            <p:nvSpPr>
              <p:cNvPr id="84" name="Freeform: Shape 83">
                <a:extLst>
                  <a:ext uri="{FF2B5EF4-FFF2-40B4-BE49-F238E27FC236}">
                    <a16:creationId xmlns:a16="http://schemas.microsoft.com/office/drawing/2014/main" id="{8AEF3B45-5983-4A85-B190-519D8BBD0AF9}"/>
                  </a:ext>
                </a:extLst>
              </p:cNvPr>
              <p:cNvSpPr/>
              <p:nvPr userDrawn="1"/>
            </p:nvSpPr>
            <p:spPr>
              <a:xfrm>
                <a:off x="10387178" y="994637"/>
                <a:ext cx="1679630" cy="74438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5" name="Freeform: Shape 84">
                <a:extLst>
                  <a:ext uri="{FF2B5EF4-FFF2-40B4-BE49-F238E27FC236}">
                    <a16:creationId xmlns:a16="http://schemas.microsoft.com/office/drawing/2014/main" id="{B93FEF76-3FA6-4E79-B707-91BEE80153AA}"/>
                  </a:ext>
                </a:extLst>
              </p:cNvPr>
              <p:cNvSpPr/>
              <p:nvPr userDrawn="1"/>
            </p:nvSpPr>
            <p:spPr>
              <a:xfrm>
                <a:off x="10831295" y="994637"/>
                <a:ext cx="1235513" cy="30639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7" name="Freeform: Shape 86">
                <a:extLst>
                  <a:ext uri="{FF2B5EF4-FFF2-40B4-BE49-F238E27FC236}">
                    <a16:creationId xmlns:a16="http://schemas.microsoft.com/office/drawing/2014/main" id="{E4B604BF-320E-4376-A587-011BC2CA8CA6}"/>
                  </a:ext>
                </a:extLst>
              </p:cNvPr>
              <p:cNvSpPr/>
              <p:nvPr userDrawn="1"/>
            </p:nvSpPr>
            <p:spPr>
              <a:xfrm>
                <a:off x="9932932" y="994637"/>
                <a:ext cx="2133878" cy="1194661"/>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8" name="Freeform: Shape 87">
                <a:extLst>
                  <a:ext uri="{FF2B5EF4-FFF2-40B4-BE49-F238E27FC236}">
                    <a16:creationId xmlns:a16="http://schemas.microsoft.com/office/drawing/2014/main" id="{0B809B09-643B-49DC-8982-151ABD175F25}"/>
                  </a:ext>
                </a:extLst>
              </p:cNvPr>
              <p:cNvSpPr/>
              <p:nvPr userDrawn="1"/>
            </p:nvSpPr>
            <p:spPr>
              <a:xfrm>
                <a:off x="9478685" y="994637"/>
                <a:ext cx="2588125" cy="1644858"/>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9" name="Freeform: Shape 88">
                <a:extLst>
                  <a:ext uri="{FF2B5EF4-FFF2-40B4-BE49-F238E27FC236}">
                    <a16:creationId xmlns:a16="http://schemas.microsoft.com/office/drawing/2014/main" id="{9115E431-05A4-4C09-9CE0-20ED496E11D1}"/>
                  </a:ext>
                </a:extLst>
              </p:cNvPr>
              <p:cNvSpPr/>
              <p:nvPr userDrawn="1"/>
            </p:nvSpPr>
            <p:spPr>
              <a:xfrm>
                <a:off x="9032011" y="994637"/>
                <a:ext cx="3034793" cy="2091462"/>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sp>
        <p:nvSpPr>
          <p:cNvPr id="33" name="Picture Placeholder 4">
            <a:extLst>
              <a:ext uri="{FF2B5EF4-FFF2-40B4-BE49-F238E27FC236}">
                <a16:creationId xmlns:a16="http://schemas.microsoft.com/office/drawing/2014/main" id="{B24DEC86-3BB6-49FF-90EE-A1E8B59221B3}"/>
              </a:ext>
            </a:extLst>
          </p:cNvPr>
          <p:cNvSpPr>
            <a:spLocks noGrp="1"/>
          </p:cNvSpPr>
          <p:nvPr>
            <p:ph type="pic" sz="quarter" idx="11" hasCustomPrompt="1"/>
          </p:nvPr>
        </p:nvSpPr>
        <p:spPr>
          <a:xfrm>
            <a:off x="391889" y="1000692"/>
            <a:ext cx="2917371" cy="2917371"/>
          </a:xfrm>
          <a:prstGeom prst="ellipse">
            <a:avLst/>
          </a:prstGeom>
          <a:ln>
            <a:solidFill>
              <a:schemeClr val="accent6"/>
            </a:solidFill>
          </a:ln>
        </p:spPr>
        <p:txBody>
          <a:bodyPr anchor="ctr"/>
          <a:lstStyle>
            <a:lvl1pPr marL="0" indent="0">
              <a:buNone/>
              <a:defRPr>
                <a:solidFill>
                  <a:schemeClr val="bg1"/>
                </a:solidFill>
                <a:latin typeface="Source Sans Pro" panose="020B0503030403020204" pitchFamily="34" charset="0"/>
              </a:defRPr>
            </a:lvl1pPr>
          </a:lstStyle>
          <a:p>
            <a:r>
              <a:rPr lang="en-US"/>
              <a:t>Right click to add headshot</a:t>
            </a: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309260" y="1451430"/>
            <a:ext cx="3294741"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570514" y="342900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
        <p:nvSpPr>
          <p:cNvPr id="30" name="Text Placeholder 24">
            <a:extLst>
              <a:ext uri="{FF2B5EF4-FFF2-40B4-BE49-F238E27FC236}">
                <a16:creationId xmlns:a16="http://schemas.microsoft.com/office/drawing/2014/main" id="{103038A0-7E02-4FFF-979A-35C1D132E0B4}"/>
              </a:ext>
            </a:extLst>
          </p:cNvPr>
          <p:cNvSpPr>
            <a:spLocks noGrp="1"/>
          </p:cNvSpPr>
          <p:nvPr>
            <p:ph type="body" sz="quarter" idx="19" hasCustomPrompt="1"/>
          </p:nvPr>
        </p:nvSpPr>
        <p:spPr>
          <a:xfrm>
            <a:off x="3309260" y="1828802"/>
            <a:ext cx="3294741" cy="449943"/>
          </a:xfrm>
          <a:prstGeom prst="rect">
            <a:avLst/>
          </a:prstGeom>
        </p:spPr>
        <p:txBody>
          <a:bodyPr>
            <a:normAutofit/>
          </a:bodyPr>
          <a:lstStyle>
            <a:lvl1pPr indent="0">
              <a:buNone/>
              <a:defRPr sz="2400" b="0">
                <a:solidFill>
                  <a:schemeClr val="bg1"/>
                </a:solidFill>
                <a:latin typeface="+mj-lt"/>
              </a:defRPr>
            </a:lvl1pPr>
          </a:lstStyle>
          <a:p>
            <a:pPr lvl="0"/>
            <a:r>
              <a:rPr lang="en-US"/>
              <a:t>Title</a:t>
            </a:r>
          </a:p>
        </p:txBody>
      </p:sp>
    </p:spTree>
    <p:extLst>
      <p:ext uri="{BB962C8B-B14F-4D97-AF65-F5344CB8AC3E}">
        <p14:creationId xmlns:p14="http://schemas.microsoft.com/office/powerpoint/2010/main" val="12537001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White Slides 3">
    <p:spTree>
      <p:nvGrpSpPr>
        <p:cNvPr id="1" name=""/>
        <p:cNvGrpSpPr/>
        <p:nvPr/>
      </p:nvGrpSpPr>
      <p:grpSpPr>
        <a:xfrm>
          <a:off x="0" y="0"/>
          <a:ext cx="0" cy="0"/>
          <a:chOff x="0" y="0"/>
          <a:chExt cx="0" cy="0"/>
        </a:xfrm>
      </p:grpSpPr>
      <p:sp>
        <p:nvSpPr>
          <p:cNvPr id="3" name="Title Placeholder 3">
            <a:extLst>
              <a:ext uri="{FF2B5EF4-FFF2-40B4-BE49-F238E27FC236}">
                <a16:creationId xmlns:a16="http://schemas.microsoft.com/office/drawing/2014/main" id="{D1A3D0C8-4AC9-4DAC-A7DA-B49FE7CB9580}"/>
              </a:ext>
            </a:extLst>
          </p:cNvPr>
          <p:cNvSpPr>
            <a:spLocks noGrp="1"/>
          </p:cNvSpPr>
          <p:nvPr>
            <p:ph type="title"/>
          </p:nvPr>
        </p:nvSpPr>
        <p:spPr>
          <a:xfrm>
            <a:off x="6592824" y="841248"/>
            <a:ext cx="5248656" cy="1325880"/>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4" name="Text Placeholder 34">
            <a:extLst>
              <a:ext uri="{FF2B5EF4-FFF2-40B4-BE49-F238E27FC236}">
                <a16:creationId xmlns:a16="http://schemas.microsoft.com/office/drawing/2014/main" id="{4CC98E46-63F0-4094-B38F-603F780615D4}"/>
              </a:ext>
            </a:extLst>
          </p:cNvPr>
          <p:cNvSpPr>
            <a:spLocks noGrp="1"/>
          </p:cNvSpPr>
          <p:nvPr>
            <p:ph type="body" sz="quarter" idx="10"/>
          </p:nvPr>
        </p:nvSpPr>
        <p:spPr>
          <a:xfrm>
            <a:off x="6592824" y="2971800"/>
            <a:ext cx="5257800" cy="331012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7CDCDE98-3AD8-4483-8223-D4D12269D622}"/>
              </a:ext>
            </a:extLst>
          </p:cNvPr>
          <p:cNvSpPr>
            <a:spLocks noGrp="1"/>
          </p:cNvSpPr>
          <p:nvPr>
            <p:ph type="body" sz="quarter" idx="11" hasCustomPrompt="1"/>
          </p:nvPr>
        </p:nvSpPr>
        <p:spPr>
          <a:xfrm>
            <a:off x="6592824" y="2185416"/>
            <a:ext cx="5248656" cy="438912"/>
          </a:xfrm>
          <a:prstGeom prst="rect">
            <a:avLst/>
          </a:prstGeom>
        </p:spPr>
        <p:txBody>
          <a:bodyPr anchor="ctr" anchorCtr="0"/>
          <a:lstStyle>
            <a:lvl1pPr marL="0" indent="0">
              <a:buNone/>
              <a:defRPr b="1">
                <a:latin typeface="+mj-lt"/>
              </a:defRPr>
            </a:lvl1pPr>
          </a:lstStyle>
          <a:p>
            <a:pPr lvl="0"/>
            <a:r>
              <a:rPr lang="en-US"/>
              <a:t>Subtitle</a:t>
            </a:r>
          </a:p>
        </p:txBody>
      </p:sp>
      <p:sp>
        <p:nvSpPr>
          <p:cNvPr id="6" name="Picture Placeholder 2">
            <a:extLst>
              <a:ext uri="{FF2B5EF4-FFF2-40B4-BE49-F238E27FC236}">
                <a16:creationId xmlns:a16="http://schemas.microsoft.com/office/drawing/2014/main" id="{C68740CE-3236-4C36-9586-1D65D0F7DC98}"/>
              </a:ext>
            </a:extLst>
          </p:cNvPr>
          <p:cNvSpPr>
            <a:spLocks noGrp="1" noChangeAspect="1"/>
          </p:cNvSpPr>
          <p:nvPr>
            <p:ph type="pic" idx="1"/>
          </p:nvPr>
        </p:nvSpPr>
        <p:spPr>
          <a:xfrm>
            <a:off x="1" y="-8037"/>
            <a:ext cx="6032311" cy="6866037"/>
          </a:xfrm>
          <a:prstGeom prst="rect">
            <a:avLst/>
          </a:prstGeom>
          <a:solidFill>
            <a:schemeClr val="bg1">
              <a:lumMod val="95000"/>
            </a:schemeClr>
          </a:solidFill>
        </p:spPr>
        <p:txBody>
          <a:bodyPr anchor="t"/>
          <a:lstStyle>
            <a:lvl1pPr marL="0" indent="0">
              <a:buNone/>
              <a:defRPr sz="2400">
                <a:latin typeface="Source Sans Pro" panose="020B0503030403020204" pitchFamily="34" charset="0"/>
              </a:defRPr>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r>
              <a:rPr lang="en-US"/>
              <a:t>Click icon to add picture</a:t>
            </a:r>
          </a:p>
        </p:txBody>
      </p:sp>
    </p:spTree>
    <p:extLst>
      <p:ext uri="{BB962C8B-B14F-4D97-AF65-F5344CB8AC3E}">
        <p14:creationId xmlns:p14="http://schemas.microsoft.com/office/powerpoint/2010/main" val="3705864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Slides 4">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C68740CE-3236-4C36-9586-1D65D0F7DC98}"/>
              </a:ext>
            </a:extLst>
          </p:cNvPr>
          <p:cNvSpPr>
            <a:spLocks noGrp="1" noChangeAspect="1"/>
          </p:cNvSpPr>
          <p:nvPr>
            <p:ph type="pic" idx="1"/>
          </p:nvPr>
        </p:nvSpPr>
        <p:spPr>
          <a:xfrm>
            <a:off x="6159690" y="-8037"/>
            <a:ext cx="6032311" cy="6866037"/>
          </a:xfrm>
          <a:prstGeom prst="rect">
            <a:avLst/>
          </a:prstGeom>
          <a:solidFill>
            <a:schemeClr val="bg1">
              <a:lumMod val="95000"/>
            </a:schemeClr>
          </a:solidFill>
        </p:spPr>
        <p:txBody>
          <a:bodyPr anchor="t"/>
          <a:lstStyle>
            <a:lvl1pPr marL="0" indent="0">
              <a:buNone/>
              <a:defRPr sz="2400">
                <a:latin typeface="Source Sans Pro" panose="020B0503030403020204" pitchFamily="34" charset="0"/>
              </a:defRPr>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r>
              <a:rPr lang="en-US"/>
              <a:t>Click icon to add picture</a:t>
            </a:r>
          </a:p>
        </p:txBody>
      </p:sp>
      <p:sp>
        <p:nvSpPr>
          <p:cNvPr id="3" name="Title Placeholder 3">
            <a:extLst>
              <a:ext uri="{FF2B5EF4-FFF2-40B4-BE49-F238E27FC236}">
                <a16:creationId xmlns:a16="http://schemas.microsoft.com/office/drawing/2014/main" id="{D1A3D0C8-4AC9-4DAC-A7DA-B49FE7CB9580}"/>
              </a:ext>
            </a:extLst>
          </p:cNvPr>
          <p:cNvSpPr>
            <a:spLocks noGrp="1"/>
          </p:cNvSpPr>
          <p:nvPr>
            <p:ph type="title"/>
          </p:nvPr>
        </p:nvSpPr>
        <p:spPr>
          <a:xfrm>
            <a:off x="353393" y="841248"/>
            <a:ext cx="5248656" cy="1325880"/>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4" name="Text Placeholder 34">
            <a:extLst>
              <a:ext uri="{FF2B5EF4-FFF2-40B4-BE49-F238E27FC236}">
                <a16:creationId xmlns:a16="http://schemas.microsoft.com/office/drawing/2014/main" id="{4CC98E46-63F0-4094-B38F-603F780615D4}"/>
              </a:ext>
            </a:extLst>
          </p:cNvPr>
          <p:cNvSpPr>
            <a:spLocks noGrp="1"/>
          </p:cNvSpPr>
          <p:nvPr>
            <p:ph type="body" sz="quarter" idx="10"/>
          </p:nvPr>
        </p:nvSpPr>
        <p:spPr>
          <a:xfrm>
            <a:off x="353393" y="2971800"/>
            <a:ext cx="5257800" cy="331012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7CDCDE98-3AD8-4483-8223-D4D12269D622}"/>
              </a:ext>
            </a:extLst>
          </p:cNvPr>
          <p:cNvSpPr>
            <a:spLocks noGrp="1"/>
          </p:cNvSpPr>
          <p:nvPr>
            <p:ph type="body" sz="quarter" idx="11" hasCustomPrompt="1"/>
          </p:nvPr>
        </p:nvSpPr>
        <p:spPr>
          <a:xfrm>
            <a:off x="353393" y="2185416"/>
            <a:ext cx="5248656"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357019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21208" y="566928"/>
            <a:ext cx="7251192"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97" y="0"/>
            <a:ext cx="12193399"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21208" y="1847088"/>
            <a:ext cx="10991088" cy="4343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21208" y="1316736"/>
            <a:ext cx="7251192"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10854567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White Slides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0CD2-1D57-45C0-A094-C5A3F98EB2A9}"/>
              </a:ext>
            </a:extLst>
          </p:cNvPr>
          <p:cNvSpPr>
            <a:spLocks noGrp="1"/>
          </p:cNvSpPr>
          <p:nvPr>
            <p:ph type="title"/>
          </p:nvPr>
        </p:nvSpPr>
        <p:spPr>
          <a:xfrm>
            <a:off x="548640" y="173736"/>
            <a:ext cx="7251192" cy="731520"/>
          </a:xfrm>
          <a:prstGeom prst="rect">
            <a:avLst/>
          </a:prstGeom>
        </p:spPr>
        <p:txBody>
          <a:bodyPr/>
          <a:lstStyle/>
          <a:p>
            <a:r>
              <a:rPr lang="en-US"/>
              <a:t>Click to edit Master title style</a:t>
            </a:r>
          </a:p>
        </p:txBody>
      </p:sp>
      <p:sp>
        <p:nvSpPr>
          <p:cNvPr id="3" name="Rectangle 2">
            <a:extLst>
              <a:ext uri="{FF2B5EF4-FFF2-40B4-BE49-F238E27FC236}">
                <a16:creationId xmlns:a16="http://schemas.microsoft.com/office/drawing/2014/main" id="{E881A353-92E1-440F-97F2-343D125697AF}"/>
              </a:ext>
            </a:extLst>
          </p:cNvPr>
          <p:cNvSpPr/>
          <p:nvPr userDrawn="1"/>
        </p:nvSpPr>
        <p:spPr>
          <a:xfrm>
            <a:off x="0" y="5079244"/>
            <a:ext cx="12192000" cy="11064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Rectangle 3">
            <a:extLst>
              <a:ext uri="{FF2B5EF4-FFF2-40B4-BE49-F238E27FC236}">
                <a16:creationId xmlns:a16="http://schemas.microsoft.com/office/drawing/2014/main" id="{060390A7-C216-4DC5-B2A5-C7ADCA8CA766}"/>
              </a:ext>
            </a:extLst>
          </p:cNvPr>
          <p:cNvSpPr/>
          <p:nvPr userDrawn="1"/>
        </p:nvSpPr>
        <p:spPr>
          <a:xfrm>
            <a:off x="0" y="1057061"/>
            <a:ext cx="12192000" cy="10783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solidFill>
                <a:srgbClr val="77BE41"/>
              </a:solidFill>
            </a:endParaRPr>
          </a:p>
        </p:txBody>
      </p:sp>
      <p:sp>
        <p:nvSpPr>
          <p:cNvPr id="5" name="Rectangle 4">
            <a:extLst>
              <a:ext uri="{FF2B5EF4-FFF2-40B4-BE49-F238E27FC236}">
                <a16:creationId xmlns:a16="http://schemas.microsoft.com/office/drawing/2014/main" id="{65514689-2AD1-42EF-AA42-28F39868DAC3}"/>
              </a:ext>
            </a:extLst>
          </p:cNvPr>
          <p:cNvSpPr/>
          <p:nvPr userDrawn="1"/>
        </p:nvSpPr>
        <p:spPr>
          <a:xfrm>
            <a:off x="-1" y="2074094"/>
            <a:ext cx="12192000" cy="10658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extLst>
              <a:ext uri="{FF2B5EF4-FFF2-40B4-BE49-F238E27FC236}">
                <a16:creationId xmlns:a16="http://schemas.microsoft.com/office/drawing/2014/main" id="{A06D4544-05E9-4A9C-8123-8642E4A1483B}"/>
              </a:ext>
            </a:extLst>
          </p:cNvPr>
          <p:cNvSpPr/>
          <p:nvPr userDrawn="1"/>
        </p:nvSpPr>
        <p:spPr>
          <a:xfrm>
            <a:off x="0" y="3069153"/>
            <a:ext cx="12192000" cy="10683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extLst>
              <a:ext uri="{FF2B5EF4-FFF2-40B4-BE49-F238E27FC236}">
                <a16:creationId xmlns:a16="http://schemas.microsoft.com/office/drawing/2014/main" id="{A59E22B6-F9AB-44E2-9452-350C54AF8E20}"/>
              </a:ext>
            </a:extLst>
          </p:cNvPr>
          <p:cNvSpPr/>
          <p:nvPr userDrawn="1"/>
        </p:nvSpPr>
        <p:spPr>
          <a:xfrm>
            <a:off x="0" y="4074198"/>
            <a:ext cx="12192000" cy="10579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Text Placeholder 4">
            <a:extLst>
              <a:ext uri="{FF2B5EF4-FFF2-40B4-BE49-F238E27FC236}">
                <a16:creationId xmlns:a16="http://schemas.microsoft.com/office/drawing/2014/main" id="{779EA82D-E6E2-46F8-8ADC-CF78FD756C66}"/>
              </a:ext>
            </a:extLst>
          </p:cNvPr>
          <p:cNvSpPr>
            <a:spLocks noGrp="1"/>
          </p:cNvSpPr>
          <p:nvPr>
            <p:ph type="body" sz="quarter" idx="10" hasCustomPrompt="1"/>
          </p:nvPr>
        </p:nvSpPr>
        <p:spPr>
          <a:xfrm>
            <a:off x="411481" y="1243788"/>
            <a:ext cx="2281281"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9" name="Text Placeholder 7">
            <a:extLst>
              <a:ext uri="{FF2B5EF4-FFF2-40B4-BE49-F238E27FC236}">
                <a16:creationId xmlns:a16="http://schemas.microsoft.com/office/drawing/2014/main" id="{BEC717CF-C314-4228-B60F-D2C90DE24496}"/>
              </a:ext>
            </a:extLst>
          </p:cNvPr>
          <p:cNvSpPr>
            <a:spLocks noGrp="1"/>
          </p:cNvSpPr>
          <p:nvPr>
            <p:ph type="body" sz="quarter" idx="11"/>
          </p:nvPr>
        </p:nvSpPr>
        <p:spPr>
          <a:xfrm>
            <a:off x="2784201" y="1360469"/>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
        <p:nvSpPr>
          <p:cNvPr id="10" name="Text Placeholder 4">
            <a:extLst>
              <a:ext uri="{FF2B5EF4-FFF2-40B4-BE49-F238E27FC236}">
                <a16:creationId xmlns:a16="http://schemas.microsoft.com/office/drawing/2014/main" id="{94F42EC0-1F53-41B0-96A8-93D4E1424D3B}"/>
              </a:ext>
            </a:extLst>
          </p:cNvPr>
          <p:cNvSpPr>
            <a:spLocks noGrp="1"/>
          </p:cNvSpPr>
          <p:nvPr>
            <p:ph type="body" sz="quarter" idx="12" hasCustomPrompt="1"/>
          </p:nvPr>
        </p:nvSpPr>
        <p:spPr>
          <a:xfrm>
            <a:off x="111940" y="2263324"/>
            <a:ext cx="2560320"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11" name="Text Placeholder 7">
            <a:extLst>
              <a:ext uri="{FF2B5EF4-FFF2-40B4-BE49-F238E27FC236}">
                <a16:creationId xmlns:a16="http://schemas.microsoft.com/office/drawing/2014/main" id="{E876746D-6DAB-48D4-A01A-712D87F1D239}"/>
              </a:ext>
            </a:extLst>
          </p:cNvPr>
          <p:cNvSpPr>
            <a:spLocks noGrp="1"/>
          </p:cNvSpPr>
          <p:nvPr>
            <p:ph type="body" sz="quarter" idx="13"/>
          </p:nvPr>
        </p:nvSpPr>
        <p:spPr>
          <a:xfrm>
            <a:off x="2784201" y="2371287"/>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
        <p:nvSpPr>
          <p:cNvPr id="12" name="Text Placeholder 4">
            <a:extLst>
              <a:ext uri="{FF2B5EF4-FFF2-40B4-BE49-F238E27FC236}">
                <a16:creationId xmlns:a16="http://schemas.microsoft.com/office/drawing/2014/main" id="{34389F7A-3663-4221-85EB-AA165F985654}"/>
              </a:ext>
            </a:extLst>
          </p:cNvPr>
          <p:cNvSpPr>
            <a:spLocks noGrp="1"/>
          </p:cNvSpPr>
          <p:nvPr>
            <p:ph type="body" sz="quarter" idx="14" hasCustomPrompt="1"/>
          </p:nvPr>
        </p:nvSpPr>
        <p:spPr>
          <a:xfrm>
            <a:off x="411481" y="5280031"/>
            <a:ext cx="2281281"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13" name="Text Placeholder 7">
            <a:extLst>
              <a:ext uri="{FF2B5EF4-FFF2-40B4-BE49-F238E27FC236}">
                <a16:creationId xmlns:a16="http://schemas.microsoft.com/office/drawing/2014/main" id="{1A2CD2F8-84A2-461E-8C70-0EF7133E19D3}"/>
              </a:ext>
            </a:extLst>
          </p:cNvPr>
          <p:cNvSpPr>
            <a:spLocks noGrp="1"/>
          </p:cNvSpPr>
          <p:nvPr>
            <p:ph type="body" sz="quarter" idx="15"/>
          </p:nvPr>
        </p:nvSpPr>
        <p:spPr>
          <a:xfrm>
            <a:off x="2784201" y="5396712"/>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
        <p:nvSpPr>
          <p:cNvPr id="14" name="Text Placeholder 4">
            <a:extLst>
              <a:ext uri="{FF2B5EF4-FFF2-40B4-BE49-F238E27FC236}">
                <a16:creationId xmlns:a16="http://schemas.microsoft.com/office/drawing/2014/main" id="{8FFF6539-74A8-4699-8CBE-F7A118C1066C}"/>
              </a:ext>
            </a:extLst>
          </p:cNvPr>
          <p:cNvSpPr>
            <a:spLocks noGrp="1"/>
          </p:cNvSpPr>
          <p:nvPr>
            <p:ph type="body" sz="quarter" idx="16" hasCustomPrompt="1"/>
          </p:nvPr>
        </p:nvSpPr>
        <p:spPr>
          <a:xfrm>
            <a:off x="411481" y="3250877"/>
            <a:ext cx="2281281"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15" name="Text Placeholder 7">
            <a:extLst>
              <a:ext uri="{FF2B5EF4-FFF2-40B4-BE49-F238E27FC236}">
                <a16:creationId xmlns:a16="http://schemas.microsoft.com/office/drawing/2014/main" id="{EEA8F3EE-F0E6-4BD2-BC86-0297E45C5CD6}"/>
              </a:ext>
            </a:extLst>
          </p:cNvPr>
          <p:cNvSpPr>
            <a:spLocks noGrp="1"/>
          </p:cNvSpPr>
          <p:nvPr>
            <p:ph type="body" sz="quarter" idx="17"/>
          </p:nvPr>
        </p:nvSpPr>
        <p:spPr>
          <a:xfrm>
            <a:off x="2784201" y="3367559"/>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
        <p:nvSpPr>
          <p:cNvPr id="16" name="Text Placeholder 4">
            <a:extLst>
              <a:ext uri="{FF2B5EF4-FFF2-40B4-BE49-F238E27FC236}">
                <a16:creationId xmlns:a16="http://schemas.microsoft.com/office/drawing/2014/main" id="{5304752A-AC08-4384-8021-53DBDE85FE78}"/>
              </a:ext>
            </a:extLst>
          </p:cNvPr>
          <p:cNvSpPr>
            <a:spLocks noGrp="1"/>
          </p:cNvSpPr>
          <p:nvPr>
            <p:ph type="body" sz="quarter" idx="18" hasCustomPrompt="1"/>
          </p:nvPr>
        </p:nvSpPr>
        <p:spPr>
          <a:xfrm>
            <a:off x="411481" y="4250757"/>
            <a:ext cx="2281281"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17" name="Text Placeholder 7">
            <a:extLst>
              <a:ext uri="{FF2B5EF4-FFF2-40B4-BE49-F238E27FC236}">
                <a16:creationId xmlns:a16="http://schemas.microsoft.com/office/drawing/2014/main" id="{35A7BC60-2FAB-4142-8535-E1D51E962FDC}"/>
              </a:ext>
            </a:extLst>
          </p:cNvPr>
          <p:cNvSpPr>
            <a:spLocks noGrp="1"/>
          </p:cNvSpPr>
          <p:nvPr>
            <p:ph type="body" sz="quarter" idx="19"/>
          </p:nvPr>
        </p:nvSpPr>
        <p:spPr>
          <a:xfrm>
            <a:off x="2784201" y="4367439"/>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Tree>
    <p:extLst>
      <p:ext uri="{BB962C8B-B14F-4D97-AF65-F5344CB8AC3E}">
        <p14:creationId xmlns:p14="http://schemas.microsoft.com/office/powerpoint/2010/main" val="19187884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White Slides 7">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F7D3097-8CF2-4537-9E16-EBEF040E92B2}"/>
              </a:ext>
            </a:extLst>
          </p:cNvPr>
          <p:cNvSpPr>
            <a:spLocks noGrp="1"/>
          </p:cNvSpPr>
          <p:nvPr>
            <p:ph type="title"/>
          </p:nvPr>
        </p:nvSpPr>
        <p:spPr>
          <a:xfrm>
            <a:off x="841248" y="576072"/>
            <a:ext cx="8001000" cy="630936"/>
          </a:xfrm>
          <a:prstGeom prst="rect">
            <a:avLst/>
          </a:prstGeom>
        </p:spPr>
        <p:txBody>
          <a:bodyPr/>
          <a:lstStyle/>
          <a:p>
            <a:r>
              <a:rPr lang="en-US"/>
              <a:t>Click to edit Master title style</a:t>
            </a:r>
          </a:p>
        </p:txBody>
      </p:sp>
      <p:sp>
        <p:nvSpPr>
          <p:cNvPr id="8" name="Text Placeholder 34">
            <a:extLst>
              <a:ext uri="{FF2B5EF4-FFF2-40B4-BE49-F238E27FC236}">
                <a16:creationId xmlns:a16="http://schemas.microsoft.com/office/drawing/2014/main" id="{CA371847-2237-45CE-96F6-DDE6518D37ED}"/>
              </a:ext>
            </a:extLst>
          </p:cNvPr>
          <p:cNvSpPr>
            <a:spLocks noGrp="1"/>
          </p:cNvSpPr>
          <p:nvPr>
            <p:ph type="body" sz="quarter" idx="10"/>
          </p:nvPr>
        </p:nvSpPr>
        <p:spPr>
          <a:xfrm>
            <a:off x="841248" y="2048256"/>
            <a:ext cx="5020056" cy="408736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36">
            <a:extLst>
              <a:ext uri="{FF2B5EF4-FFF2-40B4-BE49-F238E27FC236}">
                <a16:creationId xmlns:a16="http://schemas.microsoft.com/office/drawing/2014/main" id="{00503742-F24A-436D-82FE-D388CEB30692}"/>
              </a:ext>
            </a:extLst>
          </p:cNvPr>
          <p:cNvSpPr>
            <a:spLocks noGrp="1"/>
          </p:cNvSpPr>
          <p:nvPr>
            <p:ph type="body" sz="quarter" idx="11" hasCustomPrompt="1"/>
          </p:nvPr>
        </p:nvSpPr>
        <p:spPr>
          <a:xfrm>
            <a:off x="841248"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sp>
        <p:nvSpPr>
          <p:cNvPr id="10" name="Text Placeholder 34">
            <a:extLst>
              <a:ext uri="{FF2B5EF4-FFF2-40B4-BE49-F238E27FC236}">
                <a16:creationId xmlns:a16="http://schemas.microsoft.com/office/drawing/2014/main" id="{5159EA3F-652E-4226-B89E-DA00DD2F5628}"/>
              </a:ext>
            </a:extLst>
          </p:cNvPr>
          <p:cNvSpPr>
            <a:spLocks noGrp="1"/>
          </p:cNvSpPr>
          <p:nvPr>
            <p:ph type="body" sz="quarter" idx="12"/>
          </p:nvPr>
        </p:nvSpPr>
        <p:spPr>
          <a:xfrm>
            <a:off x="6336792" y="2048256"/>
            <a:ext cx="5020056" cy="408736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2174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hite Slides 8">
    <p:bg>
      <p:bgPr>
        <a:solidFill>
          <a:schemeClr val="accent4"/>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8FCA9EB-A897-4D37-A8EE-A26C0DFCC7F0}"/>
              </a:ext>
            </a:extLst>
          </p:cNvPr>
          <p:cNvGrpSpPr/>
          <p:nvPr userDrawn="1"/>
        </p:nvGrpSpPr>
        <p:grpSpPr>
          <a:xfrm>
            <a:off x="4625789" y="349399"/>
            <a:ext cx="6456239" cy="6251840"/>
            <a:chOff x="4625788" y="349399"/>
            <a:chExt cx="6456238" cy="6251840"/>
          </a:xfrm>
          <a:solidFill>
            <a:srgbClr val="D4D4D4">
              <a:alpha val="80000"/>
            </a:srgbClr>
          </a:solidFill>
        </p:grpSpPr>
        <p:grpSp>
          <p:nvGrpSpPr>
            <p:cNvPr id="18" name="Group 17">
              <a:extLst>
                <a:ext uri="{FF2B5EF4-FFF2-40B4-BE49-F238E27FC236}">
                  <a16:creationId xmlns:a16="http://schemas.microsoft.com/office/drawing/2014/main" id="{64B4454F-BD30-425C-A888-2239CBA5CB24}"/>
                </a:ext>
              </a:extLst>
            </p:cNvPr>
            <p:cNvGrpSpPr/>
            <p:nvPr userDrawn="1"/>
          </p:nvGrpSpPr>
          <p:grpSpPr>
            <a:xfrm>
              <a:off x="4625788" y="349399"/>
              <a:ext cx="6456238" cy="2310653"/>
              <a:chOff x="4625788" y="349399"/>
              <a:chExt cx="6456238" cy="2310653"/>
            </a:xfrm>
            <a:grpFill/>
          </p:grpSpPr>
          <p:sp>
            <p:nvSpPr>
              <p:cNvPr id="22" name="Freeform: Shape 21">
                <a:extLst>
                  <a:ext uri="{FF2B5EF4-FFF2-40B4-BE49-F238E27FC236}">
                    <a16:creationId xmlns:a16="http://schemas.microsoft.com/office/drawing/2014/main" id="{9048D260-0948-4169-866C-B24048C248C9}"/>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3" name="Freeform: Shape 22">
                <a:extLst>
                  <a:ext uri="{FF2B5EF4-FFF2-40B4-BE49-F238E27FC236}">
                    <a16:creationId xmlns:a16="http://schemas.microsoft.com/office/drawing/2014/main" id="{39D3D403-78AC-4503-828E-5D5FB3522131}"/>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19" name="Group 18">
              <a:extLst>
                <a:ext uri="{FF2B5EF4-FFF2-40B4-BE49-F238E27FC236}">
                  <a16:creationId xmlns:a16="http://schemas.microsoft.com/office/drawing/2014/main" id="{EF44B63C-96EC-4E70-8187-062599DFB509}"/>
                </a:ext>
              </a:extLst>
            </p:cNvPr>
            <p:cNvGrpSpPr/>
            <p:nvPr userDrawn="1"/>
          </p:nvGrpSpPr>
          <p:grpSpPr>
            <a:xfrm flipV="1">
              <a:off x="4625788" y="4290586"/>
              <a:ext cx="6456238" cy="2310653"/>
              <a:chOff x="4625788" y="349399"/>
              <a:chExt cx="6456238" cy="2310653"/>
            </a:xfrm>
            <a:grpFill/>
          </p:grpSpPr>
          <p:sp>
            <p:nvSpPr>
              <p:cNvPr id="20" name="Freeform: Shape 19">
                <a:extLst>
                  <a:ext uri="{FF2B5EF4-FFF2-40B4-BE49-F238E27FC236}">
                    <a16:creationId xmlns:a16="http://schemas.microsoft.com/office/drawing/2014/main" id="{48E06767-90AA-405F-98FF-3E07C6D5B098}"/>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1" name="Freeform: Shape 20">
                <a:extLst>
                  <a:ext uri="{FF2B5EF4-FFF2-40B4-BE49-F238E27FC236}">
                    <a16:creationId xmlns:a16="http://schemas.microsoft.com/office/drawing/2014/main" id="{29DD4136-1C82-4891-AE2E-26729D1FDF1A}"/>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sp>
        <p:nvSpPr>
          <p:cNvPr id="4" name="Text Placeholder 5">
            <a:extLst>
              <a:ext uri="{FF2B5EF4-FFF2-40B4-BE49-F238E27FC236}">
                <a16:creationId xmlns:a16="http://schemas.microsoft.com/office/drawing/2014/main" id="{7FEBA5A3-EF56-492E-809E-B2C6A8D25552}"/>
              </a:ext>
            </a:extLst>
          </p:cNvPr>
          <p:cNvSpPr>
            <a:spLocks noGrp="1"/>
          </p:cNvSpPr>
          <p:nvPr>
            <p:ph type="body" sz="quarter" idx="11" hasCustomPrompt="1"/>
          </p:nvPr>
        </p:nvSpPr>
        <p:spPr>
          <a:xfrm>
            <a:off x="701041" y="2920187"/>
            <a:ext cx="7090513" cy="938212"/>
          </a:xfrm>
          <a:prstGeom prst="rect">
            <a:avLst/>
          </a:prstGeom>
        </p:spPr>
        <p:txBody>
          <a:bodyPr anchor="ctr"/>
          <a:lstStyle>
            <a:lvl1pPr marL="0" indent="0">
              <a:buNone/>
              <a:defRPr sz="4800" b="1">
                <a:solidFill>
                  <a:schemeClr val="tx2"/>
                </a:solidFill>
                <a:latin typeface="+mj-lt"/>
              </a:defRPr>
            </a:lvl1pPr>
            <a:lvl2pPr marL="457189" indent="0">
              <a:buNone/>
              <a:defRPr/>
            </a:lvl2pPr>
          </a:lstStyle>
          <a:p>
            <a:pPr lvl="0"/>
            <a:r>
              <a:rPr lang="en-US"/>
              <a:t>Click here to insert title</a:t>
            </a:r>
          </a:p>
        </p:txBody>
      </p:sp>
      <p:sp>
        <p:nvSpPr>
          <p:cNvPr id="5" name="Text Placeholder 5">
            <a:extLst>
              <a:ext uri="{FF2B5EF4-FFF2-40B4-BE49-F238E27FC236}">
                <a16:creationId xmlns:a16="http://schemas.microsoft.com/office/drawing/2014/main" id="{DB832178-45BC-43E3-A0D8-8B3756EA215A}"/>
              </a:ext>
            </a:extLst>
          </p:cNvPr>
          <p:cNvSpPr>
            <a:spLocks noGrp="1"/>
          </p:cNvSpPr>
          <p:nvPr>
            <p:ph type="body" sz="quarter" idx="12" hasCustomPrompt="1"/>
          </p:nvPr>
        </p:nvSpPr>
        <p:spPr>
          <a:xfrm>
            <a:off x="701040" y="1356267"/>
            <a:ext cx="3349085" cy="938212"/>
          </a:xfrm>
          <a:prstGeom prst="rect">
            <a:avLst/>
          </a:prstGeom>
        </p:spPr>
        <p:txBody>
          <a:bodyPr anchor="ctr"/>
          <a:lstStyle>
            <a:lvl1pPr marL="0" indent="0">
              <a:buNone/>
              <a:defRPr sz="1800" b="1">
                <a:solidFill>
                  <a:schemeClr val="tx2"/>
                </a:solidFill>
                <a:latin typeface="+mj-lt"/>
              </a:defRPr>
            </a:lvl1pPr>
            <a:lvl2pPr marL="457189" indent="0">
              <a:buNone/>
              <a:defRPr/>
            </a:lvl2pPr>
          </a:lstStyle>
          <a:p>
            <a:pPr lvl="0"/>
            <a:r>
              <a:rPr lang="en-US"/>
              <a:t>Click here to insert text.</a:t>
            </a:r>
          </a:p>
        </p:txBody>
      </p:sp>
      <p:sp>
        <p:nvSpPr>
          <p:cNvPr id="6" name="TextBox 5">
            <a:extLst>
              <a:ext uri="{FF2B5EF4-FFF2-40B4-BE49-F238E27FC236}">
                <a16:creationId xmlns:a16="http://schemas.microsoft.com/office/drawing/2014/main" id="{F954EDE0-C4B3-41C7-81CE-1E0224E4316A}"/>
              </a:ext>
            </a:extLst>
          </p:cNvPr>
          <p:cNvSpPr txBox="1"/>
          <p:nvPr userDrawn="1"/>
        </p:nvSpPr>
        <p:spPr>
          <a:xfrm>
            <a:off x="1066248" y="4967224"/>
            <a:ext cx="1834371" cy="307777"/>
          </a:xfrm>
          <a:prstGeom prst="rect">
            <a:avLst/>
          </a:prstGeom>
          <a:noFill/>
        </p:spPr>
        <p:txBody>
          <a:bodyPr wrap="square" rtlCol="0">
            <a:spAutoFit/>
          </a:bodyPr>
          <a:lstStyle/>
          <a:p>
            <a:r>
              <a:rPr lang="en-US" sz="1400" b="0" i="0">
                <a:solidFill>
                  <a:srgbClr val="44546A"/>
                </a:solidFill>
                <a:latin typeface="+mn-lt"/>
                <a:ea typeface="Source Sans Pro" panose="020B0503030403020204" pitchFamily="34" charset="0"/>
              </a:rPr>
              <a:t>NordicGlobal.com</a:t>
            </a:r>
          </a:p>
        </p:txBody>
      </p:sp>
      <p:grpSp>
        <p:nvGrpSpPr>
          <p:cNvPr id="7" name="Group 6">
            <a:extLst>
              <a:ext uri="{FF2B5EF4-FFF2-40B4-BE49-F238E27FC236}">
                <a16:creationId xmlns:a16="http://schemas.microsoft.com/office/drawing/2014/main" id="{91D46141-17D9-4195-B357-B7D1CD6480C1}"/>
              </a:ext>
            </a:extLst>
          </p:cNvPr>
          <p:cNvGrpSpPr/>
          <p:nvPr userDrawn="1"/>
        </p:nvGrpSpPr>
        <p:grpSpPr>
          <a:xfrm>
            <a:off x="743622" y="4951475"/>
            <a:ext cx="339276" cy="339276"/>
            <a:chOff x="500723" y="3567407"/>
            <a:chExt cx="995217" cy="995217"/>
          </a:xfrm>
        </p:grpSpPr>
        <p:sp>
          <p:nvSpPr>
            <p:cNvPr id="8" name="Oval 7">
              <a:extLst>
                <a:ext uri="{FF2B5EF4-FFF2-40B4-BE49-F238E27FC236}">
                  <a16:creationId xmlns:a16="http://schemas.microsoft.com/office/drawing/2014/main" id="{D0DA2B35-CB1D-480B-8704-B0AD7A8AD965}"/>
                </a:ext>
              </a:extLst>
            </p:cNvPr>
            <p:cNvSpPr/>
            <p:nvPr/>
          </p:nvSpPr>
          <p:spPr>
            <a:xfrm>
              <a:off x="500723" y="3567407"/>
              <a:ext cx="995217" cy="995217"/>
            </a:xfrm>
            <a:prstGeom prst="ellipse">
              <a:avLst/>
            </a:prstGeom>
            <a:solidFill>
              <a:srgbClr val="77BE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9" name="Picture 8" descr="Icon&#10;&#10;Description automatically generated">
              <a:extLst>
                <a:ext uri="{FF2B5EF4-FFF2-40B4-BE49-F238E27FC236}">
                  <a16:creationId xmlns:a16="http://schemas.microsoft.com/office/drawing/2014/main" id="{86E273A4-8C68-4C48-BF4E-DB765BC7672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7557" y="3717134"/>
              <a:ext cx="758849" cy="758849"/>
            </a:xfrm>
            <a:prstGeom prst="rect">
              <a:avLst/>
            </a:prstGeom>
          </p:spPr>
        </p:pic>
      </p:grpSp>
      <p:sp>
        <p:nvSpPr>
          <p:cNvPr id="10" name="TextBox 9">
            <a:extLst>
              <a:ext uri="{FF2B5EF4-FFF2-40B4-BE49-F238E27FC236}">
                <a16:creationId xmlns:a16="http://schemas.microsoft.com/office/drawing/2014/main" id="{81FAC731-8248-4C52-ABB5-CFDF96EB14F8}"/>
              </a:ext>
            </a:extLst>
          </p:cNvPr>
          <p:cNvSpPr txBox="1"/>
          <p:nvPr userDrawn="1"/>
        </p:nvSpPr>
        <p:spPr>
          <a:xfrm>
            <a:off x="1058358" y="5421949"/>
            <a:ext cx="2178573" cy="307777"/>
          </a:xfrm>
          <a:prstGeom prst="rect">
            <a:avLst/>
          </a:prstGeom>
          <a:noFill/>
        </p:spPr>
        <p:txBody>
          <a:bodyPr wrap="square" rtlCol="0">
            <a:spAutoFit/>
          </a:bodyPr>
          <a:lstStyle/>
          <a:p>
            <a:pPr marL="0" algn="l" defTabSz="914377" rtl="0" eaLnBrk="1" latinLnBrk="0" hangingPunct="1"/>
            <a:r>
              <a:rPr lang="en-US" sz="1400" b="0" i="0" kern="1200">
                <a:solidFill>
                  <a:srgbClr val="44546A"/>
                </a:solidFill>
                <a:latin typeface="+mn-lt"/>
                <a:ea typeface="Source Sans Pro" panose="020B0503030403020204" pitchFamily="34" charset="0"/>
                <a:cs typeface="+mn-cs"/>
              </a:rPr>
              <a:t>@Nordic_Global</a:t>
            </a:r>
          </a:p>
        </p:txBody>
      </p:sp>
      <p:grpSp>
        <p:nvGrpSpPr>
          <p:cNvPr id="11" name="Group 10">
            <a:extLst>
              <a:ext uri="{FF2B5EF4-FFF2-40B4-BE49-F238E27FC236}">
                <a16:creationId xmlns:a16="http://schemas.microsoft.com/office/drawing/2014/main" id="{2253B595-11E1-437B-BD35-30463632B438}"/>
              </a:ext>
            </a:extLst>
          </p:cNvPr>
          <p:cNvGrpSpPr/>
          <p:nvPr userDrawn="1"/>
        </p:nvGrpSpPr>
        <p:grpSpPr>
          <a:xfrm>
            <a:off x="743622" y="5406199"/>
            <a:ext cx="339276" cy="339276"/>
            <a:chOff x="2626523" y="3567405"/>
            <a:chExt cx="995217" cy="995217"/>
          </a:xfrm>
        </p:grpSpPr>
        <p:sp>
          <p:nvSpPr>
            <p:cNvPr id="12" name="Oval 11">
              <a:extLst>
                <a:ext uri="{FF2B5EF4-FFF2-40B4-BE49-F238E27FC236}">
                  <a16:creationId xmlns:a16="http://schemas.microsoft.com/office/drawing/2014/main" id="{DFA8CE9B-FC05-435A-B6E9-66A2EB77EAF7}"/>
                </a:ext>
              </a:extLst>
            </p:cNvPr>
            <p:cNvSpPr/>
            <p:nvPr/>
          </p:nvSpPr>
          <p:spPr>
            <a:xfrm>
              <a:off x="2626523" y="3567405"/>
              <a:ext cx="995217" cy="995217"/>
            </a:xfrm>
            <a:prstGeom prst="ellipse">
              <a:avLst/>
            </a:prstGeom>
            <a:solidFill>
              <a:srgbClr val="77BE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13" name="Picture 12" descr="Logo&#10;&#10;Description automatically generated">
              <a:extLst>
                <a:ext uri="{FF2B5EF4-FFF2-40B4-BE49-F238E27FC236}">
                  <a16:creationId xmlns:a16="http://schemas.microsoft.com/office/drawing/2014/main" id="{C9869D62-AC57-4FC0-B7EA-08E8B1ECA73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744080" y="3646773"/>
              <a:ext cx="805675" cy="805675"/>
            </a:xfrm>
            <a:prstGeom prst="rect">
              <a:avLst/>
            </a:prstGeom>
          </p:spPr>
        </p:pic>
      </p:grpSp>
      <p:sp>
        <p:nvSpPr>
          <p:cNvPr id="14" name="TextBox 13">
            <a:extLst>
              <a:ext uri="{FF2B5EF4-FFF2-40B4-BE49-F238E27FC236}">
                <a16:creationId xmlns:a16="http://schemas.microsoft.com/office/drawing/2014/main" id="{BDD8C42F-036E-4388-9BBD-4CF072B8DC14}"/>
              </a:ext>
            </a:extLst>
          </p:cNvPr>
          <p:cNvSpPr txBox="1"/>
          <p:nvPr userDrawn="1"/>
        </p:nvSpPr>
        <p:spPr>
          <a:xfrm>
            <a:off x="1069152" y="5876673"/>
            <a:ext cx="2042315" cy="307777"/>
          </a:xfrm>
          <a:prstGeom prst="rect">
            <a:avLst/>
          </a:prstGeom>
          <a:noFill/>
        </p:spPr>
        <p:txBody>
          <a:bodyPr wrap="square" rtlCol="0">
            <a:spAutoFit/>
          </a:bodyPr>
          <a:lstStyle/>
          <a:p>
            <a:pPr marL="0" algn="l" defTabSz="914377" rtl="0" eaLnBrk="1" latinLnBrk="0" hangingPunct="1"/>
            <a:r>
              <a:rPr lang="en-US" sz="1400" b="0" i="0" kern="1200">
                <a:solidFill>
                  <a:srgbClr val="44546A"/>
                </a:solidFill>
                <a:latin typeface="+mn-lt"/>
                <a:ea typeface="Source Sans Pro" panose="020B0503030403020204" pitchFamily="34" charset="0"/>
                <a:cs typeface="+mn-cs"/>
              </a:rPr>
              <a:t>/NordicGlobal</a:t>
            </a:r>
          </a:p>
        </p:txBody>
      </p:sp>
      <p:sp>
        <p:nvSpPr>
          <p:cNvPr id="15" name="Oval 14">
            <a:extLst>
              <a:ext uri="{FF2B5EF4-FFF2-40B4-BE49-F238E27FC236}">
                <a16:creationId xmlns:a16="http://schemas.microsoft.com/office/drawing/2014/main" id="{2538CCD0-02E2-45C0-94AF-0468F03480AF}"/>
              </a:ext>
            </a:extLst>
          </p:cNvPr>
          <p:cNvSpPr/>
          <p:nvPr userDrawn="1"/>
        </p:nvSpPr>
        <p:spPr>
          <a:xfrm>
            <a:off x="743622" y="5860923"/>
            <a:ext cx="339276" cy="339276"/>
          </a:xfrm>
          <a:prstGeom prst="ellipse">
            <a:avLst/>
          </a:prstGeom>
          <a:solidFill>
            <a:srgbClr val="77BE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16" name="Picture 15" descr="Logo, icon&#10;&#10;Description automatically generated">
            <a:extLst>
              <a:ext uri="{FF2B5EF4-FFF2-40B4-BE49-F238E27FC236}">
                <a16:creationId xmlns:a16="http://schemas.microsoft.com/office/drawing/2014/main" id="{EC7D3739-C4D6-43DF-BAA0-B7B18B2C26A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26770" y="5936715"/>
            <a:ext cx="179003" cy="170904"/>
          </a:xfrm>
          <a:prstGeom prst="rect">
            <a:avLst/>
          </a:prstGeom>
        </p:spPr>
      </p:pic>
    </p:spTree>
    <p:extLst>
      <p:ext uri="{BB962C8B-B14F-4D97-AF65-F5344CB8AC3E}">
        <p14:creationId xmlns:p14="http://schemas.microsoft.com/office/powerpoint/2010/main" val="4525806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hite Geometric 4">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16FDB018-EB07-437A-AD43-F2DFB5A58DD6}"/>
              </a:ext>
            </a:extLst>
          </p:cNvPr>
          <p:cNvGrpSpPr/>
          <p:nvPr userDrawn="1"/>
        </p:nvGrpSpPr>
        <p:grpSpPr>
          <a:xfrm>
            <a:off x="9133839" y="1"/>
            <a:ext cx="3066227" cy="6858001"/>
            <a:chOff x="9133839" y="0"/>
            <a:chExt cx="3066226" cy="6858001"/>
          </a:xfrm>
        </p:grpSpPr>
        <p:sp>
          <p:nvSpPr>
            <p:cNvPr id="38" name="Rectangle 37">
              <a:extLst>
                <a:ext uri="{FF2B5EF4-FFF2-40B4-BE49-F238E27FC236}">
                  <a16:creationId xmlns:a16="http://schemas.microsoft.com/office/drawing/2014/main" id="{358CD73A-D1A7-43C8-A837-0CFC4086860D}"/>
                </a:ext>
              </a:extLst>
            </p:cNvPr>
            <p:cNvSpPr/>
            <p:nvPr userDrawn="1"/>
          </p:nvSpPr>
          <p:spPr>
            <a:xfrm>
              <a:off x="9133839" y="0"/>
              <a:ext cx="3058161" cy="6858001"/>
            </a:xfrm>
            <a:prstGeom prst="rect">
              <a:avLst/>
            </a:prstGeom>
            <a:solidFill>
              <a:srgbClr val="78BE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4" name="Oval 63">
              <a:extLst>
                <a:ext uri="{FF2B5EF4-FFF2-40B4-BE49-F238E27FC236}">
                  <a16:creationId xmlns:a16="http://schemas.microsoft.com/office/drawing/2014/main" id="{218C87B8-CAE7-4F62-8315-70C4F457339C}"/>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pic>
          <p:nvPicPr>
            <p:cNvPr id="65" name="Picture 64">
              <a:extLst>
                <a:ext uri="{FF2B5EF4-FFF2-40B4-BE49-F238E27FC236}">
                  <a16:creationId xmlns:a16="http://schemas.microsoft.com/office/drawing/2014/main" id="{2477B1A8-9FEC-4D77-90D3-555FC958C01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33286" y="6463061"/>
              <a:ext cx="1376886" cy="270106"/>
            </a:xfrm>
            <a:prstGeom prst="rect">
              <a:avLst/>
            </a:prstGeom>
          </p:spPr>
        </p:pic>
        <p:sp>
          <p:nvSpPr>
            <p:cNvPr id="66" name="Freeform: Shape 65">
              <a:extLst>
                <a:ext uri="{FF2B5EF4-FFF2-40B4-BE49-F238E27FC236}">
                  <a16:creationId xmlns:a16="http://schemas.microsoft.com/office/drawing/2014/main" id="{A4261BC3-76BE-4E3F-8F4F-D3F4A5E70CA9}"/>
                </a:ext>
              </a:extLst>
            </p:cNvPr>
            <p:cNvSpPr/>
            <p:nvPr userDrawn="1"/>
          </p:nvSpPr>
          <p:spPr>
            <a:xfrm>
              <a:off x="10874477" y="0"/>
              <a:ext cx="1325588" cy="2900516"/>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165100">
              <a:solidFill>
                <a:srgbClr val="AFD5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7" name="Freeform: Shape 66">
              <a:extLst>
                <a:ext uri="{FF2B5EF4-FFF2-40B4-BE49-F238E27FC236}">
                  <a16:creationId xmlns:a16="http://schemas.microsoft.com/office/drawing/2014/main" id="{BA4F5189-34CF-4805-B5CF-AF25D8CA0D1D}"/>
                </a:ext>
              </a:extLst>
            </p:cNvPr>
            <p:cNvSpPr/>
            <p:nvPr userDrawn="1"/>
          </p:nvSpPr>
          <p:spPr>
            <a:xfrm>
              <a:off x="10247339" y="0"/>
              <a:ext cx="1952725" cy="354944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165100">
              <a:solidFill>
                <a:srgbClr val="AFD5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8" name="Freeform: Shape 67">
              <a:extLst>
                <a:ext uri="{FF2B5EF4-FFF2-40B4-BE49-F238E27FC236}">
                  <a16:creationId xmlns:a16="http://schemas.microsoft.com/office/drawing/2014/main" id="{70202722-111D-40DF-BEDF-956FA02961AB}"/>
                </a:ext>
              </a:extLst>
            </p:cNvPr>
            <p:cNvSpPr/>
            <p:nvPr userDrawn="1"/>
          </p:nvSpPr>
          <p:spPr>
            <a:xfrm>
              <a:off x="9593494" y="0"/>
              <a:ext cx="2606571" cy="4261918"/>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165100">
              <a:solidFill>
                <a:srgbClr val="AFD5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cxnSp>
          <p:nvCxnSpPr>
            <p:cNvPr id="69" name="Straight Connector 68">
              <a:extLst>
                <a:ext uri="{FF2B5EF4-FFF2-40B4-BE49-F238E27FC236}">
                  <a16:creationId xmlns:a16="http://schemas.microsoft.com/office/drawing/2014/main" id="{3CC3CB25-3C7B-45A2-93E7-31FEE3F5D178}"/>
                </a:ext>
              </a:extLst>
            </p:cNvPr>
            <p:cNvCxnSpPr>
              <a:cxnSpLocks/>
            </p:cNvCxnSpPr>
            <p:nvPr userDrawn="1"/>
          </p:nvCxnSpPr>
          <p:spPr>
            <a:xfrm>
              <a:off x="9144237" y="5024284"/>
              <a:ext cx="3055828" cy="0"/>
            </a:xfrm>
            <a:prstGeom prst="line">
              <a:avLst/>
            </a:prstGeom>
            <a:noFill/>
            <a:ln w="165100">
              <a:solidFill>
                <a:srgbClr val="AFD58C"/>
              </a:solidFill>
            </a:ln>
          </p:spPr>
          <p:style>
            <a:lnRef idx="2">
              <a:schemeClr val="accent1">
                <a:shade val="50000"/>
              </a:schemeClr>
            </a:lnRef>
            <a:fillRef idx="1">
              <a:schemeClr val="accent1"/>
            </a:fillRef>
            <a:effectRef idx="0">
              <a:schemeClr val="accent1"/>
            </a:effectRef>
            <a:fontRef idx="minor">
              <a:schemeClr val="lt1"/>
            </a:fontRef>
          </p:style>
        </p:cxnSp>
        <p:sp>
          <p:nvSpPr>
            <p:cNvPr id="70" name="Freeform: Shape 69">
              <a:extLst>
                <a:ext uri="{FF2B5EF4-FFF2-40B4-BE49-F238E27FC236}">
                  <a16:creationId xmlns:a16="http://schemas.microsoft.com/office/drawing/2014/main" id="{5F3BA8BB-5494-43A3-AA5C-8FE74BC73162}"/>
                </a:ext>
              </a:extLst>
            </p:cNvPr>
            <p:cNvSpPr/>
            <p:nvPr userDrawn="1"/>
          </p:nvSpPr>
          <p:spPr>
            <a:xfrm>
              <a:off x="11400380" y="0"/>
              <a:ext cx="791620" cy="806246"/>
            </a:xfrm>
            <a:custGeom>
              <a:avLst/>
              <a:gdLst>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764950 w 764950"/>
                <a:gd name="connsiteY0" fmla="*/ 806246 h 806246"/>
                <a:gd name="connsiteX1" fmla="*/ 764950 w 764950"/>
                <a:gd name="connsiteY1" fmla="*/ 0 h 806246"/>
                <a:gd name="connsiteX2" fmla="*/ 0 w 764950"/>
                <a:gd name="connsiteY2" fmla="*/ 0 h 806246"/>
                <a:gd name="connsiteX3" fmla="*/ 764950 w 76495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Lst>
              <a:ahLst/>
              <a:cxnLst>
                <a:cxn ang="0">
                  <a:pos x="connsiteX0" y="connsiteY0"/>
                </a:cxn>
                <a:cxn ang="0">
                  <a:pos x="connsiteX1" y="connsiteY1"/>
                </a:cxn>
                <a:cxn ang="0">
                  <a:pos x="connsiteX2" y="connsiteY2"/>
                </a:cxn>
                <a:cxn ang="0">
                  <a:pos x="connsiteX3" y="connsiteY3"/>
                </a:cxn>
              </a:cxnLst>
              <a:rect l="l" t="t" r="r" b="b"/>
              <a:pathLst>
                <a:path w="791620" h="806246">
                  <a:moveTo>
                    <a:pt x="791620" y="806246"/>
                  </a:moveTo>
                  <a:lnTo>
                    <a:pt x="791620" y="0"/>
                  </a:lnTo>
                  <a:lnTo>
                    <a:pt x="0" y="0"/>
                  </a:lnTo>
                  <a:cubicBezTo>
                    <a:pt x="275303" y="327804"/>
                    <a:pt x="510602" y="564167"/>
                    <a:pt x="791620" y="806246"/>
                  </a:cubicBezTo>
                  <a:close/>
                </a:path>
              </a:pathLst>
            </a:custGeom>
            <a:solidFill>
              <a:srgbClr val="AFD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1" name="Freeform: Shape 70">
              <a:extLst>
                <a:ext uri="{FF2B5EF4-FFF2-40B4-BE49-F238E27FC236}">
                  <a16:creationId xmlns:a16="http://schemas.microsoft.com/office/drawing/2014/main" id="{04D27DAF-F03F-4242-9A9B-337D323AD409}"/>
                </a:ext>
              </a:extLst>
            </p:cNvPr>
            <p:cNvSpPr/>
            <p:nvPr userDrawn="1"/>
          </p:nvSpPr>
          <p:spPr>
            <a:xfrm rot="5400000">
              <a:off x="10106977" y="4772977"/>
              <a:ext cx="1156335" cy="3013710"/>
            </a:xfrm>
            <a:custGeom>
              <a:avLst/>
              <a:gdLst>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764950 w 764950"/>
                <a:gd name="connsiteY0" fmla="*/ 806246 h 806246"/>
                <a:gd name="connsiteX1" fmla="*/ 764950 w 764950"/>
                <a:gd name="connsiteY1" fmla="*/ 0 h 806246"/>
                <a:gd name="connsiteX2" fmla="*/ 0 w 764950"/>
                <a:gd name="connsiteY2" fmla="*/ 0 h 806246"/>
                <a:gd name="connsiteX3" fmla="*/ 764950 w 76495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Lst>
              <a:ahLst/>
              <a:cxnLst>
                <a:cxn ang="0">
                  <a:pos x="connsiteX0" y="connsiteY0"/>
                </a:cxn>
                <a:cxn ang="0">
                  <a:pos x="connsiteX1" y="connsiteY1"/>
                </a:cxn>
                <a:cxn ang="0">
                  <a:pos x="connsiteX2" y="connsiteY2"/>
                </a:cxn>
                <a:cxn ang="0">
                  <a:pos x="connsiteX3" y="connsiteY3"/>
                </a:cxn>
              </a:cxnLst>
              <a:rect l="l" t="t" r="r" b="b"/>
              <a:pathLst>
                <a:path w="791620" h="806246">
                  <a:moveTo>
                    <a:pt x="791620" y="806246"/>
                  </a:moveTo>
                  <a:lnTo>
                    <a:pt x="791620" y="0"/>
                  </a:lnTo>
                  <a:lnTo>
                    <a:pt x="0" y="0"/>
                  </a:lnTo>
                  <a:cubicBezTo>
                    <a:pt x="66641" y="242185"/>
                    <a:pt x="256297" y="519318"/>
                    <a:pt x="791620" y="806246"/>
                  </a:cubicBezTo>
                  <a:close/>
                </a:path>
              </a:pathLst>
            </a:custGeom>
            <a:solidFill>
              <a:srgbClr val="AFD5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6" y="6463061"/>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30" name="Oval 29">
            <a:extLst>
              <a:ext uri="{FF2B5EF4-FFF2-40B4-BE49-F238E27FC236}">
                <a16:creationId xmlns:a16="http://schemas.microsoft.com/office/drawing/2014/main" id="{2D34396B-B664-764E-8C62-A4A41EE2EF11}"/>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21570263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White Geometric 4">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16FDB018-EB07-437A-AD43-F2DFB5A58DD6}"/>
              </a:ext>
            </a:extLst>
          </p:cNvPr>
          <p:cNvGrpSpPr/>
          <p:nvPr userDrawn="1"/>
        </p:nvGrpSpPr>
        <p:grpSpPr>
          <a:xfrm>
            <a:off x="9133838" y="1"/>
            <a:ext cx="3058161" cy="6858001"/>
            <a:chOff x="9133839" y="0"/>
            <a:chExt cx="3058161" cy="6858001"/>
          </a:xfrm>
          <a:solidFill>
            <a:schemeClr val="bg2"/>
          </a:solidFill>
        </p:grpSpPr>
        <p:sp>
          <p:nvSpPr>
            <p:cNvPr id="38" name="Rectangle 37">
              <a:extLst>
                <a:ext uri="{FF2B5EF4-FFF2-40B4-BE49-F238E27FC236}">
                  <a16:creationId xmlns:a16="http://schemas.microsoft.com/office/drawing/2014/main" id="{358CD73A-D1A7-43C8-A837-0CFC4086860D}"/>
                </a:ext>
              </a:extLst>
            </p:cNvPr>
            <p:cNvSpPr/>
            <p:nvPr userDrawn="1"/>
          </p:nvSpPr>
          <p:spPr>
            <a:xfrm>
              <a:off x="9133839" y="0"/>
              <a:ext cx="3058161" cy="68580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65" name="Picture 64">
              <a:extLst>
                <a:ext uri="{FF2B5EF4-FFF2-40B4-BE49-F238E27FC236}">
                  <a16:creationId xmlns:a16="http://schemas.microsoft.com/office/drawing/2014/main" id="{2477B1A8-9FEC-4D77-90D3-555FC958C01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33286" y="6463061"/>
              <a:ext cx="1376886" cy="270106"/>
            </a:xfrm>
            <a:prstGeom prst="rect">
              <a:avLst/>
            </a:prstGeom>
            <a:grpFill/>
          </p:spPr>
        </p:pic>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6" y="6463061"/>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4" name="Oval 53">
            <a:extLst>
              <a:ext uri="{FF2B5EF4-FFF2-40B4-BE49-F238E27FC236}">
                <a16:creationId xmlns:a16="http://schemas.microsoft.com/office/drawing/2014/main" id="{119DA2EA-38F5-5847-86ED-5FA93089D9D5}"/>
              </a:ext>
            </a:extLst>
          </p:cNvPr>
          <p:cNvSpPr/>
          <p:nvPr userDrawn="1"/>
        </p:nvSpPr>
        <p:spPr>
          <a:xfrm>
            <a:off x="9353329" y="3496711"/>
            <a:ext cx="2701019" cy="2721748"/>
          </a:xfrm>
          <a:prstGeom prst="ellipse">
            <a:avLst/>
          </a:prstGeom>
          <a:solidFill>
            <a:srgbClr val="407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5" name="Flowchart: Delay 10">
            <a:extLst>
              <a:ext uri="{FF2B5EF4-FFF2-40B4-BE49-F238E27FC236}">
                <a16:creationId xmlns:a16="http://schemas.microsoft.com/office/drawing/2014/main" id="{C5D820BC-271F-CE47-9B76-4C4A0F6067F7}"/>
              </a:ext>
            </a:extLst>
          </p:cNvPr>
          <p:cNvSpPr/>
          <p:nvPr userDrawn="1"/>
        </p:nvSpPr>
        <p:spPr>
          <a:xfrm rot="5400000">
            <a:off x="8982205" y="322310"/>
            <a:ext cx="3370112" cy="2725493"/>
          </a:xfrm>
          <a:custGeom>
            <a:avLst/>
            <a:gdLst>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61290" h="3055776">
                <a:moveTo>
                  <a:pt x="0" y="0"/>
                </a:moveTo>
                <a:lnTo>
                  <a:pt x="1680645" y="0"/>
                </a:lnTo>
                <a:cubicBezTo>
                  <a:pt x="2638336" y="0"/>
                  <a:pt x="3361290" y="615233"/>
                  <a:pt x="3361290" y="1527888"/>
                </a:cubicBezTo>
                <a:cubicBezTo>
                  <a:pt x="3361290" y="2440543"/>
                  <a:pt x="2608840" y="3055776"/>
                  <a:pt x="1680645" y="3055776"/>
                </a:cubicBezTo>
                <a:lnTo>
                  <a:pt x="0" y="3055776"/>
                </a:lnTo>
                <a:lnTo>
                  <a:pt x="0" y="0"/>
                </a:lnTo>
                <a:close/>
              </a:path>
            </a:pathLst>
          </a:custGeom>
          <a:solidFill>
            <a:srgbClr val="407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7" name="Oval 26">
            <a:extLst>
              <a:ext uri="{FF2B5EF4-FFF2-40B4-BE49-F238E27FC236}">
                <a16:creationId xmlns:a16="http://schemas.microsoft.com/office/drawing/2014/main" id="{FCFC1D2E-A82D-3C40-8DE3-A18D62642775}"/>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3388421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ody -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21565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White Geometric 4">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16FDB018-EB07-437A-AD43-F2DFB5A58DD6}"/>
              </a:ext>
            </a:extLst>
          </p:cNvPr>
          <p:cNvGrpSpPr/>
          <p:nvPr userDrawn="1"/>
        </p:nvGrpSpPr>
        <p:grpSpPr>
          <a:xfrm>
            <a:off x="9133838" y="0"/>
            <a:ext cx="3058161" cy="6858000"/>
            <a:chOff x="9133839" y="0"/>
            <a:chExt cx="3058161" cy="6858001"/>
          </a:xfrm>
          <a:solidFill>
            <a:schemeClr val="accent2"/>
          </a:solidFill>
        </p:grpSpPr>
        <p:sp>
          <p:nvSpPr>
            <p:cNvPr id="38" name="Rectangle 37">
              <a:extLst>
                <a:ext uri="{FF2B5EF4-FFF2-40B4-BE49-F238E27FC236}">
                  <a16:creationId xmlns:a16="http://schemas.microsoft.com/office/drawing/2014/main" id="{358CD73A-D1A7-43C8-A837-0CFC4086860D}"/>
                </a:ext>
              </a:extLst>
            </p:cNvPr>
            <p:cNvSpPr/>
            <p:nvPr userDrawn="1"/>
          </p:nvSpPr>
          <p:spPr>
            <a:xfrm>
              <a:off x="9133839" y="0"/>
              <a:ext cx="3058161" cy="68580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4" name="Oval 63">
              <a:extLst>
                <a:ext uri="{FF2B5EF4-FFF2-40B4-BE49-F238E27FC236}">
                  <a16:creationId xmlns:a16="http://schemas.microsoft.com/office/drawing/2014/main" id="{218C87B8-CAE7-4F62-8315-70C4F457339C}"/>
                </a:ext>
              </a:extLst>
            </p:cNvPr>
            <p:cNvSpPr/>
            <p:nvPr userDrawn="1"/>
          </p:nvSpPr>
          <p:spPr>
            <a:xfrm>
              <a:off x="11604191" y="6353913"/>
              <a:ext cx="488403" cy="488403"/>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pic>
          <p:nvPicPr>
            <p:cNvPr id="65" name="Picture 64">
              <a:extLst>
                <a:ext uri="{FF2B5EF4-FFF2-40B4-BE49-F238E27FC236}">
                  <a16:creationId xmlns:a16="http://schemas.microsoft.com/office/drawing/2014/main" id="{2477B1A8-9FEC-4D77-90D3-555FC958C01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33286" y="6463061"/>
              <a:ext cx="1376886" cy="270106"/>
            </a:xfrm>
            <a:prstGeom prst="rect">
              <a:avLst/>
            </a:prstGeom>
            <a:grpFill/>
          </p:spPr>
        </p:pic>
        <p:sp>
          <p:nvSpPr>
            <p:cNvPr id="70" name="Freeform: Shape 69">
              <a:extLst>
                <a:ext uri="{FF2B5EF4-FFF2-40B4-BE49-F238E27FC236}">
                  <a16:creationId xmlns:a16="http://schemas.microsoft.com/office/drawing/2014/main" id="{5F3BA8BB-5494-43A3-AA5C-8FE74BC73162}"/>
                </a:ext>
              </a:extLst>
            </p:cNvPr>
            <p:cNvSpPr/>
            <p:nvPr userDrawn="1"/>
          </p:nvSpPr>
          <p:spPr>
            <a:xfrm>
              <a:off x="11400380" y="0"/>
              <a:ext cx="791620" cy="806246"/>
            </a:xfrm>
            <a:custGeom>
              <a:avLst/>
              <a:gdLst>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764950 w 764950"/>
                <a:gd name="connsiteY0" fmla="*/ 806246 h 806246"/>
                <a:gd name="connsiteX1" fmla="*/ 764950 w 764950"/>
                <a:gd name="connsiteY1" fmla="*/ 0 h 806246"/>
                <a:gd name="connsiteX2" fmla="*/ 0 w 764950"/>
                <a:gd name="connsiteY2" fmla="*/ 0 h 806246"/>
                <a:gd name="connsiteX3" fmla="*/ 764950 w 76495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Lst>
              <a:ahLst/>
              <a:cxnLst>
                <a:cxn ang="0">
                  <a:pos x="connsiteX0" y="connsiteY0"/>
                </a:cxn>
                <a:cxn ang="0">
                  <a:pos x="connsiteX1" y="connsiteY1"/>
                </a:cxn>
                <a:cxn ang="0">
                  <a:pos x="connsiteX2" y="connsiteY2"/>
                </a:cxn>
                <a:cxn ang="0">
                  <a:pos x="connsiteX3" y="connsiteY3"/>
                </a:cxn>
              </a:cxnLst>
              <a:rect l="l" t="t" r="r" b="b"/>
              <a:pathLst>
                <a:path w="791620" h="806246">
                  <a:moveTo>
                    <a:pt x="791620" y="806246"/>
                  </a:moveTo>
                  <a:lnTo>
                    <a:pt x="791620" y="0"/>
                  </a:lnTo>
                  <a:lnTo>
                    <a:pt x="0" y="0"/>
                  </a:lnTo>
                  <a:cubicBezTo>
                    <a:pt x="275303" y="327804"/>
                    <a:pt x="510602" y="564167"/>
                    <a:pt x="791620" y="8062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1" name="Freeform: Shape 70">
              <a:extLst>
                <a:ext uri="{FF2B5EF4-FFF2-40B4-BE49-F238E27FC236}">
                  <a16:creationId xmlns:a16="http://schemas.microsoft.com/office/drawing/2014/main" id="{04D27DAF-F03F-4242-9A9B-337D323AD409}"/>
                </a:ext>
              </a:extLst>
            </p:cNvPr>
            <p:cNvSpPr/>
            <p:nvPr userDrawn="1"/>
          </p:nvSpPr>
          <p:spPr>
            <a:xfrm rot="5400000">
              <a:off x="10106977" y="4772977"/>
              <a:ext cx="1156335" cy="3013710"/>
            </a:xfrm>
            <a:custGeom>
              <a:avLst/>
              <a:gdLst>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825910 w 825910"/>
                <a:gd name="connsiteY0" fmla="*/ 806246 h 806246"/>
                <a:gd name="connsiteX1" fmla="*/ 825910 w 825910"/>
                <a:gd name="connsiteY1" fmla="*/ 0 h 806246"/>
                <a:gd name="connsiteX2" fmla="*/ 0 w 825910"/>
                <a:gd name="connsiteY2" fmla="*/ 0 h 806246"/>
                <a:gd name="connsiteX3" fmla="*/ 825910 w 825910"/>
                <a:gd name="connsiteY3" fmla="*/ 806246 h 806246"/>
                <a:gd name="connsiteX0" fmla="*/ 764950 w 764950"/>
                <a:gd name="connsiteY0" fmla="*/ 806246 h 806246"/>
                <a:gd name="connsiteX1" fmla="*/ 764950 w 764950"/>
                <a:gd name="connsiteY1" fmla="*/ 0 h 806246"/>
                <a:gd name="connsiteX2" fmla="*/ 0 w 764950"/>
                <a:gd name="connsiteY2" fmla="*/ 0 h 806246"/>
                <a:gd name="connsiteX3" fmla="*/ 764950 w 76495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 name="connsiteX0" fmla="*/ 791620 w 791620"/>
                <a:gd name="connsiteY0" fmla="*/ 806246 h 806246"/>
                <a:gd name="connsiteX1" fmla="*/ 791620 w 791620"/>
                <a:gd name="connsiteY1" fmla="*/ 0 h 806246"/>
                <a:gd name="connsiteX2" fmla="*/ 0 w 791620"/>
                <a:gd name="connsiteY2" fmla="*/ 0 h 806246"/>
                <a:gd name="connsiteX3" fmla="*/ 791620 w 791620"/>
                <a:gd name="connsiteY3" fmla="*/ 806246 h 806246"/>
              </a:gdLst>
              <a:ahLst/>
              <a:cxnLst>
                <a:cxn ang="0">
                  <a:pos x="connsiteX0" y="connsiteY0"/>
                </a:cxn>
                <a:cxn ang="0">
                  <a:pos x="connsiteX1" y="connsiteY1"/>
                </a:cxn>
                <a:cxn ang="0">
                  <a:pos x="connsiteX2" y="connsiteY2"/>
                </a:cxn>
                <a:cxn ang="0">
                  <a:pos x="connsiteX3" y="connsiteY3"/>
                </a:cxn>
              </a:cxnLst>
              <a:rect l="l" t="t" r="r" b="b"/>
              <a:pathLst>
                <a:path w="791620" h="806246">
                  <a:moveTo>
                    <a:pt x="791620" y="806246"/>
                  </a:moveTo>
                  <a:lnTo>
                    <a:pt x="791620" y="0"/>
                  </a:lnTo>
                  <a:lnTo>
                    <a:pt x="0" y="0"/>
                  </a:lnTo>
                  <a:cubicBezTo>
                    <a:pt x="66641" y="242185"/>
                    <a:pt x="256297" y="519318"/>
                    <a:pt x="791620" y="80624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2" name="Group 1">
            <a:extLst>
              <a:ext uri="{FF2B5EF4-FFF2-40B4-BE49-F238E27FC236}">
                <a16:creationId xmlns:a16="http://schemas.microsoft.com/office/drawing/2014/main" id="{F5BB9CD4-B672-5D46-86AA-B92E8BC6AABA}"/>
              </a:ext>
            </a:extLst>
          </p:cNvPr>
          <p:cNvGrpSpPr/>
          <p:nvPr userDrawn="1"/>
        </p:nvGrpSpPr>
        <p:grpSpPr>
          <a:xfrm>
            <a:off x="9194632" y="-100965"/>
            <a:ext cx="2979920" cy="6961479"/>
            <a:chOff x="6895974" y="-75724"/>
            <a:chExt cx="2234940" cy="5221109"/>
          </a:xfrm>
          <a:solidFill>
            <a:srgbClr val="028AA0"/>
          </a:solidFill>
        </p:grpSpPr>
        <p:sp>
          <p:nvSpPr>
            <p:cNvPr id="30" name="Oval 29">
              <a:extLst>
                <a:ext uri="{FF2B5EF4-FFF2-40B4-BE49-F238E27FC236}">
                  <a16:creationId xmlns:a16="http://schemas.microsoft.com/office/drawing/2014/main" id="{3D1545B0-DF8A-7E4C-B43E-481A00959E65}"/>
                </a:ext>
              </a:extLst>
            </p:cNvPr>
            <p:cNvSpPr/>
            <p:nvPr userDrawn="1"/>
          </p:nvSpPr>
          <p:spPr>
            <a:xfrm>
              <a:off x="8044054" y="877533"/>
              <a:ext cx="1084003" cy="108400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1" name="Oval 30">
              <a:extLst>
                <a:ext uri="{FF2B5EF4-FFF2-40B4-BE49-F238E27FC236}">
                  <a16:creationId xmlns:a16="http://schemas.microsoft.com/office/drawing/2014/main" id="{7ADD3991-0661-E54A-B158-85A10167251A}"/>
                </a:ext>
              </a:extLst>
            </p:cNvPr>
            <p:cNvSpPr/>
            <p:nvPr userDrawn="1"/>
          </p:nvSpPr>
          <p:spPr>
            <a:xfrm>
              <a:off x="6895987" y="-75724"/>
              <a:ext cx="1137605" cy="11376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3" name="Freeform: Shape 61">
              <a:extLst>
                <a:ext uri="{FF2B5EF4-FFF2-40B4-BE49-F238E27FC236}">
                  <a16:creationId xmlns:a16="http://schemas.microsoft.com/office/drawing/2014/main" id="{6B212838-D3BC-A34D-96F0-A0447E45A1CB}"/>
                </a:ext>
              </a:extLst>
            </p:cNvPr>
            <p:cNvSpPr/>
            <p:nvPr userDrawn="1"/>
          </p:nvSpPr>
          <p:spPr>
            <a:xfrm>
              <a:off x="8044053" y="-1"/>
              <a:ext cx="1017080" cy="966020"/>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Lst>
              <a:ahLst/>
              <a:cxnLst>
                <a:cxn ang="0">
                  <a:pos x="connsiteX0" y="connsiteY0"/>
                </a:cxn>
                <a:cxn ang="0">
                  <a:pos x="connsiteX1" y="connsiteY1"/>
                </a:cxn>
                <a:cxn ang="0">
                  <a:pos x="connsiteX2" y="connsiteY2"/>
                </a:cxn>
                <a:cxn ang="0">
                  <a:pos x="connsiteX3" y="connsiteY3"/>
                </a:cxn>
              </a:cxnLst>
              <a:rect l="l" t="t" r="r" b="b"/>
              <a:pathLst>
                <a:path w="1376516" h="1288026">
                  <a:moveTo>
                    <a:pt x="0" y="0"/>
                  </a:moveTo>
                  <a:lnTo>
                    <a:pt x="0" y="1288026"/>
                  </a:lnTo>
                  <a:cubicBezTo>
                    <a:pt x="412431" y="1180629"/>
                    <a:pt x="1058835" y="798912"/>
                    <a:pt x="1376516" y="0"/>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Freeform: Shape 62">
              <a:extLst>
                <a:ext uri="{FF2B5EF4-FFF2-40B4-BE49-F238E27FC236}">
                  <a16:creationId xmlns:a16="http://schemas.microsoft.com/office/drawing/2014/main" id="{F70A2ADE-9303-9F47-B5FA-6C26E2E5D28E}"/>
                </a:ext>
              </a:extLst>
            </p:cNvPr>
            <p:cNvSpPr/>
            <p:nvPr userDrawn="1"/>
          </p:nvSpPr>
          <p:spPr>
            <a:xfrm flipH="1" flipV="1">
              <a:off x="6949587" y="967183"/>
              <a:ext cx="1084004" cy="1197136"/>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Lst>
              <a:ahLst/>
              <a:cxnLst>
                <a:cxn ang="0">
                  <a:pos x="connsiteX0" y="connsiteY0"/>
                </a:cxn>
                <a:cxn ang="0">
                  <a:pos x="connsiteX1" y="connsiteY1"/>
                </a:cxn>
                <a:cxn ang="0">
                  <a:pos x="connsiteX2" y="connsiteY2"/>
                </a:cxn>
                <a:cxn ang="0">
                  <a:pos x="connsiteX3" y="connsiteY3"/>
                </a:cxn>
              </a:cxnLst>
              <a:rect l="l" t="t" r="r" b="b"/>
              <a:pathLst>
                <a:path w="1376516" h="1288026">
                  <a:moveTo>
                    <a:pt x="0" y="0"/>
                  </a:moveTo>
                  <a:lnTo>
                    <a:pt x="0" y="1288026"/>
                  </a:lnTo>
                  <a:cubicBezTo>
                    <a:pt x="528545" y="1165258"/>
                    <a:pt x="1151364" y="758944"/>
                    <a:pt x="1376516" y="0"/>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4" name="Oval 53">
              <a:extLst>
                <a:ext uri="{FF2B5EF4-FFF2-40B4-BE49-F238E27FC236}">
                  <a16:creationId xmlns:a16="http://schemas.microsoft.com/office/drawing/2014/main" id="{7A0C7E62-2BCE-BD47-8F95-C6E674084039}"/>
                </a:ext>
              </a:extLst>
            </p:cNvPr>
            <p:cNvSpPr/>
            <p:nvPr userDrawn="1"/>
          </p:nvSpPr>
          <p:spPr>
            <a:xfrm>
              <a:off x="8046911" y="3269010"/>
              <a:ext cx="1084003" cy="108400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5" name="Freeform: Shape 58">
              <a:extLst>
                <a:ext uri="{FF2B5EF4-FFF2-40B4-BE49-F238E27FC236}">
                  <a16:creationId xmlns:a16="http://schemas.microsoft.com/office/drawing/2014/main" id="{0BD6380C-E513-AF42-A074-1680002CC5F2}"/>
                </a:ext>
              </a:extLst>
            </p:cNvPr>
            <p:cNvSpPr/>
            <p:nvPr userDrawn="1"/>
          </p:nvSpPr>
          <p:spPr>
            <a:xfrm flipH="1" flipV="1">
              <a:off x="7018020" y="3356321"/>
              <a:ext cx="1015570" cy="967493"/>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Lst>
              <a:ahLst/>
              <a:cxnLst>
                <a:cxn ang="0">
                  <a:pos x="connsiteX0" y="connsiteY0"/>
                </a:cxn>
                <a:cxn ang="0">
                  <a:pos x="connsiteX1" y="connsiteY1"/>
                </a:cxn>
                <a:cxn ang="0">
                  <a:pos x="connsiteX2" y="connsiteY2"/>
                </a:cxn>
                <a:cxn ang="0">
                  <a:pos x="connsiteX3" y="connsiteY3"/>
                </a:cxn>
              </a:cxnLst>
              <a:rect l="l" t="t" r="r" b="b"/>
              <a:pathLst>
                <a:path w="1376516" h="1288026">
                  <a:moveTo>
                    <a:pt x="0" y="0"/>
                  </a:moveTo>
                  <a:lnTo>
                    <a:pt x="0" y="1288026"/>
                  </a:lnTo>
                  <a:cubicBezTo>
                    <a:pt x="358129" y="1199496"/>
                    <a:pt x="1042918" y="846441"/>
                    <a:pt x="1376516" y="0"/>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6" name="Oval 55">
              <a:extLst>
                <a:ext uri="{FF2B5EF4-FFF2-40B4-BE49-F238E27FC236}">
                  <a16:creationId xmlns:a16="http://schemas.microsoft.com/office/drawing/2014/main" id="{8775A00F-659D-584A-8BA5-E9678A9E245C}"/>
                </a:ext>
              </a:extLst>
            </p:cNvPr>
            <p:cNvSpPr/>
            <p:nvPr userDrawn="1"/>
          </p:nvSpPr>
          <p:spPr>
            <a:xfrm>
              <a:off x="6895987" y="2314338"/>
              <a:ext cx="1137605" cy="113760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7" name="Freeform: Shape 56">
              <a:extLst>
                <a:ext uri="{FF2B5EF4-FFF2-40B4-BE49-F238E27FC236}">
                  <a16:creationId xmlns:a16="http://schemas.microsoft.com/office/drawing/2014/main" id="{C7A0302F-ADCE-5248-95DA-93A7B793503E}"/>
                </a:ext>
              </a:extLst>
            </p:cNvPr>
            <p:cNvSpPr/>
            <p:nvPr userDrawn="1"/>
          </p:nvSpPr>
          <p:spPr>
            <a:xfrm>
              <a:off x="8044054" y="2164318"/>
              <a:ext cx="1085660" cy="1192001"/>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Lst>
              <a:ahLst/>
              <a:cxnLst>
                <a:cxn ang="0">
                  <a:pos x="connsiteX0" y="connsiteY0"/>
                </a:cxn>
                <a:cxn ang="0">
                  <a:pos x="connsiteX1" y="connsiteY1"/>
                </a:cxn>
                <a:cxn ang="0">
                  <a:pos x="connsiteX2" y="connsiteY2"/>
                </a:cxn>
                <a:cxn ang="0">
                  <a:pos x="connsiteX3" y="connsiteY3"/>
                </a:cxn>
              </a:cxnLst>
              <a:rect l="l" t="t" r="r" b="b"/>
              <a:pathLst>
                <a:path w="1376516" h="1288026">
                  <a:moveTo>
                    <a:pt x="0" y="0"/>
                  </a:moveTo>
                  <a:lnTo>
                    <a:pt x="0" y="1288026"/>
                  </a:lnTo>
                  <a:cubicBezTo>
                    <a:pt x="481269" y="1189892"/>
                    <a:pt x="1171149" y="752596"/>
                    <a:pt x="1376516" y="0"/>
                  </a:cubicBezTo>
                  <a:lnTo>
                    <a:pt x="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8" name="Oval 27">
              <a:extLst>
                <a:ext uri="{FF2B5EF4-FFF2-40B4-BE49-F238E27FC236}">
                  <a16:creationId xmlns:a16="http://schemas.microsoft.com/office/drawing/2014/main" id="{982AD50B-0E2D-A042-B7A2-6363C9433B96}"/>
                </a:ext>
              </a:extLst>
            </p:cNvPr>
            <p:cNvSpPr/>
            <p:nvPr userDrawn="1"/>
          </p:nvSpPr>
          <p:spPr>
            <a:xfrm>
              <a:off x="6895974" y="4473179"/>
              <a:ext cx="1140026" cy="672206"/>
            </a:xfrm>
            <a:custGeom>
              <a:avLst/>
              <a:gdLst>
                <a:gd name="connsiteX0" fmla="*/ 0 w 1516806"/>
                <a:gd name="connsiteY0" fmla="*/ 758403 h 1516806"/>
                <a:gd name="connsiteX1" fmla="*/ 758403 w 1516806"/>
                <a:gd name="connsiteY1" fmla="*/ 0 h 1516806"/>
                <a:gd name="connsiteX2" fmla="*/ 1516806 w 1516806"/>
                <a:gd name="connsiteY2" fmla="*/ 758403 h 1516806"/>
                <a:gd name="connsiteX3" fmla="*/ 758403 w 1516806"/>
                <a:gd name="connsiteY3" fmla="*/ 1516806 h 1516806"/>
                <a:gd name="connsiteX4" fmla="*/ 0 w 1516806"/>
                <a:gd name="connsiteY4" fmla="*/ 758403 h 1516806"/>
                <a:gd name="connsiteX0" fmla="*/ 0 w 1604519"/>
                <a:gd name="connsiteY0" fmla="*/ 758403 h 1517497"/>
                <a:gd name="connsiteX1" fmla="*/ 758403 w 1604519"/>
                <a:gd name="connsiteY1" fmla="*/ 0 h 1517497"/>
                <a:gd name="connsiteX2" fmla="*/ 1516806 w 1604519"/>
                <a:gd name="connsiteY2" fmla="*/ 758403 h 1517497"/>
                <a:gd name="connsiteX3" fmla="*/ 1503832 w 1604519"/>
                <a:gd name="connsiteY3" fmla="*/ 891856 h 1517497"/>
                <a:gd name="connsiteX4" fmla="*/ 758403 w 1604519"/>
                <a:gd name="connsiteY4" fmla="*/ 1516806 h 1517497"/>
                <a:gd name="connsiteX5" fmla="*/ 0 w 1604519"/>
                <a:gd name="connsiteY5" fmla="*/ 758403 h 1517497"/>
                <a:gd name="connsiteX0" fmla="*/ 0 w 1572618"/>
                <a:gd name="connsiteY0" fmla="*/ 758403 h 1517497"/>
                <a:gd name="connsiteX1" fmla="*/ 758403 w 1572618"/>
                <a:gd name="connsiteY1" fmla="*/ 0 h 1517497"/>
                <a:gd name="connsiteX2" fmla="*/ 1516806 w 1572618"/>
                <a:gd name="connsiteY2" fmla="*/ 758403 h 1517497"/>
                <a:gd name="connsiteX3" fmla="*/ 1503832 w 1572618"/>
                <a:gd name="connsiteY3" fmla="*/ 891856 h 1517497"/>
                <a:gd name="connsiteX4" fmla="*/ 758403 w 1572618"/>
                <a:gd name="connsiteY4" fmla="*/ 1516806 h 1517497"/>
                <a:gd name="connsiteX5" fmla="*/ 0 w 1572618"/>
                <a:gd name="connsiteY5" fmla="*/ 758403 h 1517497"/>
                <a:gd name="connsiteX0" fmla="*/ 0 w 1572618"/>
                <a:gd name="connsiteY0" fmla="*/ 758403 h 1517497"/>
                <a:gd name="connsiteX1" fmla="*/ 758403 w 1572618"/>
                <a:gd name="connsiteY1" fmla="*/ 0 h 1517497"/>
                <a:gd name="connsiteX2" fmla="*/ 1516806 w 1572618"/>
                <a:gd name="connsiteY2" fmla="*/ 758403 h 1517497"/>
                <a:gd name="connsiteX3" fmla="*/ 1503832 w 1572618"/>
                <a:gd name="connsiteY3" fmla="*/ 891856 h 1517497"/>
                <a:gd name="connsiteX4" fmla="*/ 758403 w 1572618"/>
                <a:gd name="connsiteY4" fmla="*/ 1516806 h 1517497"/>
                <a:gd name="connsiteX5" fmla="*/ 0 w 1572618"/>
                <a:gd name="connsiteY5" fmla="*/ 758403 h 1517497"/>
                <a:gd name="connsiteX0" fmla="*/ 0 w 1572618"/>
                <a:gd name="connsiteY0" fmla="*/ 758403 h 1517497"/>
                <a:gd name="connsiteX1" fmla="*/ 758403 w 1572618"/>
                <a:gd name="connsiteY1" fmla="*/ 0 h 1517497"/>
                <a:gd name="connsiteX2" fmla="*/ 1516806 w 1572618"/>
                <a:gd name="connsiteY2" fmla="*/ 758403 h 1517497"/>
                <a:gd name="connsiteX3" fmla="*/ 1503832 w 1572618"/>
                <a:gd name="connsiteY3" fmla="*/ 891856 h 1517497"/>
                <a:gd name="connsiteX4" fmla="*/ 758403 w 1572618"/>
                <a:gd name="connsiteY4" fmla="*/ 1516806 h 1517497"/>
                <a:gd name="connsiteX5" fmla="*/ 0 w 1572618"/>
                <a:gd name="connsiteY5" fmla="*/ 758403 h 1517497"/>
                <a:gd name="connsiteX0" fmla="*/ 0 w 1518434"/>
                <a:gd name="connsiteY0" fmla="*/ 758403 h 1517497"/>
                <a:gd name="connsiteX1" fmla="*/ 758403 w 1518434"/>
                <a:gd name="connsiteY1" fmla="*/ 0 h 1517497"/>
                <a:gd name="connsiteX2" fmla="*/ 1516806 w 1518434"/>
                <a:gd name="connsiteY2" fmla="*/ 758403 h 1517497"/>
                <a:gd name="connsiteX3" fmla="*/ 1503832 w 1518434"/>
                <a:gd name="connsiteY3" fmla="*/ 891856 h 1517497"/>
                <a:gd name="connsiteX4" fmla="*/ 758403 w 1518434"/>
                <a:gd name="connsiteY4" fmla="*/ 1516806 h 1517497"/>
                <a:gd name="connsiteX5" fmla="*/ 0 w 1518434"/>
                <a:gd name="connsiteY5" fmla="*/ 758403 h 1517497"/>
                <a:gd name="connsiteX0" fmla="*/ 0 w 1525205"/>
                <a:gd name="connsiteY0" fmla="*/ 758403 h 1517497"/>
                <a:gd name="connsiteX1" fmla="*/ 758403 w 1525205"/>
                <a:gd name="connsiteY1" fmla="*/ 0 h 1517497"/>
                <a:gd name="connsiteX2" fmla="*/ 1516806 w 1525205"/>
                <a:gd name="connsiteY2" fmla="*/ 758403 h 1517497"/>
                <a:gd name="connsiteX3" fmla="*/ 1503832 w 1525205"/>
                <a:gd name="connsiteY3" fmla="*/ 891856 h 1517497"/>
                <a:gd name="connsiteX4" fmla="*/ 758403 w 1525205"/>
                <a:gd name="connsiteY4" fmla="*/ 1516806 h 1517497"/>
                <a:gd name="connsiteX5" fmla="*/ 0 w 1525205"/>
                <a:gd name="connsiteY5" fmla="*/ 758403 h 1517497"/>
                <a:gd name="connsiteX0" fmla="*/ 0 w 1525205"/>
                <a:gd name="connsiteY0" fmla="*/ 758403 h 1517497"/>
                <a:gd name="connsiteX1" fmla="*/ 758403 w 1525205"/>
                <a:gd name="connsiteY1" fmla="*/ 0 h 1517497"/>
                <a:gd name="connsiteX2" fmla="*/ 1516806 w 1525205"/>
                <a:gd name="connsiteY2" fmla="*/ 758403 h 1517497"/>
                <a:gd name="connsiteX3" fmla="*/ 1503832 w 1525205"/>
                <a:gd name="connsiteY3" fmla="*/ 891856 h 1517497"/>
                <a:gd name="connsiteX4" fmla="*/ 758403 w 1525205"/>
                <a:gd name="connsiteY4" fmla="*/ 1516806 h 1517497"/>
                <a:gd name="connsiteX5" fmla="*/ 0 w 1525205"/>
                <a:gd name="connsiteY5" fmla="*/ 758403 h 1517497"/>
                <a:gd name="connsiteX0" fmla="*/ 0 w 1525205"/>
                <a:gd name="connsiteY0" fmla="*/ 758403 h 1517497"/>
                <a:gd name="connsiteX1" fmla="*/ 758403 w 1525205"/>
                <a:gd name="connsiteY1" fmla="*/ 0 h 1517497"/>
                <a:gd name="connsiteX2" fmla="*/ 1516806 w 1525205"/>
                <a:gd name="connsiteY2" fmla="*/ 758403 h 1517497"/>
                <a:gd name="connsiteX3" fmla="*/ 1503832 w 1525205"/>
                <a:gd name="connsiteY3" fmla="*/ 891856 h 1517497"/>
                <a:gd name="connsiteX4" fmla="*/ 758403 w 1525205"/>
                <a:gd name="connsiteY4" fmla="*/ 1516806 h 1517497"/>
                <a:gd name="connsiteX5" fmla="*/ 0 w 1525205"/>
                <a:gd name="connsiteY5" fmla="*/ 758403 h 1517497"/>
                <a:gd name="connsiteX0" fmla="*/ 0 w 1519280"/>
                <a:gd name="connsiteY0" fmla="*/ 758403 h 1517497"/>
                <a:gd name="connsiteX1" fmla="*/ 758403 w 1519280"/>
                <a:gd name="connsiteY1" fmla="*/ 0 h 1517497"/>
                <a:gd name="connsiteX2" fmla="*/ 1516806 w 1519280"/>
                <a:gd name="connsiteY2" fmla="*/ 758403 h 1517497"/>
                <a:gd name="connsiteX3" fmla="*/ 1503832 w 1519280"/>
                <a:gd name="connsiteY3" fmla="*/ 891856 h 1517497"/>
                <a:gd name="connsiteX4" fmla="*/ 758403 w 1519280"/>
                <a:gd name="connsiteY4" fmla="*/ 1516806 h 1517497"/>
                <a:gd name="connsiteX5" fmla="*/ 0 w 1519280"/>
                <a:gd name="connsiteY5" fmla="*/ 758403 h 1517497"/>
                <a:gd name="connsiteX0" fmla="*/ 0 w 1519280"/>
                <a:gd name="connsiteY0" fmla="*/ 758403 h 1517497"/>
                <a:gd name="connsiteX1" fmla="*/ 758403 w 1519280"/>
                <a:gd name="connsiteY1" fmla="*/ 0 h 1517497"/>
                <a:gd name="connsiteX2" fmla="*/ 1516806 w 1519280"/>
                <a:gd name="connsiteY2" fmla="*/ 758403 h 1517497"/>
                <a:gd name="connsiteX3" fmla="*/ 1503832 w 1519280"/>
                <a:gd name="connsiteY3" fmla="*/ 891856 h 1517497"/>
                <a:gd name="connsiteX4" fmla="*/ 758403 w 1519280"/>
                <a:gd name="connsiteY4" fmla="*/ 1516806 h 1517497"/>
                <a:gd name="connsiteX5" fmla="*/ 0 w 1519280"/>
                <a:gd name="connsiteY5" fmla="*/ 758403 h 1517497"/>
                <a:gd name="connsiteX0" fmla="*/ 90159 w 1609439"/>
                <a:gd name="connsiteY0" fmla="*/ 758403 h 1517497"/>
                <a:gd name="connsiteX1" fmla="*/ 848562 w 1609439"/>
                <a:gd name="connsiteY1" fmla="*/ 0 h 1517497"/>
                <a:gd name="connsiteX2" fmla="*/ 1606965 w 1609439"/>
                <a:gd name="connsiteY2" fmla="*/ 758403 h 1517497"/>
                <a:gd name="connsiteX3" fmla="*/ 1593991 w 1609439"/>
                <a:gd name="connsiteY3" fmla="*/ 891856 h 1517497"/>
                <a:gd name="connsiteX4" fmla="*/ 848562 w 1609439"/>
                <a:gd name="connsiteY4" fmla="*/ 1516806 h 1517497"/>
                <a:gd name="connsiteX5" fmla="*/ 98566 w 1609439"/>
                <a:gd name="connsiteY5" fmla="*/ 893761 h 1517497"/>
                <a:gd name="connsiteX6" fmla="*/ 90159 w 1609439"/>
                <a:gd name="connsiteY6" fmla="*/ 758403 h 1517497"/>
                <a:gd name="connsiteX0" fmla="*/ 54401 w 1573681"/>
                <a:gd name="connsiteY0" fmla="*/ 758403 h 1517497"/>
                <a:gd name="connsiteX1" fmla="*/ 812804 w 1573681"/>
                <a:gd name="connsiteY1" fmla="*/ 0 h 1517497"/>
                <a:gd name="connsiteX2" fmla="*/ 1571207 w 1573681"/>
                <a:gd name="connsiteY2" fmla="*/ 758403 h 1517497"/>
                <a:gd name="connsiteX3" fmla="*/ 1558233 w 1573681"/>
                <a:gd name="connsiteY3" fmla="*/ 891856 h 1517497"/>
                <a:gd name="connsiteX4" fmla="*/ 812804 w 1573681"/>
                <a:gd name="connsiteY4" fmla="*/ 1516806 h 1517497"/>
                <a:gd name="connsiteX5" fmla="*/ 62808 w 1573681"/>
                <a:gd name="connsiteY5" fmla="*/ 893761 h 1517497"/>
                <a:gd name="connsiteX6" fmla="*/ 54401 w 1573681"/>
                <a:gd name="connsiteY6" fmla="*/ 758403 h 1517497"/>
                <a:gd name="connsiteX0" fmla="*/ 1472 w 1520752"/>
                <a:gd name="connsiteY0" fmla="*/ 758403 h 1517497"/>
                <a:gd name="connsiteX1" fmla="*/ 759875 w 1520752"/>
                <a:gd name="connsiteY1" fmla="*/ 0 h 1517497"/>
                <a:gd name="connsiteX2" fmla="*/ 1518278 w 1520752"/>
                <a:gd name="connsiteY2" fmla="*/ 758403 h 1517497"/>
                <a:gd name="connsiteX3" fmla="*/ 1505304 w 1520752"/>
                <a:gd name="connsiteY3" fmla="*/ 891856 h 1517497"/>
                <a:gd name="connsiteX4" fmla="*/ 759875 w 1520752"/>
                <a:gd name="connsiteY4" fmla="*/ 1516806 h 1517497"/>
                <a:gd name="connsiteX5" fmla="*/ 9879 w 1520752"/>
                <a:gd name="connsiteY5" fmla="*/ 893761 h 1517497"/>
                <a:gd name="connsiteX6" fmla="*/ 1472 w 1520752"/>
                <a:gd name="connsiteY6" fmla="*/ 758403 h 1517497"/>
                <a:gd name="connsiteX0" fmla="*/ 1472 w 1520752"/>
                <a:gd name="connsiteY0" fmla="*/ 758403 h 1517497"/>
                <a:gd name="connsiteX1" fmla="*/ 759875 w 1520752"/>
                <a:gd name="connsiteY1" fmla="*/ 0 h 1517497"/>
                <a:gd name="connsiteX2" fmla="*/ 1518278 w 1520752"/>
                <a:gd name="connsiteY2" fmla="*/ 758403 h 1517497"/>
                <a:gd name="connsiteX3" fmla="*/ 1505304 w 1520752"/>
                <a:gd name="connsiteY3" fmla="*/ 891856 h 1517497"/>
                <a:gd name="connsiteX4" fmla="*/ 759875 w 1520752"/>
                <a:gd name="connsiteY4" fmla="*/ 1516806 h 1517497"/>
                <a:gd name="connsiteX5" fmla="*/ 9879 w 1520752"/>
                <a:gd name="connsiteY5" fmla="*/ 893761 h 1517497"/>
                <a:gd name="connsiteX6" fmla="*/ 1472 w 1520752"/>
                <a:gd name="connsiteY6" fmla="*/ 758403 h 1517497"/>
                <a:gd name="connsiteX0" fmla="*/ 1472 w 1520752"/>
                <a:gd name="connsiteY0" fmla="*/ 758403 h 1517497"/>
                <a:gd name="connsiteX1" fmla="*/ 759875 w 1520752"/>
                <a:gd name="connsiteY1" fmla="*/ 0 h 1517497"/>
                <a:gd name="connsiteX2" fmla="*/ 1518278 w 1520752"/>
                <a:gd name="connsiteY2" fmla="*/ 758403 h 1517497"/>
                <a:gd name="connsiteX3" fmla="*/ 1505304 w 1520752"/>
                <a:gd name="connsiteY3" fmla="*/ 891856 h 1517497"/>
                <a:gd name="connsiteX4" fmla="*/ 759875 w 1520752"/>
                <a:gd name="connsiteY4" fmla="*/ 1516806 h 1517497"/>
                <a:gd name="connsiteX5" fmla="*/ 9879 w 1520752"/>
                <a:gd name="connsiteY5" fmla="*/ 893761 h 1517497"/>
                <a:gd name="connsiteX6" fmla="*/ 1472 w 1520752"/>
                <a:gd name="connsiteY6" fmla="*/ 758403 h 1517497"/>
                <a:gd name="connsiteX0" fmla="*/ 1635 w 1520915"/>
                <a:gd name="connsiteY0" fmla="*/ 758403 h 1517497"/>
                <a:gd name="connsiteX1" fmla="*/ 760038 w 1520915"/>
                <a:gd name="connsiteY1" fmla="*/ 0 h 1517497"/>
                <a:gd name="connsiteX2" fmla="*/ 1518441 w 1520915"/>
                <a:gd name="connsiteY2" fmla="*/ 758403 h 1517497"/>
                <a:gd name="connsiteX3" fmla="*/ 1505467 w 1520915"/>
                <a:gd name="connsiteY3" fmla="*/ 891856 h 1517497"/>
                <a:gd name="connsiteX4" fmla="*/ 760038 w 1520915"/>
                <a:gd name="connsiteY4" fmla="*/ 1516806 h 1517497"/>
                <a:gd name="connsiteX5" fmla="*/ 10042 w 1520915"/>
                <a:gd name="connsiteY5" fmla="*/ 893761 h 1517497"/>
                <a:gd name="connsiteX6" fmla="*/ 1635 w 1520915"/>
                <a:gd name="connsiteY6" fmla="*/ 758403 h 1517497"/>
                <a:gd name="connsiteX0" fmla="*/ 1635 w 1520915"/>
                <a:gd name="connsiteY0" fmla="*/ 758403 h 1517497"/>
                <a:gd name="connsiteX1" fmla="*/ 760038 w 1520915"/>
                <a:gd name="connsiteY1" fmla="*/ 0 h 1517497"/>
                <a:gd name="connsiteX2" fmla="*/ 1518441 w 1520915"/>
                <a:gd name="connsiteY2" fmla="*/ 758403 h 1517497"/>
                <a:gd name="connsiteX3" fmla="*/ 1505467 w 1520915"/>
                <a:gd name="connsiteY3" fmla="*/ 891856 h 1517497"/>
                <a:gd name="connsiteX4" fmla="*/ 760038 w 1520915"/>
                <a:gd name="connsiteY4" fmla="*/ 1516806 h 1517497"/>
                <a:gd name="connsiteX5" fmla="*/ 10042 w 1520915"/>
                <a:gd name="connsiteY5" fmla="*/ 893761 h 1517497"/>
                <a:gd name="connsiteX6" fmla="*/ 1635 w 1520915"/>
                <a:gd name="connsiteY6" fmla="*/ 758403 h 1517497"/>
                <a:gd name="connsiteX0" fmla="*/ 1635 w 1520915"/>
                <a:gd name="connsiteY0" fmla="*/ 758403 h 909634"/>
                <a:gd name="connsiteX1" fmla="*/ 760038 w 1520915"/>
                <a:gd name="connsiteY1" fmla="*/ 0 h 909634"/>
                <a:gd name="connsiteX2" fmla="*/ 1518441 w 1520915"/>
                <a:gd name="connsiteY2" fmla="*/ 758403 h 909634"/>
                <a:gd name="connsiteX3" fmla="*/ 1505467 w 1520915"/>
                <a:gd name="connsiteY3" fmla="*/ 891856 h 909634"/>
                <a:gd name="connsiteX4" fmla="*/ 10042 w 1520915"/>
                <a:gd name="connsiteY4" fmla="*/ 893761 h 909634"/>
                <a:gd name="connsiteX5" fmla="*/ 1635 w 1520915"/>
                <a:gd name="connsiteY5" fmla="*/ 758403 h 909634"/>
                <a:gd name="connsiteX0" fmla="*/ 1635 w 1520915"/>
                <a:gd name="connsiteY0" fmla="*/ 758403 h 903935"/>
                <a:gd name="connsiteX1" fmla="*/ 760038 w 1520915"/>
                <a:gd name="connsiteY1" fmla="*/ 0 h 903935"/>
                <a:gd name="connsiteX2" fmla="*/ 1518441 w 1520915"/>
                <a:gd name="connsiteY2" fmla="*/ 758403 h 903935"/>
                <a:gd name="connsiteX3" fmla="*/ 1505467 w 1520915"/>
                <a:gd name="connsiteY3" fmla="*/ 891856 h 903935"/>
                <a:gd name="connsiteX4" fmla="*/ 10042 w 1520915"/>
                <a:gd name="connsiteY4" fmla="*/ 893761 h 903935"/>
                <a:gd name="connsiteX5" fmla="*/ 1635 w 1520915"/>
                <a:gd name="connsiteY5" fmla="*/ 758403 h 903935"/>
                <a:gd name="connsiteX0" fmla="*/ 1635 w 1520915"/>
                <a:gd name="connsiteY0" fmla="*/ 758403 h 895486"/>
                <a:gd name="connsiteX1" fmla="*/ 760038 w 1520915"/>
                <a:gd name="connsiteY1" fmla="*/ 0 h 895486"/>
                <a:gd name="connsiteX2" fmla="*/ 1518441 w 1520915"/>
                <a:gd name="connsiteY2" fmla="*/ 758403 h 895486"/>
                <a:gd name="connsiteX3" fmla="*/ 1505467 w 1520915"/>
                <a:gd name="connsiteY3" fmla="*/ 891856 h 895486"/>
                <a:gd name="connsiteX4" fmla="*/ 10042 w 1520915"/>
                <a:gd name="connsiteY4" fmla="*/ 893761 h 895486"/>
                <a:gd name="connsiteX5" fmla="*/ 1635 w 1520915"/>
                <a:gd name="connsiteY5" fmla="*/ 758403 h 895486"/>
                <a:gd name="connsiteX0" fmla="*/ 1635 w 1520915"/>
                <a:gd name="connsiteY0" fmla="*/ 758403 h 896921"/>
                <a:gd name="connsiteX1" fmla="*/ 760038 w 1520915"/>
                <a:gd name="connsiteY1" fmla="*/ 0 h 896921"/>
                <a:gd name="connsiteX2" fmla="*/ 1518441 w 1520915"/>
                <a:gd name="connsiteY2" fmla="*/ 758403 h 896921"/>
                <a:gd name="connsiteX3" fmla="*/ 1505467 w 1520915"/>
                <a:gd name="connsiteY3" fmla="*/ 891856 h 896921"/>
                <a:gd name="connsiteX4" fmla="*/ 42427 w 1520915"/>
                <a:gd name="connsiteY4" fmla="*/ 895666 h 896921"/>
                <a:gd name="connsiteX5" fmla="*/ 1635 w 1520915"/>
                <a:gd name="connsiteY5" fmla="*/ 758403 h 896921"/>
                <a:gd name="connsiteX0" fmla="*/ 2052 w 1521332"/>
                <a:gd name="connsiteY0" fmla="*/ 758403 h 895486"/>
                <a:gd name="connsiteX1" fmla="*/ 760455 w 1521332"/>
                <a:gd name="connsiteY1" fmla="*/ 0 h 895486"/>
                <a:gd name="connsiteX2" fmla="*/ 1518858 w 1521332"/>
                <a:gd name="connsiteY2" fmla="*/ 758403 h 895486"/>
                <a:gd name="connsiteX3" fmla="*/ 1505884 w 1521332"/>
                <a:gd name="connsiteY3" fmla="*/ 891856 h 895486"/>
                <a:gd name="connsiteX4" fmla="*/ 6649 w 1521332"/>
                <a:gd name="connsiteY4" fmla="*/ 893761 h 895486"/>
                <a:gd name="connsiteX5" fmla="*/ 2052 w 1521332"/>
                <a:gd name="connsiteY5" fmla="*/ 758403 h 895486"/>
                <a:gd name="connsiteX0" fmla="*/ 1636 w 1520916"/>
                <a:gd name="connsiteY0" fmla="*/ 758403 h 895486"/>
                <a:gd name="connsiteX1" fmla="*/ 760039 w 1520916"/>
                <a:gd name="connsiteY1" fmla="*/ 0 h 895486"/>
                <a:gd name="connsiteX2" fmla="*/ 1518442 w 1520916"/>
                <a:gd name="connsiteY2" fmla="*/ 758403 h 895486"/>
                <a:gd name="connsiteX3" fmla="*/ 1505468 w 1520916"/>
                <a:gd name="connsiteY3" fmla="*/ 891856 h 895486"/>
                <a:gd name="connsiteX4" fmla="*/ 6233 w 1520916"/>
                <a:gd name="connsiteY4" fmla="*/ 893761 h 895486"/>
                <a:gd name="connsiteX5" fmla="*/ 1636 w 1520916"/>
                <a:gd name="connsiteY5" fmla="*/ 758403 h 895486"/>
                <a:gd name="connsiteX0" fmla="*/ 1636 w 1520916"/>
                <a:gd name="connsiteY0" fmla="*/ 758403 h 895486"/>
                <a:gd name="connsiteX1" fmla="*/ 760039 w 1520916"/>
                <a:gd name="connsiteY1" fmla="*/ 0 h 895486"/>
                <a:gd name="connsiteX2" fmla="*/ 1518442 w 1520916"/>
                <a:gd name="connsiteY2" fmla="*/ 758403 h 895486"/>
                <a:gd name="connsiteX3" fmla="*/ 1505468 w 1520916"/>
                <a:gd name="connsiteY3" fmla="*/ 891856 h 895486"/>
                <a:gd name="connsiteX4" fmla="*/ 6233 w 1520916"/>
                <a:gd name="connsiteY4" fmla="*/ 893761 h 895486"/>
                <a:gd name="connsiteX5" fmla="*/ 1636 w 1520916"/>
                <a:gd name="connsiteY5" fmla="*/ 758403 h 895486"/>
                <a:gd name="connsiteX0" fmla="*/ 1636 w 1520916"/>
                <a:gd name="connsiteY0" fmla="*/ 758403 h 895486"/>
                <a:gd name="connsiteX1" fmla="*/ 760039 w 1520916"/>
                <a:gd name="connsiteY1" fmla="*/ 0 h 895486"/>
                <a:gd name="connsiteX2" fmla="*/ 1518442 w 1520916"/>
                <a:gd name="connsiteY2" fmla="*/ 758403 h 895486"/>
                <a:gd name="connsiteX3" fmla="*/ 1505468 w 1520916"/>
                <a:gd name="connsiteY3" fmla="*/ 891856 h 895486"/>
                <a:gd name="connsiteX4" fmla="*/ 6233 w 1520916"/>
                <a:gd name="connsiteY4" fmla="*/ 893761 h 895486"/>
                <a:gd name="connsiteX5" fmla="*/ 1636 w 1520916"/>
                <a:gd name="connsiteY5" fmla="*/ 758403 h 895486"/>
                <a:gd name="connsiteX0" fmla="*/ 0 w 1519280"/>
                <a:gd name="connsiteY0" fmla="*/ 758403 h 895486"/>
                <a:gd name="connsiteX1" fmla="*/ 758403 w 1519280"/>
                <a:gd name="connsiteY1" fmla="*/ 0 h 895486"/>
                <a:gd name="connsiteX2" fmla="*/ 1516806 w 1519280"/>
                <a:gd name="connsiteY2" fmla="*/ 758403 h 895486"/>
                <a:gd name="connsiteX3" fmla="*/ 1503832 w 1519280"/>
                <a:gd name="connsiteY3" fmla="*/ 891856 h 895486"/>
                <a:gd name="connsiteX4" fmla="*/ 4597 w 1519280"/>
                <a:gd name="connsiteY4" fmla="*/ 893761 h 895486"/>
                <a:gd name="connsiteX5" fmla="*/ 0 w 1519280"/>
                <a:gd name="connsiteY5" fmla="*/ 758403 h 895486"/>
                <a:gd name="connsiteX0" fmla="*/ 15 w 1519295"/>
                <a:gd name="connsiteY0" fmla="*/ 758403 h 895486"/>
                <a:gd name="connsiteX1" fmla="*/ 758418 w 1519295"/>
                <a:gd name="connsiteY1" fmla="*/ 0 h 895486"/>
                <a:gd name="connsiteX2" fmla="*/ 1516821 w 1519295"/>
                <a:gd name="connsiteY2" fmla="*/ 758403 h 895486"/>
                <a:gd name="connsiteX3" fmla="*/ 1503847 w 1519295"/>
                <a:gd name="connsiteY3" fmla="*/ 891856 h 895486"/>
                <a:gd name="connsiteX4" fmla="*/ 4612 w 1519295"/>
                <a:gd name="connsiteY4" fmla="*/ 893761 h 895486"/>
                <a:gd name="connsiteX5" fmla="*/ 15 w 1519295"/>
                <a:gd name="connsiteY5" fmla="*/ 758403 h 895486"/>
                <a:gd name="connsiteX0" fmla="*/ 15 w 1518072"/>
                <a:gd name="connsiteY0" fmla="*/ 758403 h 895486"/>
                <a:gd name="connsiteX1" fmla="*/ 758418 w 1518072"/>
                <a:gd name="connsiteY1" fmla="*/ 0 h 895486"/>
                <a:gd name="connsiteX2" fmla="*/ 1516821 w 1518072"/>
                <a:gd name="connsiteY2" fmla="*/ 758403 h 895486"/>
                <a:gd name="connsiteX3" fmla="*/ 1503847 w 1518072"/>
                <a:gd name="connsiteY3" fmla="*/ 891856 h 895486"/>
                <a:gd name="connsiteX4" fmla="*/ 4612 w 1518072"/>
                <a:gd name="connsiteY4" fmla="*/ 893761 h 895486"/>
                <a:gd name="connsiteX5" fmla="*/ 15 w 1518072"/>
                <a:gd name="connsiteY5" fmla="*/ 758403 h 895486"/>
                <a:gd name="connsiteX0" fmla="*/ 15 w 1521508"/>
                <a:gd name="connsiteY0" fmla="*/ 758403 h 896275"/>
                <a:gd name="connsiteX1" fmla="*/ 758418 w 1521508"/>
                <a:gd name="connsiteY1" fmla="*/ 0 h 896275"/>
                <a:gd name="connsiteX2" fmla="*/ 1516821 w 1521508"/>
                <a:gd name="connsiteY2" fmla="*/ 758403 h 896275"/>
                <a:gd name="connsiteX3" fmla="*/ 1515277 w 1521508"/>
                <a:gd name="connsiteY3" fmla="*/ 893761 h 896275"/>
                <a:gd name="connsiteX4" fmla="*/ 4612 w 1521508"/>
                <a:gd name="connsiteY4" fmla="*/ 893761 h 896275"/>
                <a:gd name="connsiteX5" fmla="*/ 15 w 1521508"/>
                <a:gd name="connsiteY5" fmla="*/ 758403 h 896275"/>
                <a:gd name="connsiteX0" fmla="*/ 15 w 1520034"/>
                <a:gd name="connsiteY0" fmla="*/ 758403 h 896275"/>
                <a:gd name="connsiteX1" fmla="*/ 758418 w 1520034"/>
                <a:gd name="connsiteY1" fmla="*/ 0 h 896275"/>
                <a:gd name="connsiteX2" fmla="*/ 1516821 w 1520034"/>
                <a:gd name="connsiteY2" fmla="*/ 758403 h 896275"/>
                <a:gd name="connsiteX3" fmla="*/ 1515277 w 1520034"/>
                <a:gd name="connsiteY3" fmla="*/ 893761 h 896275"/>
                <a:gd name="connsiteX4" fmla="*/ 4612 w 1520034"/>
                <a:gd name="connsiteY4" fmla="*/ 893761 h 896275"/>
                <a:gd name="connsiteX5" fmla="*/ 15 w 1520034"/>
                <a:gd name="connsiteY5" fmla="*/ 758403 h 89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0034" h="896275">
                  <a:moveTo>
                    <a:pt x="15" y="758403"/>
                  </a:moveTo>
                  <a:cubicBezTo>
                    <a:pt x="-2621" y="348458"/>
                    <a:pt x="339564" y="0"/>
                    <a:pt x="758418" y="0"/>
                  </a:cubicBezTo>
                  <a:cubicBezTo>
                    <a:pt x="1177272" y="0"/>
                    <a:pt x="1525933" y="369730"/>
                    <a:pt x="1516821" y="758403"/>
                  </a:cubicBezTo>
                  <a:cubicBezTo>
                    <a:pt x="1521044" y="819416"/>
                    <a:pt x="1521662" y="866421"/>
                    <a:pt x="1515277" y="893761"/>
                  </a:cubicBezTo>
                  <a:cubicBezTo>
                    <a:pt x="1275307" y="897271"/>
                    <a:pt x="278111" y="896953"/>
                    <a:pt x="4612" y="893761"/>
                  </a:cubicBezTo>
                  <a:cubicBezTo>
                    <a:pt x="7752" y="853086"/>
                    <a:pt x="746" y="846403"/>
                    <a:pt x="15" y="75840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9" name="Freeform: Shape 54">
              <a:extLst>
                <a:ext uri="{FF2B5EF4-FFF2-40B4-BE49-F238E27FC236}">
                  <a16:creationId xmlns:a16="http://schemas.microsoft.com/office/drawing/2014/main" id="{B83F713F-D902-0B45-B517-DF736B79B5A5}"/>
                </a:ext>
              </a:extLst>
            </p:cNvPr>
            <p:cNvSpPr/>
            <p:nvPr userDrawn="1"/>
          </p:nvSpPr>
          <p:spPr>
            <a:xfrm>
              <a:off x="8043863" y="4323159"/>
              <a:ext cx="1085851" cy="821769"/>
            </a:xfrm>
            <a:custGeom>
              <a:avLst/>
              <a:gdLst>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76516"/>
                <a:gd name="connsiteY0" fmla="*/ 0 h 1288026"/>
                <a:gd name="connsiteX1" fmla="*/ 0 w 1376516"/>
                <a:gd name="connsiteY1" fmla="*/ 1288026 h 1288026"/>
                <a:gd name="connsiteX2" fmla="*/ 1376516 w 1376516"/>
                <a:gd name="connsiteY2" fmla="*/ 0 h 1288026"/>
                <a:gd name="connsiteX3" fmla="*/ 0 w 1376516"/>
                <a:gd name="connsiteY3" fmla="*/ 0 h 1288026"/>
                <a:gd name="connsiteX0" fmla="*/ 0 w 1399231"/>
                <a:gd name="connsiteY0" fmla="*/ 0 h 1324509"/>
                <a:gd name="connsiteX1" fmla="*/ 0 w 1399231"/>
                <a:gd name="connsiteY1" fmla="*/ 1288026 h 1324509"/>
                <a:gd name="connsiteX2" fmla="*/ 796829 w 1399231"/>
                <a:gd name="connsiteY2" fmla="*/ 886426 h 1324509"/>
                <a:gd name="connsiteX3" fmla="*/ 1376516 w 1399231"/>
                <a:gd name="connsiteY3" fmla="*/ 0 h 1324509"/>
                <a:gd name="connsiteX4" fmla="*/ 0 w 1399231"/>
                <a:gd name="connsiteY4" fmla="*/ 0 h 1324509"/>
                <a:gd name="connsiteX0" fmla="*/ 242 w 1399473"/>
                <a:gd name="connsiteY0" fmla="*/ 0 h 1324509"/>
                <a:gd name="connsiteX1" fmla="*/ 0 w 1399473"/>
                <a:gd name="connsiteY1" fmla="*/ 880250 h 1324509"/>
                <a:gd name="connsiteX2" fmla="*/ 242 w 1399473"/>
                <a:gd name="connsiteY2" fmla="*/ 1288026 h 1324509"/>
                <a:gd name="connsiteX3" fmla="*/ 797071 w 1399473"/>
                <a:gd name="connsiteY3" fmla="*/ 886426 h 1324509"/>
                <a:gd name="connsiteX4" fmla="*/ 1376758 w 1399473"/>
                <a:gd name="connsiteY4" fmla="*/ 0 h 1324509"/>
                <a:gd name="connsiteX5" fmla="*/ 242 w 1399473"/>
                <a:gd name="connsiteY5" fmla="*/ 0 h 1324509"/>
                <a:gd name="connsiteX0" fmla="*/ 242 w 1399473"/>
                <a:gd name="connsiteY0" fmla="*/ 0 h 993796"/>
                <a:gd name="connsiteX1" fmla="*/ 0 w 1399473"/>
                <a:gd name="connsiteY1" fmla="*/ 880250 h 993796"/>
                <a:gd name="connsiteX2" fmla="*/ 797071 w 1399473"/>
                <a:gd name="connsiteY2" fmla="*/ 886426 h 993796"/>
                <a:gd name="connsiteX3" fmla="*/ 1376758 w 1399473"/>
                <a:gd name="connsiteY3" fmla="*/ 0 h 993796"/>
                <a:gd name="connsiteX4" fmla="*/ 242 w 1399473"/>
                <a:gd name="connsiteY4" fmla="*/ 0 h 993796"/>
                <a:gd name="connsiteX0" fmla="*/ 242 w 1399473"/>
                <a:gd name="connsiteY0" fmla="*/ 0 h 950627"/>
                <a:gd name="connsiteX1" fmla="*/ 0 w 1399473"/>
                <a:gd name="connsiteY1" fmla="*/ 880250 h 950627"/>
                <a:gd name="connsiteX2" fmla="*/ 797071 w 1399473"/>
                <a:gd name="connsiteY2" fmla="*/ 886426 h 950627"/>
                <a:gd name="connsiteX3" fmla="*/ 1376758 w 1399473"/>
                <a:gd name="connsiteY3" fmla="*/ 0 h 950627"/>
                <a:gd name="connsiteX4" fmla="*/ 242 w 1399473"/>
                <a:gd name="connsiteY4" fmla="*/ 0 h 950627"/>
                <a:gd name="connsiteX0" fmla="*/ 242 w 1399473"/>
                <a:gd name="connsiteY0" fmla="*/ 0 h 886426"/>
                <a:gd name="connsiteX1" fmla="*/ 0 w 1399473"/>
                <a:gd name="connsiteY1" fmla="*/ 880250 h 886426"/>
                <a:gd name="connsiteX2" fmla="*/ 797071 w 1399473"/>
                <a:gd name="connsiteY2" fmla="*/ 886426 h 886426"/>
                <a:gd name="connsiteX3" fmla="*/ 1376758 w 1399473"/>
                <a:gd name="connsiteY3" fmla="*/ 0 h 886426"/>
                <a:gd name="connsiteX4" fmla="*/ 242 w 1399473"/>
                <a:gd name="connsiteY4" fmla="*/ 0 h 886426"/>
                <a:gd name="connsiteX0" fmla="*/ 242 w 1400040"/>
                <a:gd name="connsiteY0" fmla="*/ 0 h 884882"/>
                <a:gd name="connsiteX1" fmla="*/ 0 w 1400040"/>
                <a:gd name="connsiteY1" fmla="*/ 880250 h 884882"/>
                <a:gd name="connsiteX2" fmla="*/ 811563 w 1400040"/>
                <a:gd name="connsiteY2" fmla="*/ 884882 h 884882"/>
                <a:gd name="connsiteX3" fmla="*/ 1376758 w 1400040"/>
                <a:gd name="connsiteY3" fmla="*/ 0 h 884882"/>
                <a:gd name="connsiteX4" fmla="*/ 242 w 1400040"/>
                <a:gd name="connsiteY4" fmla="*/ 0 h 884882"/>
                <a:gd name="connsiteX0" fmla="*/ 242 w 1376758"/>
                <a:gd name="connsiteY0" fmla="*/ 0 h 884882"/>
                <a:gd name="connsiteX1" fmla="*/ 0 w 1376758"/>
                <a:gd name="connsiteY1" fmla="*/ 880250 h 884882"/>
                <a:gd name="connsiteX2" fmla="*/ 811563 w 1376758"/>
                <a:gd name="connsiteY2" fmla="*/ 884882 h 884882"/>
                <a:gd name="connsiteX3" fmla="*/ 1376758 w 1376758"/>
                <a:gd name="connsiteY3" fmla="*/ 0 h 884882"/>
                <a:gd name="connsiteX4" fmla="*/ 242 w 1376758"/>
                <a:gd name="connsiteY4" fmla="*/ 0 h 884882"/>
                <a:gd name="connsiteX0" fmla="*/ 242 w 1376758"/>
                <a:gd name="connsiteY0" fmla="*/ 0 h 884882"/>
                <a:gd name="connsiteX1" fmla="*/ 0 w 1376758"/>
                <a:gd name="connsiteY1" fmla="*/ 880250 h 884882"/>
                <a:gd name="connsiteX2" fmla="*/ 811563 w 1376758"/>
                <a:gd name="connsiteY2" fmla="*/ 884882 h 884882"/>
                <a:gd name="connsiteX3" fmla="*/ 1376758 w 1376758"/>
                <a:gd name="connsiteY3" fmla="*/ 0 h 884882"/>
                <a:gd name="connsiteX4" fmla="*/ 242 w 1376758"/>
                <a:gd name="connsiteY4" fmla="*/ 0 h 884882"/>
                <a:gd name="connsiteX0" fmla="*/ 242 w 1376758"/>
                <a:gd name="connsiteY0" fmla="*/ 0 h 884882"/>
                <a:gd name="connsiteX1" fmla="*/ 0 w 1376758"/>
                <a:gd name="connsiteY1" fmla="*/ 880250 h 884882"/>
                <a:gd name="connsiteX2" fmla="*/ 811563 w 1376758"/>
                <a:gd name="connsiteY2" fmla="*/ 884882 h 884882"/>
                <a:gd name="connsiteX3" fmla="*/ 1376758 w 1376758"/>
                <a:gd name="connsiteY3" fmla="*/ 0 h 884882"/>
                <a:gd name="connsiteX4" fmla="*/ 242 w 1376758"/>
                <a:gd name="connsiteY4" fmla="*/ 0 h 884882"/>
                <a:gd name="connsiteX0" fmla="*/ 242 w 1376758"/>
                <a:gd name="connsiteY0" fmla="*/ 0 h 887970"/>
                <a:gd name="connsiteX1" fmla="*/ 0 w 1376758"/>
                <a:gd name="connsiteY1" fmla="*/ 887970 h 887970"/>
                <a:gd name="connsiteX2" fmla="*/ 811563 w 1376758"/>
                <a:gd name="connsiteY2" fmla="*/ 884882 h 887970"/>
                <a:gd name="connsiteX3" fmla="*/ 1376758 w 1376758"/>
                <a:gd name="connsiteY3" fmla="*/ 0 h 887970"/>
                <a:gd name="connsiteX4" fmla="*/ 242 w 1376758"/>
                <a:gd name="connsiteY4" fmla="*/ 0 h 887970"/>
                <a:gd name="connsiteX0" fmla="*/ 242 w 1376758"/>
                <a:gd name="connsiteY0" fmla="*/ 0 h 887970"/>
                <a:gd name="connsiteX1" fmla="*/ 0 w 1376758"/>
                <a:gd name="connsiteY1" fmla="*/ 887970 h 887970"/>
                <a:gd name="connsiteX2" fmla="*/ 807940 w 1376758"/>
                <a:gd name="connsiteY2" fmla="*/ 887970 h 887970"/>
                <a:gd name="connsiteX3" fmla="*/ 1376758 w 1376758"/>
                <a:gd name="connsiteY3" fmla="*/ 0 h 887970"/>
                <a:gd name="connsiteX4" fmla="*/ 242 w 1376758"/>
                <a:gd name="connsiteY4" fmla="*/ 0 h 887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6758" h="887970">
                  <a:moveTo>
                    <a:pt x="242" y="0"/>
                  </a:moveTo>
                  <a:cubicBezTo>
                    <a:pt x="161" y="293417"/>
                    <a:pt x="81" y="594553"/>
                    <a:pt x="0" y="887970"/>
                  </a:cubicBezTo>
                  <a:lnTo>
                    <a:pt x="807940" y="887970"/>
                  </a:lnTo>
                  <a:cubicBezTo>
                    <a:pt x="1064531" y="684106"/>
                    <a:pt x="1308485" y="289772"/>
                    <a:pt x="1376758" y="0"/>
                  </a:cubicBezTo>
                  <a:lnTo>
                    <a:pt x="24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6" y="6463061"/>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60" name="Oval 59">
            <a:extLst>
              <a:ext uri="{FF2B5EF4-FFF2-40B4-BE49-F238E27FC236}">
                <a16:creationId xmlns:a16="http://schemas.microsoft.com/office/drawing/2014/main" id="{8E23D8EC-B8DB-EA44-A35B-97C753292CD0}"/>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380187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White Geometric 4">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16FDB018-EB07-437A-AD43-F2DFB5A58DD6}"/>
              </a:ext>
            </a:extLst>
          </p:cNvPr>
          <p:cNvGrpSpPr/>
          <p:nvPr userDrawn="1"/>
        </p:nvGrpSpPr>
        <p:grpSpPr>
          <a:xfrm>
            <a:off x="9133838" y="1"/>
            <a:ext cx="3058161" cy="6858001"/>
            <a:chOff x="9133839" y="0"/>
            <a:chExt cx="3058161" cy="6858001"/>
          </a:xfrm>
        </p:grpSpPr>
        <p:sp>
          <p:nvSpPr>
            <p:cNvPr id="38" name="Rectangle 37">
              <a:extLst>
                <a:ext uri="{FF2B5EF4-FFF2-40B4-BE49-F238E27FC236}">
                  <a16:creationId xmlns:a16="http://schemas.microsoft.com/office/drawing/2014/main" id="{358CD73A-D1A7-43C8-A837-0CFC4086860D}"/>
                </a:ext>
              </a:extLst>
            </p:cNvPr>
            <p:cNvSpPr/>
            <p:nvPr userDrawn="1"/>
          </p:nvSpPr>
          <p:spPr>
            <a:xfrm>
              <a:off x="9133839" y="0"/>
              <a:ext cx="3058161"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65" name="Picture 64">
              <a:extLst>
                <a:ext uri="{FF2B5EF4-FFF2-40B4-BE49-F238E27FC236}">
                  <a16:creationId xmlns:a16="http://schemas.microsoft.com/office/drawing/2014/main" id="{2477B1A8-9FEC-4D77-90D3-555FC958C01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33286" y="6463061"/>
              <a:ext cx="1376886" cy="270106"/>
            </a:xfrm>
            <a:prstGeom prst="rect">
              <a:avLst/>
            </a:prstGeom>
          </p:spPr>
        </p:pic>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6" y="6463061"/>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4" name="Oval 53">
            <a:extLst>
              <a:ext uri="{FF2B5EF4-FFF2-40B4-BE49-F238E27FC236}">
                <a16:creationId xmlns:a16="http://schemas.microsoft.com/office/drawing/2014/main" id="{119DA2EA-38F5-5847-86ED-5FA93089D9D5}"/>
              </a:ext>
            </a:extLst>
          </p:cNvPr>
          <p:cNvSpPr/>
          <p:nvPr userDrawn="1"/>
        </p:nvSpPr>
        <p:spPr>
          <a:xfrm>
            <a:off x="9353329" y="3496711"/>
            <a:ext cx="2701019" cy="27217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5" name="Flowchart: Delay 10">
            <a:extLst>
              <a:ext uri="{FF2B5EF4-FFF2-40B4-BE49-F238E27FC236}">
                <a16:creationId xmlns:a16="http://schemas.microsoft.com/office/drawing/2014/main" id="{C5D820BC-271F-CE47-9B76-4C4A0F6067F7}"/>
              </a:ext>
            </a:extLst>
          </p:cNvPr>
          <p:cNvSpPr/>
          <p:nvPr userDrawn="1"/>
        </p:nvSpPr>
        <p:spPr>
          <a:xfrm rot="5400000">
            <a:off x="8982205" y="322310"/>
            <a:ext cx="3370112" cy="2725493"/>
          </a:xfrm>
          <a:custGeom>
            <a:avLst/>
            <a:gdLst>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61290" h="3055776">
                <a:moveTo>
                  <a:pt x="0" y="0"/>
                </a:moveTo>
                <a:lnTo>
                  <a:pt x="1680645" y="0"/>
                </a:lnTo>
                <a:cubicBezTo>
                  <a:pt x="2638336" y="0"/>
                  <a:pt x="3361290" y="615233"/>
                  <a:pt x="3361290" y="1527888"/>
                </a:cubicBezTo>
                <a:cubicBezTo>
                  <a:pt x="3361290" y="2440543"/>
                  <a:pt x="2608840" y="3055776"/>
                  <a:pt x="1680645" y="3055776"/>
                </a:cubicBezTo>
                <a:lnTo>
                  <a:pt x="0" y="3055776"/>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7" name="Oval 26">
            <a:extLst>
              <a:ext uri="{FF2B5EF4-FFF2-40B4-BE49-F238E27FC236}">
                <a16:creationId xmlns:a16="http://schemas.microsoft.com/office/drawing/2014/main" id="{4C92C6FB-4449-4243-8618-5D6D04984EA3}"/>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5750612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4" y="873173"/>
            <a:ext cx="8022588"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12538161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4" y="873173"/>
            <a:ext cx="7692799"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14044839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4" y="873173"/>
            <a:ext cx="7804415"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23572218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5" y="873173"/>
            <a:ext cx="7692797"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17642099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5" y="873173"/>
            <a:ext cx="7692797"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6320302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White Geometric 2">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3708B2FC-514E-48CE-A8FE-DAE644EC4819}"/>
              </a:ext>
            </a:extLst>
          </p:cNvPr>
          <p:cNvGrpSpPr/>
          <p:nvPr userDrawn="1"/>
        </p:nvGrpSpPr>
        <p:grpSpPr>
          <a:xfrm>
            <a:off x="9133841" y="1"/>
            <a:ext cx="3058161" cy="6861809"/>
            <a:chOff x="9133840" y="0"/>
            <a:chExt cx="3058161" cy="6861809"/>
          </a:xfrm>
        </p:grpSpPr>
        <p:sp>
          <p:nvSpPr>
            <p:cNvPr id="33" name="Rectangle 32">
              <a:extLst>
                <a:ext uri="{FF2B5EF4-FFF2-40B4-BE49-F238E27FC236}">
                  <a16:creationId xmlns:a16="http://schemas.microsoft.com/office/drawing/2014/main" id="{2757707F-408C-4ABA-BA2E-197D82DF482D}"/>
                </a:ext>
              </a:extLst>
            </p:cNvPr>
            <p:cNvSpPr/>
            <p:nvPr userDrawn="1"/>
          </p:nvSpPr>
          <p:spPr>
            <a:xfrm>
              <a:off x="9133840" y="0"/>
              <a:ext cx="3058161" cy="6858001"/>
            </a:xfrm>
            <a:prstGeom prst="rect">
              <a:avLst/>
            </a:prstGeom>
            <a:solidFill>
              <a:srgbClr val="EB76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Freeform: Shape 33">
              <a:extLst>
                <a:ext uri="{FF2B5EF4-FFF2-40B4-BE49-F238E27FC236}">
                  <a16:creationId xmlns:a16="http://schemas.microsoft.com/office/drawing/2014/main" id="{26094E6B-4354-46AA-97E0-B92705CB152D}"/>
                </a:ext>
              </a:extLst>
            </p:cNvPr>
            <p:cNvSpPr/>
            <p:nvPr userDrawn="1"/>
          </p:nvSpPr>
          <p:spPr>
            <a:xfrm>
              <a:off x="9629422" y="0"/>
              <a:ext cx="2562578" cy="2381956"/>
            </a:xfrm>
            <a:custGeom>
              <a:avLst/>
              <a:gdLst>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6595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23641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2578" h="2381956">
                  <a:moveTo>
                    <a:pt x="0" y="0"/>
                  </a:moveTo>
                  <a:lnTo>
                    <a:pt x="0" y="2381956"/>
                  </a:lnTo>
                  <a:lnTo>
                    <a:pt x="2562578" y="2381956"/>
                  </a:lnTo>
                  <a:lnTo>
                    <a:pt x="2562578" y="1320800"/>
                  </a:lnTo>
                  <a:cubicBezTo>
                    <a:pt x="2262764" y="831003"/>
                    <a:pt x="1879130" y="375497"/>
                    <a:pt x="1343096" y="0"/>
                  </a:cubicBezTo>
                  <a:lnTo>
                    <a:pt x="0" y="0"/>
                  </a:lnTo>
                  <a:close/>
                </a:path>
              </a:pathLst>
            </a:custGeom>
            <a:solidFill>
              <a:srgbClr val="F2A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extLst>
                <a:ext uri="{FF2B5EF4-FFF2-40B4-BE49-F238E27FC236}">
                  <a16:creationId xmlns:a16="http://schemas.microsoft.com/office/drawing/2014/main" id="{B25A68A4-C4E0-4ECD-8605-B042634CB5DE}"/>
                </a:ext>
              </a:extLst>
            </p:cNvPr>
            <p:cNvSpPr/>
            <p:nvPr userDrawn="1"/>
          </p:nvSpPr>
          <p:spPr>
            <a:xfrm>
              <a:off x="9136174" y="3063239"/>
              <a:ext cx="3055826" cy="400051"/>
            </a:xfrm>
            <a:prstGeom prst="rect">
              <a:avLst/>
            </a:prstGeom>
            <a:solidFill>
              <a:srgbClr val="F2A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8" name="Freeform: Shape 37">
              <a:extLst>
                <a:ext uri="{FF2B5EF4-FFF2-40B4-BE49-F238E27FC236}">
                  <a16:creationId xmlns:a16="http://schemas.microsoft.com/office/drawing/2014/main" id="{4794AF88-E403-4586-AADD-8225EF4613A8}"/>
                </a:ext>
              </a:extLst>
            </p:cNvPr>
            <p:cNvSpPr/>
            <p:nvPr userDrawn="1"/>
          </p:nvSpPr>
          <p:spPr>
            <a:xfrm flipV="1">
              <a:off x="9629422" y="4424342"/>
              <a:ext cx="2562578" cy="2437467"/>
            </a:xfrm>
            <a:custGeom>
              <a:avLst/>
              <a:gdLst>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6595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23641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0 h 2381956"/>
                <a:gd name="connsiteX1" fmla="*/ 0 w 2562578"/>
                <a:gd name="connsiteY1" fmla="*/ 2381956 h 2381956"/>
                <a:gd name="connsiteX2" fmla="*/ 2562578 w 2562578"/>
                <a:gd name="connsiteY2" fmla="*/ 2381956 h 2381956"/>
                <a:gd name="connsiteX3" fmla="*/ 2562578 w 2562578"/>
                <a:gd name="connsiteY3" fmla="*/ 1320800 h 2381956"/>
                <a:gd name="connsiteX4" fmla="*/ 1343096 w 2562578"/>
                <a:gd name="connsiteY4" fmla="*/ 0 h 2381956"/>
                <a:gd name="connsiteX5" fmla="*/ 0 w 2562578"/>
                <a:gd name="connsiteY5" fmla="*/ 0 h 2381956"/>
                <a:gd name="connsiteX0" fmla="*/ 0 w 2562578"/>
                <a:gd name="connsiteY0" fmla="*/ 57098 h 2439054"/>
                <a:gd name="connsiteX1" fmla="*/ 0 w 2562578"/>
                <a:gd name="connsiteY1" fmla="*/ 2439054 h 2439054"/>
                <a:gd name="connsiteX2" fmla="*/ 2562578 w 2562578"/>
                <a:gd name="connsiteY2" fmla="*/ 2439054 h 2439054"/>
                <a:gd name="connsiteX3" fmla="*/ 2562578 w 2562578"/>
                <a:gd name="connsiteY3" fmla="*/ 1377898 h 2439054"/>
                <a:gd name="connsiteX4" fmla="*/ 1282136 w 2562578"/>
                <a:gd name="connsiteY4" fmla="*/ 0 h 2439054"/>
                <a:gd name="connsiteX5" fmla="*/ 0 w 2562578"/>
                <a:gd name="connsiteY5" fmla="*/ 57098 h 2439054"/>
                <a:gd name="connsiteX0" fmla="*/ 0 w 2562578"/>
                <a:gd name="connsiteY0" fmla="*/ 7613 h 2439054"/>
                <a:gd name="connsiteX1" fmla="*/ 0 w 2562578"/>
                <a:gd name="connsiteY1" fmla="*/ 2439054 h 2439054"/>
                <a:gd name="connsiteX2" fmla="*/ 2562578 w 2562578"/>
                <a:gd name="connsiteY2" fmla="*/ 2439054 h 2439054"/>
                <a:gd name="connsiteX3" fmla="*/ 2562578 w 2562578"/>
                <a:gd name="connsiteY3" fmla="*/ 1377898 h 2439054"/>
                <a:gd name="connsiteX4" fmla="*/ 1282136 w 2562578"/>
                <a:gd name="connsiteY4" fmla="*/ 0 h 2439054"/>
                <a:gd name="connsiteX5" fmla="*/ 0 w 2562578"/>
                <a:gd name="connsiteY5" fmla="*/ 7613 h 2439054"/>
                <a:gd name="connsiteX0" fmla="*/ 0 w 2562578"/>
                <a:gd name="connsiteY0" fmla="*/ 7613 h 2439054"/>
                <a:gd name="connsiteX1" fmla="*/ 0 w 2562578"/>
                <a:gd name="connsiteY1" fmla="*/ 2439054 h 2439054"/>
                <a:gd name="connsiteX2" fmla="*/ 2562578 w 2562578"/>
                <a:gd name="connsiteY2" fmla="*/ 2439054 h 2439054"/>
                <a:gd name="connsiteX3" fmla="*/ 2562578 w 2562578"/>
                <a:gd name="connsiteY3" fmla="*/ 1377898 h 2439054"/>
                <a:gd name="connsiteX4" fmla="*/ 1282136 w 2562578"/>
                <a:gd name="connsiteY4" fmla="*/ 0 h 2439054"/>
                <a:gd name="connsiteX5" fmla="*/ 0 w 2562578"/>
                <a:gd name="connsiteY5" fmla="*/ 7613 h 2439054"/>
                <a:gd name="connsiteX0" fmla="*/ 0 w 2562578"/>
                <a:gd name="connsiteY0" fmla="*/ 3806 h 2435247"/>
                <a:gd name="connsiteX1" fmla="*/ 0 w 2562578"/>
                <a:gd name="connsiteY1" fmla="*/ 2435247 h 2435247"/>
                <a:gd name="connsiteX2" fmla="*/ 2562578 w 2562578"/>
                <a:gd name="connsiteY2" fmla="*/ 2435247 h 2435247"/>
                <a:gd name="connsiteX3" fmla="*/ 2562578 w 2562578"/>
                <a:gd name="connsiteY3" fmla="*/ 1374091 h 2435247"/>
                <a:gd name="connsiteX4" fmla="*/ 1282136 w 2562578"/>
                <a:gd name="connsiteY4" fmla="*/ 0 h 2435247"/>
                <a:gd name="connsiteX5" fmla="*/ 0 w 2562578"/>
                <a:gd name="connsiteY5" fmla="*/ 3806 h 2435247"/>
                <a:gd name="connsiteX0" fmla="*/ 0 w 2562578"/>
                <a:gd name="connsiteY0" fmla="*/ 3806 h 2435247"/>
                <a:gd name="connsiteX1" fmla="*/ 0 w 2562578"/>
                <a:gd name="connsiteY1" fmla="*/ 2435247 h 2435247"/>
                <a:gd name="connsiteX2" fmla="*/ 2562578 w 2562578"/>
                <a:gd name="connsiteY2" fmla="*/ 2435247 h 2435247"/>
                <a:gd name="connsiteX3" fmla="*/ 2562578 w 2562578"/>
                <a:gd name="connsiteY3" fmla="*/ 1374091 h 2435247"/>
                <a:gd name="connsiteX4" fmla="*/ 1282136 w 2562578"/>
                <a:gd name="connsiteY4" fmla="*/ 0 h 2435247"/>
                <a:gd name="connsiteX5" fmla="*/ 0 w 2562578"/>
                <a:gd name="connsiteY5" fmla="*/ 3806 h 2435247"/>
                <a:gd name="connsiteX0" fmla="*/ 0 w 2562578"/>
                <a:gd name="connsiteY0" fmla="*/ 3806 h 2435247"/>
                <a:gd name="connsiteX1" fmla="*/ 0 w 2562578"/>
                <a:gd name="connsiteY1" fmla="*/ 2435247 h 2435247"/>
                <a:gd name="connsiteX2" fmla="*/ 2562578 w 2562578"/>
                <a:gd name="connsiteY2" fmla="*/ 2435247 h 2435247"/>
                <a:gd name="connsiteX3" fmla="*/ 2562578 w 2562578"/>
                <a:gd name="connsiteY3" fmla="*/ 1374091 h 2435247"/>
                <a:gd name="connsiteX4" fmla="*/ 1282136 w 2562578"/>
                <a:gd name="connsiteY4" fmla="*/ 0 h 2435247"/>
                <a:gd name="connsiteX5" fmla="*/ 0 w 2562578"/>
                <a:gd name="connsiteY5" fmla="*/ 3806 h 2435247"/>
                <a:gd name="connsiteX0" fmla="*/ 0 w 2562578"/>
                <a:gd name="connsiteY0" fmla="*/ 3806 h 2435247"/>
                <a:gd name="connsiteX1" fmla="*/ 0 w 2562578"/>
                <a:gd name="connsiteY1" fmla="*/ 2435247 h 2435247"/>
                <a:gd name="connsiteX2" fmla="*/ 2562578 w 2562578"/>
                <a:gd name="connsiteY2" fmla="*/ 2435247 h 2435247"/>
                <a:gd name="connsiteX3" fmla="*/ 2562578 w 2562578"/>
                <a:gd name="connsiteY3" fmla="*/ 1374091 h 2435247"/>
                <a:gd name="connsiteX4" fmla="*/ 1282136 w 2562578"/>
                <a:gd name="connsiteY4" fmla="*/ 0 h 2435247"/>
                <a:gd name="connsiteX5" fmla="*/ 0 w 2562578"/>
                <a:gd name="connsiteY5" fmla="*/ 3806 h 2435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2578" h="2435247">
                  <a:moveTo>
                    <a:pt x="0" y="3806"/>
                  </a:moveTo>
                  <a:lnTo>
                    <a:pt x="0" y="2435247"/>
                  </a:lnTo>
                  <a:lnTo>
                    <a:pt x="2562578" y="2435247"/>
                  </a:lnTo>
                  <a:lnTo>
                    <a:pt x="2562578" y="1374091"/>
                  </a:lnTo>
                  <a:cubicBezTo>
                    <a:pt x="2236094" y="792937"/>
                    <a:pt x="1753400" y="345044"/>
                    <a:pt x="1282136" y="0"/>
                  </a:cubicBezTo>
                  <a:lnTo>
                    <a:pt x="0" y="3806"/>
                  </a:lnTo>
                  <a:close/>
                </a:path>
              </a:pathLst>
            </a:custGeom>
            <a:solidFill>
              <a:srgbClr val="F2A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6" y="6463061"/>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25" name="Oval 24">
            <a:extLst>
              <a:ext uri="{FF2B5EF4-FFF2-40B4-BE49-F238E27FC236}">
                <a16:creationId xmlns:a16="http://schemas.microsoft.com/office/drawing/2014/main" id="{7A7D1C10-0F7D-324C-B231-B42B7321EDDE}"/>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30129059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ite Geometric 5">
    <p:spTree>
      <p:nvGrpSpPr>
        <p:cNvPr id="1" name=""/>
        <p:cNvGrpSpPr/>
        <p:nvPr/>
      </p:nvGrpSpPr>
      <p:grpSpPr>
        <a:xfrm>
          <a:off x="0" y="0"/>
          <a:ext cx="0" cy="0"/>
          <a:chOff x="0" y="0"/>
          <a:chExt cx="0" cy="0"/>
        </a:xfrm>
      </p:grpSpPr>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39" name="Group 38">
            <a:extLst>
              <a:ext uri="{FF2B5EF4-FFF2-40B4-BE49-F238E27FC236}">
                <a16:creationId xmlns:a16="http://schemas.microsoft.com/office/drawing/2014/main" id="{BF122595-6DE5-4ECF-8D91-705E52632F8C}"/>
              </a:ext>
            </a:extLst>
          </p:cNvPr>
          <p:cNvGrpSpPr/>
          <p:nvPr userDrawn="1"/>
        </p:nvGrpSpPr>
        <p:grpSpPr>
          <a:xfrm>
            <a:off x="10233286" y="6353913"/>
            <a:ext cx="1859309" cy="488403"/>
            <a:chOff x="10233285" y="6353913"/>
            <a:chExt cx="1859309" cy="488403"/>
          </a:xfrm>
        </p:grpSpPr>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41" name="Oval 40">
              <a:extLst>
                <a:ext uri="{FF2B5EF4-FFF2-40B4-BE49-F238E27FC236}">
                  <a16:creationId xmlns:a16="http://schemas.microsoft.com/office/drawing/2014/main" id="{9D6FBEB9-96CC-483F-A32F-9E7B996645D3}"/>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pic>
        <p:nvPicPr>
          <p:cNvPr id="21" name="Picture 20">
            <a:extLst>
              <a:ext uri="{FF2B5EF4-FFF2-40B4-BE49-F238E27FC236}">
                <a16:creationId xmlns:a16="http://schemas.microsoft.com/office/drawing/2014/main" id="{3EB5461D-D1AE-5243-8736-A3D4B22C483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137904" y="1"/>
            <a:ext cx="3054097" cy="6857999"/>
          </a:xfrm>
          <a:prstGeom prst="rect">
            <a:avLst/>
          </a:prstGeom>
        </p:spPr>
      </p:pic>
      <p:grpSp>
        <p:nvGrpSpPr>
          <p:cNvPr id="23" name="Group 22">
            <a:extLst>
              <a:ext uri="{FF2B5EF4-FFF2-40B4-BE49-F238E27FC236}">
                <a16:creationId xmlns:a16="http://schemas.microsoft.com/office/drawing/2014/main" id="{CF44A66F-B767-4E4D-A572-5BC912B9F0B1}"/>
              </a:ext>
            </a:extLst>
          </p:cNvPr>
          <p:cNvGrpSpPr>
            <a:grpSpLocks noChangeAspect="1"/>
          </p:cNvGrpSpPr>
          <p:nvPr userDrawn="1"/>
        </p:nvGrpSpPr>
        <p:grpSpPr>
          <a:xfrm>
            <a:off x="10233286" y="6463061"/>
            <a:ext cx="1381500" cy="272839"/>
            <a:chOff x="13039725" y="3148013"/>
            <a:chExt cx="4814888" cy="950913"/>
          </a:xfrm>
          <a:solidFill>
            <a:schemeClr val="bg1"/>
          </a:solidFill>
        </p:grpSpPr>
        <p:sp>
          <p:nvSpPr>
            <p:cNvPr id="24" name="Freeform 6">
              <a:extLst>
                <a:ext uri="{FF2B5EF4-FFF2-40B4-BE49-F238E27FC236}">
                  <a16:creationId xmlns:a16="http://schemas.microsoft.com/office/drawing/2014/main" id="{21092367-E8C6-E64F-97BD-1EA49403FBF3}"/>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5" name="Freeform 7">
              <a:extLst>
                <a:ext uri="{FF2B5EF4-FFF2-40B4-BE49-F238E27FC236}">
                  <a16:creationId xmlns:a16="http://schemas.microsoft.com/office/drawing/2014/main" id="{6273779A-AA97-7240-8800-7916D6579AED}"/>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6" name="Freeform 8">
              <a:extLst>
                <a:ext uri="{FF2B5EF4-FFF2-40B4-BE49-F238E27FC236}">
                  <a16:creationId xmlns:a16="http://schemas.microsoft.com/office/drawing/2014/main" id="{F858282A-B83B-E741-8B8B-1729277FA8E1}"/>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7" name="Rectangle 9">
              <a:extLst>
                <a:ext uri="{FF2B5EF4-FFF2-40B4-BE49-F238E27FC236}">
                  <a16:creationId xmlns:a16="http://schemas.microsoft.com/office/drawing/2014/main" id="{742A9569-3137-1C43-BBB4-575A5786670C}"/>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28" name="Freeform 10">
              <a:extLst>
                <a:ext uri="{FF2B5EF4-FFF2-40B4-BE49-F238E27FC236}">
                  <a16:creationId xmlns:a16="http://schemas.microsoft.com/office/drawing/2014/main" id="{2290642D-CF9B-FB46-8EE7-E78B794B4EF7}"/>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9" name="Freeform 11">
              <a:extLst>
                <a:ext uri="{FF2B5EF4-FFF2-40B4-BE49-F238E27FC236}">
                  <a16:creationId xmlns:a16="http://schemas.microsoft.com/office/drawing/2014/main" id="{26EC89C3-F6D1-0943-83D5-1D108EAC11B2}"/>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0" name="Freeform 12">
              <a:extLst>
                <a:ext uri="{FF2B5EF4-FFF2-40B4-BE49-F238E27FC236}">
                  <a16:creationId xmlns:a16="http://schemas.microsoft.com/office/drawing/2014/main" id="{A6680E0F-114E-704E-878C-6E6B0DFE3236}"/>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1" name="Freeform 13">
              <a:extLst>
                <a:ext uri="{FF2B5EF4-FFF2-40B4-BE49-F238E27FC236}">
                  <a16:creationId xmlns:a16="http://schemas.microsoft.com/office/drawing/2014/main" id="{3DF3281E-E952-5848-8DC5-8B8098A2107D}"/>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3" name="Freeform 14">
              <a:extLst>
                <a:ext uri="{FF2B5EF4-FFF2-40B4-BE49-F238E27FC236}">
                  <a16:creationId xmlns:a16="http://schemas.microsoft.com/office/drawing/2014/main" id="{377DC677-DA63-AF42-9E6E-4943CD1C30FA}"/>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4" name="Freeform 15">
              <a:extLst>
                <a:ext uri="{FF2B5EF4-FFF2-40B4-BE49-F238E27FC236}">
                  <a16:creationId xmlns:a16="http://schemas.microsoft.com/office/drawing/2014/main" id="{A51405B4-0D18-8745-91B4-A66BFAEA5E9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6" name="Freeform 16">
              <a:extLst>
                <a:ext uri="{FF2B5EF4-FFF2-40B4-BE49-F238E27FC236}">
                  <a16:creationId xmlns:a16="http://schemas.microsoft.com/office/drawing/2014/main" id="{5E228687-426E-CE49-B8F8-886AC1636474}"/>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8" name="Freeform 17">
              <a:extLst>
                <a:ext uri="{FF2B5EF4-FFF2-40B4-BE49-F238E27FC236}">
                  <a16:creationId xmlns:a16="http://schemas.microsoft.com/office/drawing/2014/main" id="{4F157926-3266-D545-AD21-ECCBA89AAB1D}"/>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4" name="Oval 53">
            <a:extLst>
              <a:ext uri="{FF2B5EF4-FFF2-40B4-BE49-F238E27FC236}">
                <a16:creationId xmlns:a16="http://schemas.microsoft.com/office/drawing/2014/main" id="{1C42A8C2-4B58-E547-9047-305545F8F121}"/>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12039785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White Geometric 5">
    <p:spTree>
      <p:nvGrpSpPr>
        <p:cNvPr id="1" name=""/>
        <p:cNvGrpSpPr/>
        <p:nvPr/>
      </p:nvGrpSpPr>
      <p:grpSpPr>
        <a:xfrm>
          <a:off x="0" y="0"/>
          <a:ext cx="0" cy="0"/>
          <a:chOff x="0" y="0"/>
          <a:chExt cx="0" cy="0"/>
        </a:xfrm>
      </p:grpSpPr>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39" name="Group 38">
            <a:extLst>
              <a:ext uri="{FF2B5EF4-FFF2-40B4-BE49-F238E27FC236}">
                <a16:creationId xmlns:a16="http://schemas.microsoft.com/office/drawing/2014/main" id="{BF122595-6DE5-4ECF-8D91-705E52632F8C}"/>
              </a:ext>
            </a:extLst>
          </p:cNvPr>
          <p:cNvGrpSpPr/>
          <p:nvPr userDrawn="1"/>
        </p:nvGrpSpPr>
        <p:grpSpPr>
          <a:xfrm>
            <a:off x="10233286" y="6353913"/>
            <a:ext cx="1859309" cy="488403"/>
            <a:chOff x="10233285" y="6353913"/>
            <a:chExt cx="1859309" cy="488403"/>
          </a:xfrm>
        </p:grpSpPr>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41" name="Oval 40">
              <a:extLst>
                <a:ext uri="{FF2B5EF4-FFF2-40B4-BE49-F238E27FC236}">
                  <a16:creationId xmlns:a16="http://schemas.microsoft.com/office/drawing/2014/main" id="{9D6FBEB9-96CC-483F-A32F-9E7B996645D3}"/>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grpSp>
        <p:nvGrpSpPr>
          <p:cNvPr id="23" name="Group 22">
            <a:extLst>
              <a:ext uri="{FF2B5EF4-FFF2-40B4-BE49-F238E27FC236}">
                <a16:creationId xmlns:a16="http://schemas.microsoft.com/office/drawing/2014/main" id="{CF44A66F-B767-4E4D-A572-5BC912B9F0B1}"/>
              </a:ext>
            </a:extLst>
          </p:cNvPr>
          <p:cNvGrpSpPr>
            <a:grpSpLocks noChangeAspect="1"/>
          </p:cNvGrpSpPr>
          <p:nvPr userDrawn="1"/>
        </p:nvGrpSpPr>
        <p:grpSpPr>
          <a:xfrm>
            <a:off x="10233286" y="6463061"/>
            <a:ext cx="1381500" cy="272839"/>
            <a:chOff x="13039725" y="3148013"/>
            <a:chExt cx="4814888" cy="950913"/>
          </a:xfrm>
          <a:solidFill>
            <a:schemeClr val="bg1"/>
          </a:solidFill>
        </p:grpSpPr>
        <p:sp>
          <p:nvSpPr>
            <p:cNvPr id="24" name="Freeform 6">
              <a:extLst>
                <a:ext uri="{FF2B5EF4-FFF2-40B4-BE49-F238E27FC236}">
                  <a16:creationId xmlns:a16="http://schemas.microsoft.com/office/drawing/2014/main" id="{21092367-E8C6-E64F-97BD-1EA49403FBF3}"/>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5" name="Freeform 7">
              <a:extLst>
                <a:ext uri="{FF2B5EF4-FFF2-40B4-BE49-F238E27FC236}">
                  <a16:creationId xmlns:a16="http://schemas.microsoft.com/office/drawing/2014/main" id="{6273779A-AA97-7240-8800-7916D6579AED}"/>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6" name="Freeform 8">
              <a:extLst>
                <a:ext uri="{FF2B5EF4-FFF2-40B4-BE49-F238E27FC236}">
                  <a16:creationId xmlns:a16="http://schemas.microsoft.com/office/drawing/2014/main" id="{F858282A-B83B-E741-8B8B-1729277FA8E1}"/>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7" name="Rectangle 9">
              <a:extLst>
                <a:ext uri="{FF2B5EF4-FFF2-40B4-BE49-F238E27FC236}">
                  <a16:creationId xmlns:a16="http://schemas.microsoft.com/office/drawing/2014/main" id="{742A9569-3137-1C43-BBB4-575A5786670C}"/>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28" name="Freeform 10">
              <a:extLst>
                <a:ext uri="{FF2B5EF4-FFF2-40B4-BE49-F238E27FC236}">
                  <a16:creationId xmlns:a16="http://schemas.microsoft.com/office/drawing/2014/main" id="{2290642D-CF9B-FB46-8EE7-E78B794B4EF7}"/>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9" name="Freeform 11">
              <a:extLst>
                <a:ext uri="{FF2B5EF4-FFF2-40B4-BE49-F238E27FC236}">
                  <a16:creationId xmlns:a16="http://schemas.microsoft.com/office/drawing/2014/main" id="{26EC89C3-F6D1-0943-83D5-1D108EAC11B2}"/>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0" name="Freeform 12">
              <a:extLst>
                <a:ext uri="{FF2B5EF4-FFF2-40B4-BE49-F238E27FC236}">
                  <a16:creationId xmlns:a16="http://schemas.microsoft.com/office/drawing/2014/main" id="{A6680E0F-114E-704E-878C-6E6B0DFE3236}"/>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1" name="Freeform 13">
              <a:extLst>
                <a:ext uri="{FF2B5EF4-FFF2-40B4-BE49-F238E27FC236}">
                  <a16:creationId xmlns:a16="http://schemas.microsoft.com/office/drawing/2014/main" id="{3DF3281E-E952-5848-8DC5-8B8098A2107D}"/>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3" name="Freeform 14">
              <a:extLst>
                <a:ext uri="{FF2B5EF4-FFF2-40B4-BE49-F238E27FC236}">
                  <a16:creationId xmlns:a16="http://schemas.microsoft.com/office/drawing/2014/main" id="{377DC677-DA63-AF42-9E6E-4943CD1C30FA}"/>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4" name="Freeform 15">
              <a:extLst>
                <a:ext uri="{FF2B5EF4-FFF2-40B4-BE49-F238E27FC236}">
                  <a16:creationId xmlns:a16="http://schemas.microsoft.com/office/drawing/2014/main" id="{A51405B4-0D18-8745-91B4-A66BFAEA5E9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6" name="Freeform 16">
              <a:extLst>
                <a:ext uri="{FF2B5EF4-FFF2-40B4-BE49-F238E27FC236}">
                  <a16:creationId xmlns:a16="http://schemas.microsoft.com/office/drawing/2014/main" id="{5E228687-426E-CE49-B8F8-886AC1636474}"/>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8" name="Freeform 17">
              <a:extLst>
                <a:ext uri="{FF2B5EF4-FFF2-40B4-BE49-F238E27FC236}">
                  <a16:creationId xmlns:a16="http://schemas.microsoft.com/office/drawing/2014/main" id="{4F157926-3266-D545-AD21-ECCBA89AAB1D}"/>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4" name="Oval 53">
            <a:extLst>
              <a:ext uri="{FF2B5EF4-FFF2-40B4-BE49-F238E27FC236}">
                <a16:creationId xmlns:a16="http://schemas.microsoft.com/office/drawing/2014/main" id="{1C42A8C2-4B58-E547-9047-305545F8F121}"/>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nvGrpSpPr>
          <p:cNvPr id="55" name="Group 54">
            <a:extLst>
              <a:ext uri="{FF2B5EF4-FFF2-40B4-BE49-F238E27FC236}">
                <a16:creationId xmlns:a16="http://schemas.microsoft.com/office/drawing/2014/main" id="{32008964-00D4-4722-6BA1-736D0FB504CE}"/>
              </a:ext>
            </a:extLst>
          </p:cNvPr>
          <p:cNvGrpSpPr/>
          <p:nvPr userDrawn="1"/>
        </p:nvGrpSpPr>
        <p:grpSpPr>
          <a:xfrm>
            <a:off x="9133841" y="1"/>
            <a:ext cx="3058161" cy="6858001"/>
            <a:chOff x="9133840" y="0"/>
            <a:chExt cx="3058161" cy="6858001"/>
          </a:xfrm>
        </p:grpSpPr>
        <p:sp>
          <p:nvSpPr>
            <p:cNvPr id="56" name="Rectangle 55">
              <a:extLst>
                <a:ext uri="{FF2B5EF4-FFF2-40B4-BE49-F238E27FC236}">
                  <a16:creationId xmlns:a16="http://schemas.microsoft.com/office/drawing/2014/main" id="{3EC6E01E-C3ED-5E6F-67FC-AA9119CE28F4}"/>
                </a:ext>
              </a:extLst>
            </p:cNvPr>
            <p:cNvSpPr/>
            <p:nvPr userDrawn="1"/>
          </p:nvSpPr>
          <p:spPr>
            <a:xfrm>
              <a:off x="9133840" y="0"/>
              <a:ext cx="3058161" cy="6858001"/>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7" name="Rectangle 56">
              <a:extLst>
                <a:ext uri="{FF2B5EF4-FFF2-40B4-BE49-F238E27FC236}">
                  <a16:creationId xmlns:a16="http://schemas.microsoft.com/office/drawing/2014/main" id="{FE79A8FB-41DC-6DA7-9BBC-70B7FDB18639}"/>
                </a:ext>
              </a:extLst>
            </p:cNvPr>
            <p:cNvSpPr/>
            <p:nvPr userDrawn="1"/>
          </p:nvSpPr>
          <p:spPr>
            <a:xfrm>
              <a:off x="9136174" y="3063239"/>
              <a:ext cx="3055826" cy="400051"/>
            </a:xfrm>
            <a:prstGeom prst="rect">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8" name="Rectangle 57">
              <a:extLst>
                <a:ext uri="{FF2B5EF4-FFF2-40B4-BE49-F238E27FC236}">
                  <a16:creationId xmlns:a16="http://schemas.microsoft.com/office/drawing/2014/main" id="{9B24F321-F956-15D9-4392-CCB09320297C}"/>
                </a:ext>
              </a:extLst>
            </p:cNvPr>
            <p:cNvSpPr/>
            <p:nvPr userDrawn="1"/>
          </p:nvSpPr>
          <p:spPr>
            <a:xfrm>
              <a:off x="9136175" y="2453639"/>
              <a:ext cx="3055826" cy="400051"/>
            </a:xfrm>
            <a:prstGeom prst="rect">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9" name="Rectangle 58">
              <a:extLst>
                <a:ext uri="{FF2B5EF4-FFF2-40B4-BE49-F238E27FC236}">
                  <a16:creationId xmlns:a16="http://schemas.microsoft.com/office/drawing/2014/main" id="{8B43A103-55B9-B231-65B6-C6412B5722F2}"/>
                </a:ext>
              </a:extLst>
            </p:cNvPr>
            <p:cNvSpPr/>
            <p:nvPr userDrawn="1"/>
          </p:nvSpPr>
          <p:spPr>
            <a:xfrm>
              <a:off x="9136175" y="1814303"/>
              <a:ext cx="3055826" cy="400051"/>
            </a:xfrm>
            <a:prstGeom prst="rect">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0" name="Rectangle 59">
              <a:extLst>
                <a:ext uri="{FF2B5EF4-FFF2-40B4-BE49-F238E27FC236}">
                  <a16:creationId xmlns:a16="http://schemas.microsoft.com/office/drawing/2014/main" id="{A993703C-4652-4875-7059-471E7A2829CF}"/>
                </a:ext>
              </a:extLst>
            </p:cNvPr>
            <p:cNvSpPr/>
            <p:nvPr userDrawn="1"/>
          </p:nvSpPr>
          <p:spPr>
            <a:xfrm>
              <a:off x="9136175" y="1174967"/>
              <a:ext cx="3055826" cy="400051"/>
            </a:xfrm>
            <a:prstGeom prst="rect">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1" name="Rectangle 60">
              <a:extLst>
                <a:ext uri="{FF2B5EF4-FFF2-40B4-BE49-F238E27FC236}">
                  <a16:creationId xmlns:a16="http://schemas.microsoft.com/office/drawing/2014/main" id="{3B486B7D-4BBE-FEC4-E0CC-1FE2317064D9}"/>
                </a:ext>
              </a:extLst>
            </p:cNvPr>
            <p:cNvSpPr/>
            <p:nvPr userDrawn="1"/>
          </p:nvSpPr>
          <p:spPr>
            <a:xfrm>
              <a:off x="9136175" y="595104"/>
              <a:ext cx="3055826" cy="400051"/>
            </a:xfrm>
            <a:prstGeom prst="rect">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2" name="Rectangle 61">
              <a:extLst>
                <a:ext uri="{FF2B5EF4-FFF2-40B4-BE49-F238E27FC236}">
                  <a16:creationId xmlns:a16="http://schemas.microsoft.com/office/drawing/2014/main" id="{88754E5F-BB95-92AF-CDB7-245EEA31AF4A}"/>
                </a:ext>
              </a:extLst>
            </p:cNvPr>
            <p:cNvSpPr/>
            <p:nvPr userDrawn="1"/>
          </p:nvSpPr>
          <p:spPr>
            <a:xfrm>
              <a:off x="9136175" y="3702576"/>
              <a:ext cx="3055826" cy="400051"/>
            </a:xfrm>
            <a:prstGeom prst="rect">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63" name="Flowchart: Delay 10">
            <a:extLst>
              <a:ext uri="{FF2B5EF4-FFF2-40B4-BE49-F238E27FC236}">
                <a16:creationId xmlns:a16="http://schemas.microsoft.com/office/drawing/2014/main" id="{5FB89D70-BE9F-5005-209C-59C6AB45F858}"/>
              </a:ext>
            </a:extLst>
          </p:cNvPr>
          <p:cNvSpPr/>
          <p:nvPr userDrawn="1"/>
        </p:nvSpPr>
        <p:spPr>
          <a:xfrm rot="16200000">
            <a:off x="9518658" y="4535403"/>
            <a:ext cx="2290861" cy="2378925"/>
          </a:xfrm>
          <a:custGeom>
            <a:avLst/>
            <a:gdLst>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61290" h="3055776">
                <a:moveTo>
                  <a:pt x="0" y="0"/>
                </a:moveTo>
                <a:lnTo>
                  <a:pt x="1680645" y="0"/>
                </a:lnTo>
                <a:cubicBezTo>
                  <a:pt x="2638336" y="0"/>
                  <a:pt x="3361290" y="615233"/>
                  <a:pt x="3361290" y="1527888"/>
                </a:cubicBezTo>
                <a:cubicBezTo>
                  <a:pt x="3361290" y="2440543"/>
                  <a:pt x="2608840" y="3055776"/>
                  <a:pt x="1680645" y="3055776"/>
                </a:cubicBezTo>
                <a:lnTo>
                  <a:pt x="0" y="3055776"/>
                </a:lnTo>
                <a:lnTo>
                  <a:pt x="0" y="0"/>
                </a:lnTo>
                <a:close/>
              </a:path>
            </a:pathLst>
          </a:cu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64" name="Group 63">
            <a:extLst>
              <a:ext uri="{FF2B5EF4-FFF2-40B4-BE49-F238E27FC236}">
                <a16:creationId xmlns:a16="http://schemas.microsoft.com/office/drawing/2014/main" id="{CAC6C0EE-A1EE-6034-463E-5CC0FFCF5C24}"/>
              </a:ext>
            </a:extLst>
          </p:cNvPr>
          <p:cNvGrpSpPr>
            <a:grpSpLocks noChangeAspect="1"/>
          </p:cNvGrpSpPr>
          <p:nvPr userDrawn="1"/>
        </p:nvGrpSpPr>
        <p:grpSpPr>
          <a:xfrm>
            <a:off x="10238243" y="6468017"/>
            <a:ext cx="1381500" cy="272839"/>
            <a:chOff x="13039725" y="3148013"/>
            <a:chExt cx="4814888" cy="950913"/>
          </a:xfrm>
          <a:solidFill>
            <a:schemeClr val="bg1"/>
          </a:solidFill>
        </p:grpSpPr>
        <p:sp>
          <p:nvSpPr>
            <p:cNvPr id="65" name="Freeform 6">
              <a:extLst>
                <a:ext uri="{FF2B5EF4-FFF2-40B4-BE49-F238E27FC236}">
                  <a16:creationId xmlns:a16="http://schemas.microsoft.com/office/drawing/2014/main" id="{4702D56C-E7A9-68B8-C161-7A367C02A1CB}"/>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6" name="Freeform 7">
              <a:extLst>
                <a:ext uri="{FF2B5EF4-FFF2-40B4-BE49-F238E27FC236}">
                  <a16:creationId xmlns:a16="http://schemas.microsoft.com/office/drawing/2014/main" id="{9056A425-513B-2BB6-E7F0-D25B70E3CDB1}"/>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7" name="Freeform 8">
              <a:extLst>
                <a:ext uri="{FF2B5EF4-FFF2-40B4-BE49-F238E27FC236}">
                  <a16:creationId xmlns:a16="http://schemas.microsoft.com/office/drawing/2014/main" id="{CAE2CF5B-F5DD-C5F0-5F69-B0E0B7C8445C}"/>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8" name="Rectangle 9">
              <a:extLst>
                <a:ext uri="{FF2B5EF4-FFF2-40B4-BE49-F238E27FC236}">
                  <a16:creationId xmlns:a16="http://schemas.microsoft.com/office/drawing/2014/main" id="{79AEFD9D-4FBC-C2A2-ED69-2163622C2216}"/>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69" name="Freeform 10">
              <a:extLst>
                <a:ext uri="{FF2B5EF4-FFF2-40B4-BE49-F238E27FC236}">
                  <a16:creationId xmlns:a16="http://schemas.microsoft.com/office/drawing/2014/main" id="{0515A247-C023-7BC3-980C-7B1B42F2C633}"/>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0" name="Freeform 11">
              <a:extLst>
                <a:ext uri="{FF2B5EF4-FFF2-40B4-BE49-F238E27FC236}">
                  <a16:creationId xmlns:a16="http://schemas.microsoft.com/office/drawing/2014/main" id="{6A469270-2CA3-8114-D577-9FE317C67561}"/>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1" name="Freeform 12">
              <a:extLst>
                <a:ext uri="{FF2B5EF4-FFF2-40B4-BE49-F238E27FC236}">
                  <a16:creationId xmlns:a16="http://schemas.microsoft.com/office/drawing/2014/main" id="{3BA12BB8-7712-A6C9-AC3F-06139DBC4EA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2" name="Freeform 13">
              <a:extLst>
                <a:ext uri="{FF2B5EF4-FFF2-40B4-BE49-F238E27FC236}">
                  <a16:creationId xmlns:a16="http://schemas.microsoft.com/office/drawing/2014/main" id="{D6759827-6C08-B9EF-2DDD-B735E2C88168}"/>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3" name="Freeform 14">
              <a:extLst>
                <a:ext uri="{FF2B5EF4-FFF2-40B4-BE49-F238E27FC236}">
                  <a16:creationId xmlns:a16="http://schemas.microsoft.com/office/drawing/2014/main" id="{8186DE4B-9384-2125-D872-4BB2E35113E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4" name="Freeform 15">
              <a:extLst>
                <a:ext uri="{FF2B5EF4-FFF2-40B4-BE49-F238E27FC236}">
                  <a16:creationId xmlns:a16="http://schemas.microsoft.com/office/drawing/2014/main" id="{CE9B5777-C1B0-7EFD-8463-00251C085CE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5" name="Freeform 16">
              <a:extLst>
                <a:ext uri="{FF2B5EF4-FFF2-40B4-BE49-F238E27FC236}">
                  <a16:creationId xmlns:a16="http://schemas.microsoft.com/office/drawing/2014/main" id="{1A4C1736-3B04-9EE0-1C00-E6752CC97767}"/>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6" name="Freeform 17">
              <a:extLst>
                <a:ext uri="{FF2B5EF4-FFF2-40B4-BE49-F238E27FC236}">
                  <a16:creationId xmlns:a16="http://schemas.microsoft.com/office/drawing/2014/main" id="{9CB45712-F20E-CF34-1598-FD2BAB84E15F}"/>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77" name="Oval 76">
            <a:extLst>
              <a:ext uri="{FF2B5EF4-FFF2-40B4-BE49-F238E27FC236}">
                <a16:creationId xmlns:a16="http://schemas.microsoft.com/office/drawing/2014/main" id="{0285FE03-9402-6AF4-AA50-165037F51B66}"/>
              </a:ext>
            </a:extLst>
          </p:cNvPr>
          <p:cNvSpPr/>
          <p:nvPr userDrawn="1"/>
        </p:nvSpPr>
        <p:spPr>
          <a:xfrm>
            <a:off x="11609149" y="6358869"/>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25612407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White Geometric 5">
    <p:spTree>
      <p:nvGrpSpPr>
        <p:cNvPr id="1" name=""/>
        <p:cNvGrpSpPr/>
        <p:nvPr/>
      </p:nvGrpSpPr>
      <p:grpSpPr>
        <a:xfrm>
          <a:off x="0" y="0"/>
          <a:ext cx="0" cy="0"/>
          <a:chOff x="0" y="0"/>
          <a:chExt cx="0" cy="0"/>
        </a:xfrm>
      </p:grpSpPr>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38200"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 style</a:t>
            </a:r>
          </a:p>
        </p:txBody>
      </p:sp>
      <p:sp>
        <p:nvSpPr>
          <p:cNvPr id="35" name="Text Placeholder 34">
            <a:extLst>
              <a:ext uri="{FF2B5EF4-FFF2-40B4-BE49-F238E27FC236}">
                <a16:creationId xmlns:a16="http://schemas.microsoft.com/office/drawing/2014/main" id="{914DDF44-3BC0-4366-8BAA-E8CF5D6BBAFE}"/>
              </a:ext>
            </a:extLst>
          </p:cNvPr>
          <p:cNvSpPr>
            <a:spLocks noGrp="1"/>
          </p:cNvSpPr>
          <p:nvPr>
            <p:ph type="body" sz="quarter" idx="10"/>
          </p:nvPr>
        </p:nvSpPr>
        <p:spPr>
          <a:xfrm>
            <a:off x="838201" y="2194560"/>
            <a:ext cx="8001001" cy="35478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38200"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grpSp>
        <p:nvGrpSpPr>
          <p:cNvPr id="39" name="Group 38">
            <a:extLst>
              <a:ext uri="{FF2B5EF4-FFF2-40B4-BE49-F238E27FC236}">
                <a16:creationId xmlns:a16="http://schemas.microsoft.com/office/drawing/2014/main" id="{BF122595-6DE5-4ECF-8D91-705E52632F8C}"/>
              </a:ext>
            </a:extLst>
          </p:cNvPr>
          <p:cNvGrpSpPr/>
          <p:nvPr userDrawn="1"/>
        </p:nvGrpSpPr>
        <p:grpSpPr>
          <a:xfrm>
            <a:off x="10233286" y="6353913"/>
            <a:ext cx="1859309" cy="488403"/>
            <a:chOff x="10233285" y="6353913"/>
            <a:chExt cx="1859309" cy="488403"/>
          </a:xfrm>
        </p:grpSpPr>
        <p:grpSp>
          <p:nvGrpSpPr>
            <p:cNvPr id="40" name="Group 39">
              <a:extLst>
                <a:ext uri="{FF2B5EF4-FFF2-40B4-BE49-F238E27FC236}">
                  <a16:creationId xmlns:a16="http://schemas.microsoft.com/office/drawing/2014/main" id="{3214E793-854B-423C-A30F-E72939210AE8}"/>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42" name="Freeform 6">
                <a:extLst>
                  <a:ext uri="{FF2B5EF4-FFF2-40B4-BE49-F238E27FC236}">
                    <a16:creationId xmlns:a16="http://schemas.microsoft.com/office/drawing/2014/main" id="{97175897-3F1F-45B1-A602-8D687D2AC6A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7">
                <a:extLst>
                  <a:ext uri="{FF2B5EF4-FFF2-40B4-BE49-F238E27FC236}">
                    <a16:creationId xmlns:a16="http://schemas.microsoft.com/office/drawing/2014/main" id="{3A02C23D-28D2-4D69-B39D-9AF21B56693A}"/>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8">
                <a:extLst>
                  <a:ext uri="{FF2B5EF4-FFF2-40B4-BE49-F238E27FC236}">
                    <a16:creationId xmlns:a16="http://schemas.microsoft.com/office/drawing/2014/main" id="{D33D543C-CD67-4FDD-967E-759B45FC5210}"/>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Rectangle 9">
                <a:extLst>
                  <a:ext uri="{FF2B5EF4-FFF2-40B4-BE49-F238E27FC236}">
                    <a16:creationId xmlns:a16="http://schemas.microsoft.com/office/drawing/2014/main" id="{31D2AFB1-B12E-4158-A053-FB4AD37E4B4D}"/>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0">
                <a:extLst>
                  <a:ext uri="{FF2B5EF4-FFF2-40B4-BE49-F238E27FC236}">
                    <a16:creationId xmlns:a16="http://schemas.microsoft.com/office/drawing/2014/main" id="{D8F455E1-34D6-43D1-BDEE-70E4E8FD30B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1">
                <a:extLst>
                  <a:ext uri="{FF2B5EF4-FFF2-40B4-BE49-F238E27FC236}">
                    <a16:creationId xmlns:a16="http://schemas.microsoft.com/office/drawing/2014/main" id="{C5BBE420-E795-4747-89BF-A79F0A553F90}"/>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2">
                <a:extLst>
                  <a:ext uri="{FF2B5EF4-FFF2-40B4-BE49-F238E27FC236}">
                    <a16:creationId xmlns:a16="http://schemas.microsoft.com/office/drawing/2014/main" id="{97A007DC-A1C8-450D-9014-8D86249AC6E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3">
                <a:extLst>
                  <a:ext uri="{FF2B5EF4-FFF2-40B4-BE49-F238E27FC236}">
                    <a16:creationId xmlns:a16="http://schemas.microsoft.com/office/drawing/2014/main" id="{7274162E-0439-43B7-B629-DFF761369631}"/>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4">
                <a:extLst>
                  <a:ext uri="{FF2B5EF4-FFF2-40B4-BE49-F238E27FC236}">
                    <a16:creationId xmlns:a16="http://schemas.microsoft.com/office/drawing/2014/main" id="{9BB70302-1C78-4CFD-830E-6D38CA3BE87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5">
                <a:extLst>
                  <a:ext uri="{FF2B5EF4-FFF2-40B4-BE49-F238E27FC236}">
                    <a16:creationId xmlns:a16="http://schemas.microsoft.com/office/drawing/2014/main" id="{B26BA853-08BF-4C94-9C05-6A117F15EAE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6">
                <a:extLst>
                  <a:ext uri="{FF2B5EF4-FFF2-40B4-BE49-F238E27FC236}">
                    <a16:creationId xmlns:a16="http://schemas.microsoft.com/office/drawing/2014/main" id="{279CCAAA-C73D-4AA9-B4F0-46222EE266A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7">
                <a:extLst>
                  <a:ext uri="{FF2B5EF4-FFF2-40B4-BE49-F238E27FC236}">
                    <a16:creationId xmlns:a16="http://schemas.microsoft.com/office/drawing/2014/main" id="{3956DB7A-79A1-4E78-A989-12F82E79FB12}"/>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41" name="Oval 40">
              <a:extLst>
                <a:ext uri="{FF2B5EF4-FFF2-40B4-BE49-F238E27FC236}">
                  <a16:creationId xmlns:a16="http://schemas.microsoft.com/office/drawing/2014/main" id="{9D6FBEB9-96CC-483F-A32F-9E7B996645D3}"/>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grpSp>
        <p:nvGrpSpPr>
          <p:cNvPr id="23" name="Group 22">
            <a:extLst>
              <a:ext uri="{FF2B5EF4-FFF2-40B4-BE49-F238E27FC236}">
                <a16:creationId xmlns:a16="http://schemas.microsoft.com/office/drawing/2014/main" id="{CF44A66F-B767-4E4D-A572-5BC912B9F0B1}"/>
              </a:ext>
            </a:extLst>
          </p:cNvPr>
          <p:cNvGrpSpPr>
            <a:grpSpLocks noChangeAspect="1"/>
          </p:cNvGrpSpPr>
          <p:nvPr userDrawn="1"/>
        </p:nvGrpSpPr>
        <p:grpSpPr>
          <a:xfrm>
            <a:off x="10233286" y="6463061"/>
            <a:ext cx="1381500" cy="272839"/>
            <a:chOff x="13039725" y="3148013"/>
            <a:chExt cx="4814888" cy="950913"/>
          </a:xfrm>
          <a:solidFill>
            <a:schemeClr val="bg1"/>
          </a:solidFill>
        </p:grpSpPr>
        <p:sp>
          <p:nvSpPr>
            <p:cNvPr id="24" name="Freeform 6">
              <a:extLst>
                <a:ext uri="{FF2B5EF4-FFF2-40B4-BE49-F238E27FC236}">
                  <a16:creationId xmlns:a16="http://schemas.microsoft.com/office/drawing/2014/main" id="{21092367-E8C6-E64F-97BD-1EA49403FBF3}"/>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5" name="Freeform 7">
              <a:extLst>
                <a:ext uri="{FF2B5EF4-FFF2-40B4-BE49-F238E27FC236}">
                  <a16:creationId xmlns:a16="http://schemas.microsoft.com/office/drawing/2014/main" id="{6273779A-AA97-7240-8800-7916D6579AED}"/>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6" name="Freeform 8">
              <a:extLst>
                <a:ext uri="{FF2B5EF4-FFF2-40B4-BE49-F238E27FC236}">
                  <a16:creationId xmlns:a16="http://schemas.microsoft.com/office/drawing/2014/main" id="{F858282A-B83B-E741-8B8B-1729277FA8E1}"/>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7" name="Rectangle 9">
              <a:extLst>
                <a:ext uri="{FF2B5EF4-FFF2-40B4-BE49-F238E27FC236}">
                  <a16:creationId xmlns:a16="http://schemas.microsoft.com/office/drawing/2014/main" id="{742A9569-3137-1C43-BBB4-575A5786670C}"/>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28" name="Freeform 10">
              <a:extLst>
                <a:ext uri="{FF2B5EF4-FFF2-40B4-BE49-F238E27FC236}">
                  <a16:creationId xmlns:a16="http://schemas.microsoft.com/office/drawing/2014/main" id="{2290642D-CF9B-FB46-8EE7-E78B794B4EF7}"/>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9" name="Freeform 11">
              <a:extLst>
                <a:ext uri="{FF2B5EF4-FFF2-40B4-BE49-F238E27FC236}">
                  <a16:creationId xmlns:a16="http://schemas.microsoft.com/office/drawing/2014/main" id="{26EC89C3-F6D1-0943-83D5-1D108EAC11B2}"/>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0" name="Freeform 12">
              <a:extLst>
                <a:ext uri="{FF2B5EF4-FFF2-40B4-BE49-F238E27FC236}">
                  <a16:creationId xmlns:a16="http://schemas.microsoft.com/office/drawing/2014/main" id="{A6680E0F-114E-704E-878C-6E6B0DFE3236}"/>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1" name="Freeform 13">
              <a:extLst>
                <a:ext uri="{FF2B5EF4-FFF2-40B4-BE49-F238E27FC236}">
                  <a16:creationId xmlns:a16="http://schemas.microsoft.com/office/drawing/2014/main" id="{3DF3281E-E952-5848-8DC5-8B8098A2107D}"/>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3" name="Freeform 14">
              <a:extLst>
                <a:ext uri="{FF2B5EF4-FFF2-40B4-BE49-F238E27FC236}">
                  <a16:creationId xmlns:a16="http://schemas.microsoft.com/office/drawing/2014/main" id="{377DC677-DA63-AF42-9E6E-4943CD1C30FA}"/>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4" name="Freeform 15">
              <a:extLst>
                <a:ext uri="{FF2B5EF4-FFF2-40B4-BE49-F238E27FC236}">
                  <a16:creationId xmlns:a16="http://schemas.microsoft.com/office/drawing/2014/main" id="{A51405B4-0D18-8745-91B4-A66BFAEA5E9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6" name="Freeform 16">
              <a:extLst>
                <a:ext uri="{FF2B5EF4-FFF2-40B4-BE49-F238E27FC236}">
                  <a16:creationId xmlns:a16="http://schemas.microsoft.com/office/drawing/2014/main" id="{5E228687-426E-CE49-B8F8-886AC1636474}"/>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8" name="Freeform 17">
              <a:extLst>
                <a:ext uri="{FF2B5EF4-FFF2-40B4-BE49-F238E27FC236}">
                  <a16:creationId xmlns:a16="http://schemas.microsoft.com/office/drawing/2014/main" id="{4F157926-3266-D545-AD21-ECCBA89AAB1D}"/>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54" name="Oval 53">
            <a:extLst>
              <a:ext uri="{FF2B5EF4-FFF2-40B4-BE49-F238E27FC236}">
                <a16:creationId xmlns:a16="http://schemas.microsoft.com/office/drawing/2014/main" id="{1C42A8C2-4B58-E547-9047-305545F8F121}"/>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
        <p:nvSpPr>
          <p:cNvPr id="63" name="Flowchart: Delay 10">
            <a:extLst>
              <a:ext uri="{FF2B5EF4-FFF2-40B4-BE49-F238E27FC236}">
                <a16:creationId xmlns:a16="http://schemas.microsoft.com/office/drawing/2014/main" id="{5FB89D70-BE9F-5005-209C-59C6AB45F858}"/>
              </a:ext>
            </a:extLst>
          </p:cNvPr>
          <p:cNvSpPr/>
          <p:nvPr userDrawn="1"/>
        </p:nvSpPr>
        <p:spPr>
          <a:xfrm rot="16200000">
            <a:off x="9518658" y="4535403"/>
            <a:ext cx="2290861" cy="2378925"/>
          </a:xfrm>
          <a:custGeom>
            <a:avLst/>
            <a:gdLst>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 name="connsiteX0" fmla="*/ 0 w 3361290"/>
              <a:gd name="connsiteY0" fmla="*/ 0 h 3055776"/>
              <a:gd name="connsiteX1" fmla="*/ 1680645 w 3361290"/>
              <a:gd name="connsiteY1" fmla="*/ 0 h 3055776"/>
              <a:gd name="connsiteX2" fmla="*/ 3361290 w 3361290"/>
              <a:gd name="connsiteY2" fmla="*/ 1527888 h 3055776"/>
              <a:gd name="connsiteX3" fmla="*/ 1680645 w 3361290"/>
              <a:gd name="connsiteY3" fmla="*/ 3055776 h 3055776"/>
              <a:gd name="connsiteX4" fmla="*/ 0 w 3361290"/>
              <a:gd name="connsiteY4" fmla="*/ 3055776 h 3055776"/>
              <a:gd name="connsiteX5" fmla="*/ 0 w 3361290"/>
              <a:gd name="connsiteY5" fmla="*/ 0 h 30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61290" h="3055776">
                <a:moveTo>
                  <a:pt x="0" y="0"/>
                </a:moveTo>
                <a:lnTo>
                  <a:pt x="1680645" y="0"/>
                </a:lnTo>
                <a:cubicBezTo>
                  <a:pt x="2638336" y="0"/>
                  <a:pt x="3361290" y="615233"/>
                  <a:pt x="3361290" y="1527888"/>
                </a:cubicBezTo>
                <a:cubicBezTo>
                  <a:pt x="3361290" y="2440543"/>
                  <a:pt x="2608840" y="3055776"/>
                  <a:pt x="1680645" y="3055776"/>
                </a:cubicBezTo>
                <a:lnTo>
                  <a:pt x="0" y="3055776"/>
                </a:lnTo>
                <a:lnTo>
                  <a:pt x="0" y="0"/>
                </a:lnTo>
                <a:close/>
              </a:path>
            </a:pathLst>
          </a:cu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64" name="Group 63">
            <a:extLst>
              <a:ext uri="{FF2B5EF4-FFF2-40B4-BE49-F238E27FC236}">
                <a16:creationId xmlns:a16="http://schemas.microsoft.com/office/drawing/2014/main" id="{CAC6C0EE-A1EE-6034-463E-5CC0FFCF5C24}"/>
              </a:ext>
            </a:extLst>
          </p:cNvPr>
          <p:cNvGrpSpPr>
            <a:grpSpLocks noChangeAspect="1"/>
          </p:cNvGrpSpPr>
          <p:nvPr userDrawn="1"/>
        </p:nvGrpSpPr>
        <p:grpSpPr>
          <a:xfrm>
            <a:off x="10238243" y="6468017"/>
            <a:ext cx="1381500" cy="272839"/>
            <a:chOff x="13039725" y="3148013"/>
            <a:chExt cx="4814888" cy="950913"/>
          </a:xfrm>
          <a:solidFill>
            <a:schemeClr val="bg1"/>
          </a:solidFill>
        </p:grpSpPr>
        <p:sp>
          <p:nvSpPr>
            <p:cNvPr id="65" name="Freeform 6">
              <a:extLst>
                <a:ext uri="{FF2B5EF4-FFF2-40B4-BE49-F238E27FC236}">
                  <a16:creationId xmlns:a16="http://schemas.microsoft.com/office/drawing/2014/main" id="{4702D56C-E7A9-68B8-C161-7A367C02A1CB}"/>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6" name="Freeform 7">
              <a:extLst>
                <a:ext uri="{FF2B5EF4-FFF2-40B4-BE49-F238E27FC236}">
                  <a16:creationId xmlns:a16="http://schemas.microsoft.com/office/drawing/2014/main" id="{9056A425-513B-2BB6-E7F0-D25B70E3CDB1}"/>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7" name="Freeform 8">
              <a:extLst>
                <a:ext uri="{FF2B5EF4-FFF2-40B4-BE49-F238E27FC236}">
                  <a16:creationId xmlns:a16="http://schemas.microsoft.com/office/drawing/2014/main" id="{CAE2CF5B-F5DD-C5F0-5F69-B0E0B7C8445C}"/>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8" name="Rectangle 9">
              <a:extLst>
                <a:ext uri="{FF2B5EF4-FFF2-40B4-BE49-F238E27FC236}">
                  <a16:creationId xmlns:a16="http://schemas.microsoft.com/office/drawing/2014/main" id="{79AEFD9D-4FBC-C2A2-ED69-2163622C2216}"/>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69" name="Freeform 10">
              <a:extLst>
                <a:ext uri="{FF2B5EF4-FFF2-40B4-BE49-F238E27FC236}">
                  <a16:creationId xmlns:a16="http://schemas.microsoft.com/office/drawing/2014/main" id="{0515A247-C023-7BC3-980C-7B1B42F2C633}"/>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0" name="Freeform 11">
              <a:extLst>
                <a:ext uri="{FF2B5EF4-FFF2-40B4-BE49-F238E27FC236}">
                  <a16:creationId xmlns:a16="http://schemas.microsoft.com/office/drawing/2014/main" id="{6A469270-2CA3-8114-D577-9FE317C67561}"/>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1" name="Freeform 12">
              <a:extLst>
                <a:ext uri="{FF2B5EF4-FFF2-40B4-BE49-F238E27FC236}">
                  <a16:creationId xmlns:a16="http://schemas.microsoft.com/office/drawing/2014/main" id="{3BA12BB8-7712-A6C9-AC3F-06139DBC4EA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2" name="Freeform 13">
              <a:extLst>
                <a:ext uri="{FF2B5EF4-FFF2-40B4-BE49-F238E27FC236}">
                  <a16:creationId xmlns:a16="http://schemas.microsoft.com/office/drawing/2014/main" id="{D6759827-6C08-B9EF-2DDD-B735E2C88168}"/>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3" name="Freeform 14">
              <a:extLst>
                <a:ext uri="{FF2B5EF4-FFF2-40B4-BE49-F238E27FC236}">
                  <a16:creationId xmlns:a16="http://schemas.microsoft.com/office/drawing/2014/main" id="{8186DE4B-9384-2125-D872-4BB2E35113E9}"/>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4" name="Freeform 15">
              <a:extLst>
                <a:ext uri="{FF2B5EF4-FFF2-40B4-BE49-F238E27FC236}">
                  <a16:creationId xmlns:a16="http://schemas.microsoft.com/office/drawing/2014/main" id="{CE9B5777-C1B0-7EFD-8463-00251C085CEF}"/>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5" name="Freeform 16">
              <a:extLst>
                <a:ext uri="{FF2B5EF4-FFF2-40B4-BE49-F238E27FC236}">
                  <a16:creationId xmlns:a16="http://schemas.microsoft.com/office/drawing/2014/main" id="{1A4C1736-3B04-9EE0-1C00-E6752CC97767}"/>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76" name="Freeform 17">
              <a:extLst>
                <a:ext uri="{FF2B5EF4-FFF2-40B4-BE49-F238E27FC236}">
                  <a16:creationId xmlns:a16="http://schemas.microsoft.com/office/drawing/2014/main" id="{9CB45712-F20E-CF34-1598-FD2BAB84E15F}"/>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77" name="Oval 76">
            <a:extLst>
              <a:ext uri="{FF2B5EF4-FFF2-40B4-BE49-F238E27FC236}">
                <a16:creationId xmlns:a16="http://schemas.microsoft.com/office/drawing/2014/main" id="{0285FE03-9402-6AF4-AA50-165037F51B66}"/>
              </a:ext>
            </a:extLst>
          </p:cNvPr>
          <p:cNvSpPr/>
          <p:nvPr userDrawn="1"/>
        </p:nvSpPr>
        <p:spPr>
          <a:xfrm>
            <a:off x="11609149" y="6358869"/>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8449988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Orange Two Content">
    <p:bg>
      <p:bgPr>
        <a:solidFill>
          <a:srgbClr val="9D9FA1"/>
        </a:solidFill>
        <a:effectLst/>
      </p:bgPr>
    </p:bg>
    <p:spTree>
      <p:nvGrpSpPr>
        <p:cNvPr id="1" name=""/>
        <p:cNvGrpSpPr/>
        <p:nvPr/>
      </p:nvGrpSpPr>
      <p:grpSpPr>
        <a:xfrm>
          <a:off x="0" y="0"/>
          <a:ext cx="0" cy="0"/>
          <a:chOff x="0" y="0"/>
          <a:chExt cx="0" cy="0"/>
        </a:xfrm>
      </p:grpSpPr>
      <p:sp>
        <p:nvSpPr>
          <p:cNvPr id="7" name="Text Placeholder 26">
            <a:extLst>
              <a:ext uri="{FF2B5EF4-FFF2-40B4-BE49-F238E27FC236}">
                <a16:creationId xmlns:a16="http://schemas.microsoft.com/office/drawing/2014/main" id="{7C45C863-C1C0-470A-8F87-791A670D0C3E}"/>
              </a:ext>
            </a:extLst>
          </p:cNvPr>
          <p:cNvSpPr>
            <a:spLocks noGrp="1"/>
          </p:cNvSpPr>
          <p:nvPr>
            <p:ph type="body" sz="quarter" idx="11"/>
          </p:nvPr>
        </p:nvSpPr>
        <p:spPr>
          <a:xfrm>
            <a:off x="838201" y="2044700"/>
            <a:ext cx="5016500" cy="4089400"/>
          </a:xfrm>
          <a:prstGeom prst="rect">
            <a:avLst/>
          </a:prstGeom>
        </p:spPr>
        <p:txBody>
          <a:bodyPr/>
          <a:lstStyle>
            <a:lvl1pPr marL="228594" indent="-228594">
              <a:buFont typeface="Wingdings" panose="05000000000000000000" pitchFamily="2" charset="2"/>
              <a:buChar char="§"/>
              <a:defRPr>
                <a:solidFill>
                  <a:schemeClr val="bg1"/>
                </a:solidFill>
                <a:latin typeface="+mn-lt"/>
              </a:defRPr>
            </a:lvl1pPr>
            <a:lvl2pPr marL="685783" indent="-228594">
              <a:buFont typeface="Wingdings" panose="05000000000000000000" pitchFamily="2" charset="2"/>
              <a:buChar char="§"/>
              <a:defRPr>
                <a:solidFill>
                  <a:schemeClr val="bg1"/>
                </a:solidFill>
                <a:latin typeface="+mn-lt"/>
              </a:defRPr>
            </a:lvl2pPr>
            <a:lvl3pPr marL="1142971" indent="-228594">
              <a:buFont typeface="Wingdings" panose="05000000000000000000" pitchFamily="2" charset="2"/>
              <a:buChar char="§"/>
              <a:defRPr>
                <a:solidFill>
                  <a:schemeClr val="bg1"/>
                </a:solidFill>
                <a:latin typeface="+mn-lt"/>
              </a:defRPr>
            </a:lvl3pPr>
            <a:lvl4pPr marL="1600160" indent="-228594">
              <a:buFont typeface="Wingdings" panose="05000000000000000000" pitchFamily="2" charset="2"/>
              <a:buChar char="§"/>
              <a:defRPr>
                <a:solidFill>
                  <a:schemeClr val="bg1"/>
                </a:solidFill>
                <a:latin typeface="+mn-lt"/>
              </a:defRPr>
            </a:lvl4pPr>
            <a:lvl5pPr marL="2057349" indent="-228594">
              <a:buFont typeface="Wingdings" panose="05000000000000000000" pitchFamily="2" charset="2"/>
              <a:buChar char="§"/>
              <a:defRPr>
                <a:solidFill>
                  <a:schemeClr val="bg1"/>
                </a:solidFill>
                <a:latin typeface="+mn-lt"/>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Text Placeholder 26">
            <a:extLst>
              <a:ext uri="{FF2B5EF4-FFF2-40B4-BE49-F238E27FC236}">
                <a16:creationId xmlns:a16="http://schemas.microsoft.com/office/drawing/2014/main" id="{34733141-8584-45DE-9DAF-28AF7B60EAF5}"/>
              </a:ext>
            </a:extLst>
          </p:cNvPr>
          <p:cNvSpPr>
            <a:spLocks noGrp="1"/>
          </p:cNvSpPr>
          <p:nvPr>
            <p:ph type="body" sz="quarter" idx="12"/>
          </p:nvPr>
        </p:nvSpPr>
        <p:spPr>
          <a:xfrm>
            <a:off x="6337301" y="2044700"/>
            <a:ext cx="5016500" cy="4089400"/>
          </a:xfrm>
          <a:prstGeom prst="rect">
            <a:avLst/>
          </a:prstGeom>
        </p:spPr>
        <p:txBody>
          <a:bodyPr/>
          <a:lstStyle>
            <a:lvl1pPr marL="228594" indent="-228594">
              <a:buFont typeface="Wingdings" panose="05000000000000000000" pitchFamily="2" charset="2"/>
              <a:buChar char="§"/>
              <a:defRPr>
                <a:solidFill>
                  <a:schemeClr val="bg1"/>
                </a:solidFill>
                <a:latin typeface="+mn-lt"/>
              </a:defRPr>
            </a:lvl1pPr>
            <a:lvl2pPr marL="685783" indent="-228594">
              <a:buFont typeface="Wingdings" panose="05000000000000000000" pitchFamily="2" charset="2"/>
              <a:buChar char="§"/>
              <a:defRPr>
                <a:solidFill>
                  <a:schemeClr val="bg1"/>
                </a:solidFill>
                <a:latin typeface="+mn-lt"/>
              </a:defRPr>
            </a:lvl2pPr>
            <a:lvl3pPr marL="1142971" indent="-228594">
              <a:buFont typeface="Wingdings" panose="05000000000000000000" pitchFamily="2" charset="2"/>
              <a:buChar char="§"/>
              <a:defRPr>
                <a:solidFill>
                  <a:schemeClr val="bg1"/>
                </a:solidFill>
                <a:latin typeface="+mn-lt"/>
              </a:defRPr>
            </a:lvl3pPr>
            <a:lvl4pPr marL="1600160" indent="-228594">
              <a:buFont typeface="Wingdings" panose="05000000000000000000" pitchFamily="2" charset="2"/>
              <a:buChar char="§"/>
              <a:defRPr>
                <a:solidFill>
                  <a:schemeClr val="bg1"/>
                </a:solidFill>
                <a:latin typeface="+mn-lt"/>
              </a:defRPr>
            </a:lvl4pPr>
            <a:lvl5pPr marL="2057349" indent="-228594">
              <a:buFont typeface="Wingdings" panose="05000000000000000000" pitchFamily="2" charset="2"/>
              <a:buChar char="§"/>
              <a:defRPr>
                <a:solidFill>
                  <a:schemeClr val="bg1"/>
                </a:solidFill>
                <a:latin typeface="+mn-lt"/>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Text Placeholder 20">
            <a:extLst>
              <a:ext uri="{FF2B5EF4-FFF2-40B4-BE49-F238E27FC236}">
                <a16:creationId xmlns:a16="http://schemas.microsoft.com/office/drawing/2014/main" id="{50F47A2E-FD88-4251-9DE0-84E12A5FD7D4}"/>
              </a:ext>
            </a:extLst>
          </p:cNvPr>
          <p:cNvSpPr>
            <a:spLocks noGrp="1"/>
          </p:cNvSpPr>
          <p:nvPr>
            <p:ph type="body" sz="quarter" idx="13" hasCustomPrompt="1"/>
          </p:nvPr>
        </p:nvSpPr>
        <p:spPr>
          <a:xfrm>
            <a:off x="838200" y="1214040"/>
            <a:ext cx="8001000" cy="635000"/>
          </a:xfrm>
          <a:prstGeom prst="rect">
            <a:avLst/>
          </a:prstGeom>
        </p:spPr>
        <p:txBody>
          <a:bodyPr anchor="ctr"/>
          <a:lstStyle>
            <a:lvl1pPr marL="0" indent="0">
              <a:buNone/>
              <a:defRPr sz="2800" b="1">
                <a:solidFill>
                  <a:schemeClr val="bg1"/>
                </a:solidFill>
                <a:latin typeface="+mj-lt"/>
              </a:defRPr>
            </a:lvl1pPr>
          </a:lstStyle>
          <a:p>
            <a:pPr lvl="0"/>
            <a:r>
              <a:rPr lang="en-US"/>
              <a:t>Subtitle</a:t>
            </a:r>
          </a:p>
        </p:txBody>
      </p:sp>
      <p:sp>
        <p:nvSpPr>
          <p:cNvPr id="10" name="Text Placeholder 20">
            <a:extLst>
              <a:ext uri="{FF2B5EF4-FFF2-40B4-BE49-F238E27FC236}">
                <a16:creationId xmlns:a16="http://schemas.microsoft.com/office/drawing/2014/main" id="{55E36D07-9E2B-4F9D-BA55-BA0A7F7DFA76}"/>
              </a:ext>
            </a:extLst>
          </p:cNvPr>
          <p:cNvSpPr>
            <a:spLocks noGrp="1"/>
          </p:cNvSpPr>
          <p:nvPr>
            <p:ph type="body" sz="quarter" idx="14" hasCustomPrompt="1"/>
          </p:nvPr>
        </p:nvSpPr>
        <p:spPr>
          <a:xfrm>
            <a:off x="838200" y="579040"/>
            <a:ext cx="8001000" cy="635000"/>
          </a:xfrm>
          <a:prstGeom prst="rect">
            <a:avLst/>
          </a:prstGeom>
        </p:spPr>
        <p:txBody>
          <a:bodyPr anchor="ctr"/>
          <a:lstStyle>
            <a:lvl1pPr marL="0" indent="0">
              <a:buNone/>
              <a:defRPr sz="3600" b="1">
                <a:solidFill>
                  <a:schemeClr val="bg1"/>
                </a:solidFill>
                <a:latin typeface="+mj-lt"/>
              </a:defRPr>
            </a:lvl1pPr>
          </a:lstStyle>
          <a:p>
            <a:pPr lvl="0"/>
            <a:r>
              <a:rPr lang="en-US"/>
              <a:t>Click to enter Master title</a:t>
            </a:r>
          </a:p>
        </p:txBody>
      </p:sp>
    </p:spTree>
    <p:extLst>
      <p:ext uri="{BB962C8B-B14F-4D97-AF65-F5344CB8AC3E}">
        <p14:creationId xmlns:p14="http://schemas.microsoft.com/office/powerpoint/2010/main" val="2209887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ransition Slides with Photos and Logo 1">
    <p:spTree>
      <p:nvGrpSpPr>
        <p:cNvPr id="1" name=""/>
        <p:cNvGrpSpPr/>
        <p:nvPr/>
      </p:nvGrpSpPr>
      <p:grpSpPr>
        <a:xfrm>
          <a:off x="0" y="0"/>
          <a:ext cx="0" cy="0"/>
          <a:chOff x="0" y="0"/>
          <a:chExt cx="0" cy="0"/>
        </a:xfrm>
      </p:grpSpPr>
      <p:pic>
        <p:nvPicPr>
          <p:cNvPr id="28" name="Picture 27" descr="A group of people sitting at a table&#10;&#10;Description automatically generated with low confidence">
            <a:extLst>
              <a:ext uri="{FF2B5EF4-FFF2-40B4-BE49-F238E27FC236}">
                <a16:creationId xmlns:a16="http://schemas.microsoft.com/office/drawing/2014/main" id="{8273B2F6-8426-43C4-86C6-E59024F7C69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70192"/>
          </a:xfrm>
          <a:prstGeom prst="rect">
            <a:avLst/>
          </a:prstGeom>
        </p:spPr>
      </p:pic>
      <p:sp>
        <p:nvSpPr>
          <p:cNvPr id="7" name="Title 1">
            <a:extLst>
              <a:ext uri="{FF2B5EF4-FFF2-40B4-BE49-F238E27FC236}">
                <a16:creationId xmlns:a16="http://schemas.microsoft.com/office/drawing/2014/main" id="{B4B1BDE1-E860-42B4-A1D3-47E8A5283C59}"/>
              </a:ext>
            </a:extLst>
          </p:cNvPr>
          <p:cNvSpPr>
            <a:spLocks noGrp="1"/>
          </p:cNvSpPr>
          <p:nvPr>
            <p:ph type="title" hasCustomPrompt="1"/>
          </p:nvPr>
        </p:nvSpPr>
        <p:spPr>
          <a:xfrm>
            <a:off x="365760" y="2990088"/>
            <a:ext cx="6995160" cy="60350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600" b="1" i="0" kern="1200">
                <a:solidFill>
                  <a:schemeClr val="bg1"/>
                </a:solidFill>
                <a:latin typeface="Overpass" pitchFamily="2" charset="77"/>
                <a:ea typeface="+mj-ea"/>
                <a:cs typeface="Arial" panose="020B0604020202020204" pitchFamily="34" charset="0"/>
              </a:defRPr>
            </a:lvl1pPr>
          </a:lstStyle>
          <a:p>
            <a:r>
              <a:rPr lang="en-US"/>
              <a:t>Click to edit Master text</a:t>
            </a:r>
          </a:p>
        </p:txBody>
      </p:sp>
      <p:sp>
        <p:nvSpPr>
          <p:cNvPr id="18" name="Oval 17">
            <a:extLst>
              <a:ext uri="{FF2B5EF4-FFF2-40B4-BE49-F238E27FC236}">
                <a16:creationId xmlns:a16="http://schemas.microsoft.com/office/drawing/2014/main" id="{8DA07526-D7E3-4534-96BF-0696F3A2DF8C}"/>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34311566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ansition Slides with Photos and Logo 1">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71CC067-AA3A-410F-BFF2-B8FEBABEBBB8}"/>
              </a:ext>
            </a:extLst>
          </p:cNvPr>
          <p:cNvGrpSpPr>
            <a:grpSpLocks noChangeAspect="1"/>
          </p:cNvGrpSpPr>
          <p:nvPr userDrawn="1"/>
        </p:nvGrpSpPr>
        <p:grpSpPr>
          <a:xfrm>
            <a:off x="10233286" y="6463062"/>
            <a:ext cx="1381500" cy="272839"/>
            <a:chOff x="13039725" y="3148013"/>
            <a:chExt cx="4814888" cy="950913"/>
          </a:xfrm>
          <a:solidFill>
            <a:schemeClr val="bg1"/>
          </a:solidFill>
        </p:grpSpPr>
        <p:sp>
          <p:nvSpPr>
            <p:cNvPr id="5" name="Freeform 6">
              <a:extLst>
                <a:ext uri="{FF2B5EF4-FFF2-40B4-BE49-F238E27FC236}">
                  <a16:creationId xmlns:a16="http://schemas.microsoft.com/office/drawing/2014/main" id="{31040D33-68F0-44D5-BD80-E92E4AB68D68}"/>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6" name="Freeform 7">
              <a:extLst>
                <a:ext uri="{FF2B5EF4-FFF2-40B4-BE49-F238E27FC236}">
                  <a16:creationId xmlns:a16="http://schemas.microsoft.com/office/drawing/2014/main" id="{C4EA7306-C18E-4B49-A17F-5F84E02ACEC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8" name="Freeform 8">
              <a:extLst>
                <a:ext uri="{FF2B5EF4-FFF2-40B4-BE49-F238E27FC236}">
                  <a16:creationId xmlns:a16="http://schemas.microsoft.com/office/drawing/2014/main" id="{CD8A603C-65D1-4F80-B0D1-780C376EB9EB}"/>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9" name="Rectangle 9">
              <a:extLst>
                <a:ext uri="{FF2B5EF4-FFF2-40B4-BE49-F238E27FC236}">
                  <a16:creationId xmlns:a16="http://schemas.microsoft.com/office/drawing/2014/main" id="{8316D26C-6A6B-42F1-8A80-90B9A7ED5538}"/>
                </a:ext>
              </a:extLst>
            </p:cNvPr>
            <p:cNvSpPr>
              <a:spLocks noChangeArrowheads="1"/>
            </p:cNvSpPr>
            <p:nvPr userDrawn="1"/>
          </p:nvSpPr>
          <p:spPr bwMode="auto">
            <a:xfrm>
              <a:off x="16746538" y="3162300"/>
              <a:ext cx="182563" cy="922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0" name="Freeform 10">
              <a:extLst>
                <a:ext uri="{FF2B5EF4-FFF2-40B4-BE49-F238E27FC236}">
                  <a16:creationId xmlns:a16="http://schemas.microsoft.com/office/drawing/2014/main" id="{1084A2ED-0688-4F6E-AE7C-A3A7436CB89C}"/>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1" name="Freeform 11">
              <a:extLst>
                <a:ext uri="{FF2B5EF4-FFF2-40B4-BE49-F238E27FC236}">
                  <a16:creationId xmlns:a16="http://schemas.microsoft.com/office/drawing/2014/main" id="{DB08AB51-0CF4-4833-A76A-500D19E87A0A}"/>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2" name="Freeform 12">
              <a:extLst>
                <a:ext uri="{FF2B5EF4-FFF2-40B4-BE49-F238E27FC236}">
                  <a16:creationId xmlns:a16="http://schemas.microsoft.com/office/drawing/2014/main" id="{8B4B10F1-6A92-436C-8C3B-3E7C943F9303}"/>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3" name="Freeform 13">
              <a:extLst>
                <a:ext uri="{FF2B5EF4-FFF2-40B4-BE49-F238E27FC236}">
                  <a16:creationId xmlns:a16="http://schemas.microsoft.com/office/drawing/2014/main" id="{4E75FFF2-4A56-45CD-B2C4-1AF6D5162D8A}"/>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4" name="Freeform 14">
              <a:extLst>
                <a:ext uri="{FF2B5EF4-FFF2-40B4-BE49-F238E27FC236}">
                  <a16:creationId xmlns:a16="http://schemas.microsoft.com/office/drawing/2014/main" id="{869CD26B-3410-492D-8E56-0F907A79B0D2}"/>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5" name="Freeform 15">
              <a:extLst>
                <a:ext uri="{FF2B5EF4-FFF2-40B4-BE49-F238E27FC236}">
                  <a16:creationId xmlns:a16="http://schemas.microsoft.com/office/drawing/2014/main" id="{6C1B958F-A248-42A9-903C-13847B94C63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6" name="Freeform 16">
              <a:extLst>
                <a:ext uri="{FF2B5EF4-FFF2-40B4-BE49-F238E27FC236}">
                  <a16:creationId xmlns:a16="http://schemas.microsoft.com/office/drawing/2014/main" id="{1116AC55-CC4D-4488-B746-2B1A819BC759}"/>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7" name="Freeform 17">
              <a:extLst>
                <a:ext uri="{FF2B5EF4-FFF2-40B4-BE49-F238E27FC236}">
                  <a16:creationId xmlns:a16="http://schemas.microsoft.com/office/drawing/2014/main" id="{FD2BCFDD-B385-47CA-916D-8A5C7C492843}"/>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grpSp>
      <p:grpSp>
        <p:nvGrpSpPr>
          <p:cNvPr id="19" name="Group 18">
            <a:extLst>
              <a:ext uri="{FF2B5EF4-FFF2-40B4-BE49-F238E27FC236}">
                <a16:creationId xmlns:a16="http://schemas.microsoft.com/office/drawing/2014/main" id="{753C07DD-B119-4433-BE42-7A1FCD96EF0C}"/>
              </a:ext>
            </a:extLst>
          </p:cNvPr>
          <p:cNvGrpSpPr/>
          <p:nvPr userDrawn="1"/>
        </p:nvGrpSpPr>
        <p:grpSpPr>
          <a:xfrm>
            <a:off x="587809" y="6485634"/>
            <a:ext cx="3739643" cy="248633"/>
            <a:chOff x="212027" y="6512125"/>
            <a:chExt cx="3228488" cy="325447"/>
          </a:xfrm>
        </p:grpSpPr>
        <p:sp>
          <p:nvSpPr>
            <p:cNvPr id="20" name="TextBox 19">
              <a:extLst>
                <a:ext uri="{FF2B5EF4-FFF2-40B4-BE49-F238E27FC236}">
                  <a16:creationId xmlns:a16="http://schemas.microsoft.com/office/drawing/2014/main" id="{733CD6AE-6350-46FB-8769-B1297F306D37}"/>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©2021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21" name="TextBox 20">
              <a:extLst>
                <a:ext uri="{FF2B5EF4-FFF2-40B4-BE49-F238E27FC236}">
                  <a16:creationId xmlns:a16="http://schemas.microsoft.com/office/drawing/2014/main" id="{A9925E93-A206-4B21-BC63-96B6EB303C51}"/>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sp>
        <p:nvSpPr>
          <p:cNvPr id="22" name="Rectangle 21">
            <a:extLst>
              <a:ext uri="{FF2B5EF4-FFF2-40B4-BE49-F238E27FC236}">
                <a16:creationId xmlns:a16="http://schemas.microsoft.com/office/drawing/2014/main" id="{B9E60969-B158-2185-5659-4CF1A729D70A}"/>
              </a:ext>
            </a:extLst>
          </p:cNvPr>
          <p:cNvSpPr/>
          <p:nvPr userDrawn="1"/>
        </p:nvSpPr>
        <p:spPr>
          <a:xfrm>
            <a:off x="6979" y="0"/>
            <a:ext cx="12192000" cy="6858000"/>
          </a:xfrm>
          <a:prstGeom prst="rect">
            <a:avLst/>
          </a:prstGeom>
          <a:solidFill>
            <a:srgbClr val="9D9F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29" name="Group 28">
            <a:extLst>
              <a:ext uri="{FF2B5EF4-FFF2-40B4-BE49-F238E27FC236}">
                <a16:creationId xmlns:a16="http://schemas.microsoft.com/office/drawing/2014/main" id="{E24A09A8-06BC-8206-6C22-5B55A352E7EA}"/>
              </a:ext>
            </a:extLst>
          </p:cNvPr>
          <p:cNvGrpSpPr/>
          <p:nvPr userDrawn="1"/>
        </p:nvGrpSpPr>
        <p:grpSpPr>
          <a:xfrm>
            <a:off x="611620" y="6475632"/>
            <a:ext cx="3739643" cy="248633"/>
            <a:chOff x="212027" y="6512125"/>
            <a:chExt cx="3228488" cy="325447"/>
          </a:xfrm>
        </p:grpSpPr>
        <p:sp>
          <p:nvSpPr>
            <p:cNvPr id="30" name="TextBox 29">
              <a:extLst>
                <a:ext uri="{FF2B5EF4-FFF2-40B4-BE49-F238E27FC236}">
                  <a16:creationId xmlns:a16="http://schemas.microsoft.com/office/drawing/2014/main" id="{BF3D3B96-4CEB-C342-15E1-2F0239D2F705}"/>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©2023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31" name="TextBox 30">
              <a:extLst>
                <a:ext uri="{FF2B5EF4-FFF2-40B4-BE49-F238E27FC236}">
                  <a16:creationId xmlns:a16="http://schemas.microsoft.com/office/drawing/2014/main" id="{36566071-F887-7CC8-6655-68FDD99224A4}"/>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295A95A2-10CC-4803-4BB8-5F98B6AE2336}"/>
              </a:ext>
            </a:extLst>
          </p:cNvPr>
          <p:cNvGrpSpPr>
            <a:grpSpLocks noChangeAspect="1"/>
          </p:cNvGrpSpPr>
          <p:nvPr userDrawn="1"/>
        </p:nvGrpSpPr>
        <p:grpSpPr>
          <a:xfrm>
            <a:off x="10244174" y="6457631"/>
            <a:ext cx="1381500" cy="272839"/>
            <a:chOff x="13039725" y="3148013"/>
            <a:chExt cx="4814888" cy="950913"/>
          </a:xfrm>
          <a:solidFill>
            <a:schemeClr val="bg1"/>
          </a:solidFill>
        </p:grpSpPr>
        <p:sp>
          <p:nvSpPr>
            <p:cNvPr id="38" name="Freeform 6">
              <a:extLst>
                <a:ext uri="{FF2B5EF4-FFF2-40B4-BE49-F238E27FC236}">
                  <a16:creationId xmlns:a16="http://schemas.microsoft.com/office/drawing/2014/main" id="{8D54ED5E-F568-4A1F-E2D1-EF6B664006AD}"/>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9" name="Freeform 7">
              <a:extLst>
                <a:ext uri="{FF2B5EF4-FFF2-40B4-BE49-F238E27FC236}">
                  <a16:creationId xmlns:a16="http://schemas.microsoft.com/office/drawing/2014/main" id="{FACE1B99-B607-E5DF-8FEF-0AB12664C03F}"/>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0" name="Freeform 8">
              <a:extLst>
                <a:ext uri="{FF2B5EF4-FFF2-40B4-BE49-F238E27FC236}">
                  <a16:creationId xmlns:a16="http://schemas.microsoft.com/office/drawing/2014/main" id="{149D3337-5CB9-7FEC-EDDB-CF855F1AD8A6}"/>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1" name="Rectangle 9">
              <a:extLst>
                <a:ext uri="{FF2B5EF4-FFF2-40B4-BE49-F238E27FC236}">
                  <a16:creationId xmlns:a16="http://schemas.microsoft.com/office/drawing/2014/main" id="{4E7DC0F6-505C-6697-2C70-EF08A934057C}"/>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2" name="Freeform 10">
              <a:extLst>
                <a:ext uri="{FF2B5EF4-FFF2-40B4-BE49-F238E27FC236}">
                  <a16:creationId xmlns:a16="http://schemas.microsoft.com/office/drawing/2014/main" id="{CC75A91E-A55E-CC49-6E69-4A34EBCB9B4C}"/>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11">
              <a:extLst>
                <a:ext uri="{FF2B5EF4-FFF2-40B4-BE49-F238E27FC236}">
                  <a16:creationId xmlns:a16="http://schemas.microsoft.com/office/drawing/2014/main" id="{1252E362-C309-DDA6-10A8-C0132873A396}"/>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12">
              <a:extLst>
                <a:ext uri="{FF2B5EF4-FFF2-40B4-BE49-F238E27FC236}">
                  <a16:creationId xmlns:a16="http://schemas.microsoft.com/office/drawing/2014/main" id="{325EC914-853C-E688-E09C-E2D6172DFE2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Freeform 13">
              <a:extLst>
                <a:ext uri="{FF2B5EF4-FFF2-40B4-BE49-F238E27FC236}">
                  <a16:creationId xmlns:a16="http://schemas.microsoft.com/office/drawing/2014/main" id="{71116D15-78DF-7FD3-1122-2A29F4F3298A}"/>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4">
              <a:extLst>
                <a:ext uri="{FF2B5EF4-FFF2-40B4-BE49-F238E27FC236}">
                  <a16:creationId xmlns:a16="http://schemas.microsoft.com/office/drawing/2014/main" id="{22113AC2-3E44-F51C-7207-FB958FAAA488}"/>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5">
              <a:extLst>
                <a:ext uri="{FF2B5EF4-FFF2-40B4-BE49-F238E27FC236}">
                  <a16:creationId xmlns:a16="http://schemas.microsoft.com/office/drawing/2014/main" id="{31E48056-B106-D212-467B-1AED130E1D7E}"/>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6">
              <a:extLst>
                <a:ext uri="{FF2B5EF4-FFF2-40B4-BE49-F238E27FC236}">
                  <a16:creationId xmlns:a16="http://schemas.microsoft.com/office/drawing/2014/main" id="{443C0BBE-6C61-A1F1-F20F-7ACEB1D56323}"/>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7">
              <a:extLst>
                <a:ext uri="{FF2B5EF4-FFF2-40B4-BE49-F238E27FC236}">
                  <a16:creationId xmlns:a16="http://schemas.microsoft.com/office/drawing/2014/main" id="{8B98E1E1-AB2A-204C-0E7B-88909C2F84BA}"/>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63" name="Oval 62">
            <a:extLst>
              <a:ext uri="{FF2B5EF4-FFF2-40B4-BE49-F238E27FC236}">
                <a16:creationId xmlns:a16="http://schemas.microsoft.com/office/drawing/2014/main" id="{D505A591-0EEB-FE06-E714-006A23F8F43B}"/>
              </a:ext>
            </a:extLst>
          </p:cNvPr>
          <p:cNvSpPr/>
          <p:nvPr userDrawn="1"/>
        </p:nvSpPr>
        <p:spPr>
          <a:xfrm>
            <a:off x="11638745" y="6346655"/>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16405426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ransition Slides with Photos and Logo 1">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71CC067-AA3A-410F-BFF2-B8FEBABEBBB8}"/>
              </a:ext>
            </a:extLst>
          </p:cNvPr>
          <p:cNvGrpSpPr>
            <a:grpSpLocks noChangeAspect="1"/>
          </p:cNvGrpSpPr>
          <p:nvPr userDrawn="1"/>
        </p:nvGrpSpPr>
        <p:grpSpPr>
          <a:xfrm>
            <a:off x="10233286" y="6463062"/>
            <a:ext cx="1381500" cy="272839"/>
            <a:chOff x="13039725" y="3148013"/>
            <a:chExt cx="4814888" cy="950913"/>
          </a:xfrm>
          <a:solidFill>
            <a:schemeClr val="bg1"/>
          </a:solidFill>
        </p:grpSpPr>
        <p:sp>
          <p:nvSpPr>
            <p:cNvPr id="5" name="Freeform 6">
              <a:extLst>
                <a:ext uri="{FF2B5EF4-FFF2-40B4-BE49-F238E27FC236}">
                  <a16:creationId xmlns:a16="http://schemas.microsoft.com/office/drawing/2014/main" id="{31040D33-68F0-44D5-BD80-E92E4AB68D68}"/>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6" name="Freeform 7">
              <a:extLst>
                <a:ext uri="{FF2B5EF4-FFF2-40B4-BE49-F238E27FC236}">
                  <a16:creationId xmlns:a16="http://schemas.microsoft.com/office/drawing/2014/main" id="{C4EA7306-C18E-4B49-A17F-5F84E02ACEC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8" name="Freeform 8">
              <a:extLst>
                <a:ext uri="{FF2B5EF4-FFF2-40B4-BE49-F238E27FC236}">
                  <a16:creationId xmlns:a16="http://schemas.microsoft.com/office/drawing/2014/main" id="{CD8A603C-65D1-4F80-B0D1-780C376EB9EB}"/>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9" name="Rectangle 9">
              <a:extLst>
                <a:ext uri="{FF2B5EF4-FFF2-40B4-BE49-F238E27FC236}">
                  <a16:creationId xmlns:a16="http://schemas.microsoft.com/office/drawing/2014/main" id="{8316D26C-6A6B-42F1-8A80-90B9A7ED5538}"/>
                </a:ext>
              </a:extLst>
            </p:cNvPr>
            <p:cNvSpPr>
              <a:spLocks noChangeArrowheads="1"/>
            </p:cNvSpPr>
            <p:nvPr userDrawn="1"/>
          </p:nvSpPr>
          <p:spPr bwMode="auto">
            <a:xfrm>
              <a:off x="16746538" y="3162300"/>
              <a:ext cx="182563" cy="922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0" name="Freeform 10">
              <a:extLst>
                <a:ext uri="{FF2B5EF4-FFF2-40B4-BE49-F238E27FC236}">
                  <a16:creationId xmlns:a16="http://schemas.microsoft.com/office/drawing/2014/main" id="{1084A2ED-0688-4F6E-AE7C-A3A7436CB89C}"/>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1" name="Freeform 11">
              <a:extLst>
                <a:ext uri="{FF2B5EF4-FFF2-40B4-BE49-F238E27FC236}">
                  <a16:creationId xmlns:a16="http://schemas.microsoft.com/office/drawing/2014/main" id="{DB08AB51-0CF4-4833-A76A-500D19E87A0A}"/>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2" name="Freeform 12">
              <a:extLst>
                <a:ext uri="{FF2B5EF4-FFF2-40B4-BE49-F238E27FC236}">
                  <a16:creationId xmlns:a16="http://schemas.microsoft.com/office/drawing/2014/main" id="{8B4B10F1-6A92-436C-8C3B-3E7C943F9303}"/>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3" name="Freeform 13">
              <a:extLst>
                <a:ext uri="{FF2B5EF4-FFF2-40B4-BE49-F238E27FC236}">
                  <a16:creationId xmlns:a16="http://schemas.microsoft.com/office/drawing/2014/main" id="{4E75FFF2-4A56-45CD-B2C4-1AF6D5162D8A}"/>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4" name="Freeform 14">
              <a:extLst>
                <a:ext uri="{FF2B5EF4-FFF2-40B4-BE49-F238E27FC236}">
                  <a16:creationId xmlns:a16="http://schemas.microsoft.com/office/drawing/2014/main" id="{869CD26B-3410-492D-8E56-0F907A79B0D2}"/>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5" name="Freeform 15">
              <a:extLst>
                <a:ext uri="{FF2B5EF4-FFF2-40B4-BE49-F238E27FC236}">
                  <a16:creationId xmlns:a16="http://schemas.microsoft.com/office/drawing/2014/main" id="{6C1B958F-A248-42A9-903C-13847B94C63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6" name="Freeform 16">
              <a:extLst>
                <a:ext uri="{FF2B5EF4-FFF2-40B4-BE49-F238E27FC236}">
                  <a16:creationId xmlns:a16="http://schemas.microsoft.com/office/drawing/2014/main" id="{1116AC55-CC4D-4488-B746-2B1A819BC759}"/>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7" name="Freeform 17">
              <a:extLst>
                <a:ext uri="{FF2B5EF4-FFF2-40B4-BE49-F238E27FC236}">
                  <a16:creationId xmlns:a16="http://schemas.microsoft.com/office/drawing/2014/main" id="{FD2BCFDD-B385-47CA-916D-8A5C7C492843}"/>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grpSp>
      <p:grpSp>
        <p:nvGrpSpPr>
          <p:cNvPr id="19" name="Group 18">
            <a:extLst>
              <a:ext uri="{FF2B5EF4-FFF2-40B4-BE49-F238E27FC236}">
                <a16:creationId xmlns:a16="http://schemas.microsoft.com/office/drawing/2014/main" id="{753C07DD-B119-4433-BE42-7A1FCD96EF0C}"/>
              </a:ext>
            </a:extLst>
          </p:cNvPr>
          <p:cNvGrpSpPr/>
          <p:nvPr userDrawn="1"/>
        </p:nvGrpSpPr>
        <p:grpSpPr>
          <a:xfrm>
            <a:off x="587809" y="6485634"/>
            <a:ext cx="3739643" cy="248633"/>
            <a:chOff x="212027" y="6512125"/>
            <a:chExt cx="3228488" cy="325447"/>
          </a:xfrm>
        </p:grpSpPr>
        <p:sp>
          <p:nvSpPr>
            <p:cNvPr id="20" name="TextBox 19">
              <a:extLst>
                <a:ext uri="{FF2B5EF4-FFF2-40B4-BE49-F238E27FC236}">
                  <a16:creationId xmlns:a16="http://schemas.microsoft.com/office/drawing/2014/main" id="{733CD6AE-6350-46FB-8769-B1297F306D37}"/>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©2021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21" name="TextBox 20">
              <a:extLst>
                <a:ext uri="{FF2B5EF4-FFF2-40B4-BE49-F238E27FC236}">
                  <a16:creationId xmlns:a16="http://schemas.microsoft.com/office/drawing/2014/main" id="{A9925E93-A206-4B21-BC63-96B6EB303C51}"/>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grpSp>
        <p:nvGrpSpPr>
          <p:cNvPr id="29" name="Group 28">
            <a:extLst>
              <a:ext uri="{FF2B5EF4-FFF2-40B4-BE49-F238E27FC236}">
                <a16:creationId xmlns:a16="http://schemas.microsoft.com/office/drawing/2014/main" id="{E24A09A8-06BC-8206-6C22-5B55A352E7EA}"/>
              </a:ext>
            </a:extLst>
          </p:cNvPr>
          <p:cNvGrpSpPr/>
          <p:nvPr userDrawn="1"/>
        </p:nvGrpSpPr>
        <p:grpSpPr>
          <a:xfrm>
            <a:off x="611620" y="6475632"/>
            <a:ext cx="3739643" cy="248633"/>
            <a:chOff x="212027" y="6512125"/>
            <a:chExt cx="3228488" cy="325447"/>
          </a:xfrm>
        </p:grpSpPr>
        <p:sp>
          <p:nvSpPr>
            <p:cNvPr id="30" name="TextBox 29">
              <a:extLst>
                <a:ext uri="{FF2B5EF4-FFF2-40B4-BE49-F238E27FC236}">
                  <a16:creationId xmlns:a16="http://schemas.microsoft.com/office/drawing/2014/main" id="{BF3D3B96-4CEB-C342-15E1-2F0239D2F705}"/>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©2021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31" name="TextBox 30">
              <a:extLst>
                <a:ext uri="{FF2B5EF4-FFF2-40B4-BE49-F238E27FC236}">
                  <a16:creationId xmlns:a16="http://schemas.microsoft.com/office/drawing/2014/main" id="{36566071-F887-7CC8-6655-68FDD99224A4}"/>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295A95A2-10CC-4803-4BB8-5F98B6AE2336}"/>
              </a:ext>
            </a:extLst>
          </p:cNvPr>
          <p:cNvGrpSpPr>
            <a:grpSpLocks noChangeAspect="1"/>
          </p:cNvGrpSpPr>
          <p:nvPr userDrawn="1"/>
        </p:nvGrpSpPr>
        <p:grpSpPr>
          <a:xfrm>
            <a:off x="10244174" y="6457631"/>
            <a:ext cx="1381500" cy="272839"/>
            <a:chOff x="13039725" y="3148013"/>
            <a:chExt cx="4814888" cy="950913"/>
          </a:xfrm>
          <a:solidFill>
            <a:schemeClr val="bg1"/>
          </a:solidFill>
        </p:grpSpPr>
        <p:sp>
          <p:nvSpPr>
            <p:cNvPr id="38" name="Freeform 6">
              <a:extLst>
                <a:ext uri="{FF2B5EF4-FFF2-40B4-BE49-F238E27FC236}">
                  <a16:creationId xmlns:a16="http://schemas.microsoft.com/office/drawing/2014/main" id="{8D54ED5E-F568-4A1F-E2D1-EF6B664006AD}"/>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9" name="Freeform 7">
              <a:extLst>
                <a:ext uri="{FF2B5EF4-FFF2-40B4-BE49-F238E27FC236}">
                  <a16:creationId xmlns:a16="http://schemas.microsoft.com/office/drawing/2014/main" id="{FACE1B99-B607-E5DF-8FEF-0AB12664C03F}"/>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0" name="Freeform 8">
              <a:extLst>
                <a:ext uri="{FF2B5EF4-FFF2-40B4-BE49-F238E27FC236}">
                  <a16:creationId xmlns:a16="http://schemas.microsoft.com/office/drawing/2014/main" id="{149D3337-5CB9-7FEC-EDDB-CF855F1AD8A6}"/>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1" name="Rectangle 9">
              <a:extLst>
                <a:ext uri="{FF2B5EF4-FFF2-40B4-BE49-F238E27FC236}">
                  <a16:creationId xmlns:a16="http://schemas.microsoft.com/office/drawing/2014/main" id="{4E7DC0F6-505C-6697-2C70-EF08A934057C}"/>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2" name="Freeform 10">
              <a:extLst>
                <a:ext uri="{FF2B5EF4-FFF2-40B4-BE49-F238E27FC236}">
                  <a16:creationId xmlns:a16="http://schemas.microsoft.com/office/drawing/2014/main" id="{CC75A91E-A55E-CC49-6E69-4A34EBCB9B4C}"/>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3" name="Freeform 11">
              <a:extLst>
                <a:ext uri="{FF2B5EF4-FFF2-40B4-BE49-F238E27FC236}">
                  <a16:creationId xmlns:a16="http://schemas.microsoft.com/office/drawing/2014/main" id="{1252E362-C309-DDA6-10A8-C0132873A396}"/>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4" name="Freeform 12">
              <a:extLst>
                <a:ext uri="{FF2B5EF4-FFF2-40B4-BE49-F238E27FC236}">
                  <a16:creationId xmlns:a16="http://schemas.microsoft.com/office/drawing/2014/main" id="{325EC914-853C-E688-E09C-E2D6172DFE24}"/>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5" name="Freeform 13">
              <a:extLst>
                <a:ext uri="{FF2B5EF4-FFF2-40B4-BE49-F238E27FC236}">
                  <a16:creationId xmlns:a16="http://schemas.microsoft.com/office/drawing/2014/main" id="{71116D15-78DF-7FD3-1122-2A29F4F3298A}"/>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14">
              <a:extLst>
                <a:ext uri="{FF2B5EF4-FFF2-40B4-BE49-F238E27FC236}">
                  <a16:creationId xmlns:a16="http://schemas.microsoft.com/office/drawing/2014/main" id="{22113AC2-3E44-F51C-7207-FB958FAAA488}"/>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15">
              <a:extLst>
                <a:ext uri="{FF2B5EF4-FFF2-40B4-BE49-F238E27FC236}">
                  <a16:creationId xmlns:a16="http://schemas.microsoft.com/office/drawing/2014/main" id="{31E48056-B106-D212-467B-1AED130E1D7E}"/>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Freeform 16">
              <a:extLst>
                <a:ext uri="{FF2B5EF4-FFF2-40B4-BE49-F238E27FC236}">
                  <a16:creationId xmlns:a16="http://schemas.microsoft.com/office/drawing/2014/main" id="{443C0BBE-6C61-A1F1-F20F-7ACEB1D56323}"/>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7">
              <a:extLst>
                <a:ext uri="{FF2B5EF4-FFF2-40B4-BE49-F238E27FC236}">
                  <a16:creationId xmlns:a16="http://schemas.microsoft.com/office/drawing/2014/main" id="{8B98E1E1-AB2A-204C-0E7B-88909C2F84BA}"/>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63" name="Oval 62">
            <a:extLst>
              <a:ext uri="{FF2B5EF4-FFF2-40B4-BE49-F238E27FC236}">
                <a16:creationId xmlns:a16="http://schemas.microsoft.com/office/drawing/2014/main" id="{D505A591-0EEB-FE06-E714-006A23F8F43B}"/>
              </a:ext>
            </a:extLst>
          </p:cNvPr>
          <p:cNvSpPr/>
          <p:nvPr userDrawn="1"/>
        </p:nvSpPr>
        <p:spPr>
          <a:xfrm>
            <a:off x="11638745" y="6346655"/>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nvGrpSpPr>
          <p:cNvPr id="37" name="Group 36">
            <a:extLst>
              <a:ext uri="{FF2B5EF4-FFF2-40B4-BE49-F238E27FC236}">
                <a16:creationId xmlns:a16="http://schemas.microsoft.com/office/drawing/2014/main" id="{67262303-8A3C-4987-5F61-B476386100F4}"/>
              </a:ext>
            </a:extLst>
          </p:cNvPr>
          <p:cNvGrpSpPr/>
          <p:nvPr userDrawn="1"/>
        </p:nvGrpSpPr>
        <p:grpSpPr>
          <a:xfrm>
            <a:off x="531787" y="6363146"/>
            <a:ext cx="3739643" cy="248633"/>
            <a:chOff x="212027" y="6512125"/>
            <a:chExt cx="3228488" cy="325447"/>
          </a:xfrm>
        </p:grpSpPr>
        <p:sp>
          <p:nvSpPr>
            <p:cNvPr id="50" name="TextBox 49">
              <a:extLst>
                <a:ext uri="{FF2B5EF4-FFF2-40B4-BE49-F238E27FC236}">
                  <a16:creationId xmlns:a16="http://schemas.microsoft.com/office/drawing/2014/main" id="{9F829624-2F0C-1835-89F5-8DF97EF57585}"/>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©2022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51" name="TextBox 50">
              <a:extLst>
                <a:ext uri="{FF2B5EF4-FFF2-40B4-BE49-F238E27FC236}">
                  <a16:creationId xmlns:a16="http://schemas.microsoft.com/office/drawing/2014/main" id="{28863E8A-4B0B-60C6-196E-32A0ABFA4615}"/>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grpSp>
        <p:nvGrpSpPr>
          <p:cNvPr id="52" name="Group 51">
            <a:extLst>
              <a:ext uri="{FF2B5EF4-FFF2-40B4-BE49-F238E27FC236}">
                <a16:creationId xmlns:a16="http://schemas.microsoft.com/office/drawing/2014/main" id="{2257784F-9F9E-EB40-AEE2-575F6D69E8F6}"/>
              </a:ext>
            </a:extLst>
          </p:cNvPr>
          <p:cNvGrpSpPr>
            <a:grpSpLocks noChangeAspect="1"/>
          </p:cNvGrpSpPr>
          <p:nvPr userDrawn="1"/>
        </p:nvGrpSpPr>
        <p:grpSpPr>
          <a:xfrm>
            <a:off x="10164341" y="6345145"/>
            <a:ext cx="1381500" cy="272839"/>
            <a:chOff x="13039725" y="3148013"/>
            <a:chExt cx="4814888" cy="950913"/>
          </a:xfrm>
          <a:solidFill>
            <a:schemeClr val="bg1"/>
          </a:solidFill>
        </p:grpSpPr>
        <p:sp>
          <p:nvSpPr>
            <p:cNvPr id="53" name="Freeform 6">
              <a:extLst>
                <a:ext uri="{FF2B5EF4-FFF2-40B4-BE49-F238E27FC236}">
                  <a16:creationId xmlns:a16="http://schemas.microsoft.com/office/drawing/2014/main" id="{2210B9E8-60A5-DDB1-A1ED-5543BF6BD9F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4" name="Freeform 7">
              <a:extLst>
                <a:ext uri="{FF2B5EF4-FFF2-40B4-BE49-F238E27FC236}">
                  <a16:creationId xmlns:a16="http://schemas.microsoft.com/office/drawing/2014/main" id="{B3537625-7AC2-C153-EB2F-3D0113934FB8}"/>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5" name="Freeform 8">
              <a:extLst>
                <a:ext uri="{FF2B5EF4-FFF2-40B4-BE49-F238E27FC236}">
                  <a16:creationId xmlns:a16="http://schemas.microsoft.com/office/drawing/2014/main" id="{6FB837BB-D509-115F-D4DA-4BC1389C8B7E}"/>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6" name="Rectangle 9">
              <a:extLst>
                <a:ext uri="{FF2B5EF4-FFF2-40B4-BE49-F238E27FC236}">
                  <a16:creationId xmlns:a16="http://schemas.microsoft.com/office/drawing/2014/main" id="{B6B83F07-071E-5FCF-6FFA-8A4C1ADE5DC7}"/>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57" name="Freeform 10">
              <a:extLst>
                <a:ext uri="{FF2B5EF4-FFF2-40B4-BE49-F238E27FC236}">
                  <a16:creationId xmlns:a16="http://schemas.microsoft.com/office/drawing/2014/main" id="{CED5A2CF-DBB2-F1DC-4EDB-3FD76C1F6C39}"/>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8" name="Freeform 11">
              <a:extLst>
                <a:ext uri="{FF2B5EF4-FFF2-40B4-BE49-F238E27FC236}">
                  <a16:creationId xmlns:a16="http://schemas.microsoft.com/office/drawing/2014/main" id="{2767E3B4-F8FF-674D-C76B-DDA02F2A2C55}"/>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9" name="Freeform 12">
              <a:extLst>
                <a:ext uri="{FF2B5EF4-FFF2-40B4-BE49-F238E27FC236}">
                  <a16:creationId xmlns:a16="http://schemas.microsoft.com/office/drawing/2014/main" id="{99F2C883-7A76-2441-C9D7-DA8C1F9A3770}"/>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0" name="Freeform 13">
              <a:extLst>
                <a:ext uri="{FF2B5EF4-FFF2-40B4-BE49-F238E27FC236}">
                  <a16:creationId xmlns:a16="http://schemas.microsoft.com/office/drawing/2014/main" id="{A8433C21-D0D0-1F27-39E0-15889A7E6145}"/>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1" name="Freeform 14">
              <a:extLst>
                <a:ext uri="{FF2B5EF4-FFF2-40B4-BE49-F238E27FC236}">
                  <a16:creationId xmlns:a16="http://schemas.microsoft.com/office/drawing/2014/main" id="{2D987623-BFE7-B965-D88D-5BA8F1D07A33}"/>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2" name="Freeform 15">
              <a:extLst>
                <a:ext uri="{FF2B5EF4-FFF2-40B4-BE49-F238E27FC236}">
                  <a16:creationId xmlns:a16="http://schemas.microsoft.com/office/drawing/2014/main" id="{B62C19DB-B74E-6F01-C04B-92476DE7ED6B}"/>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4" name="Freeform 16">
              <a:extLst>
                <a:ext uri="{FF2B5EF4-FFF2-40B4-BE49-F238E27FC236}">
                  <a16:creationId xmlns:a16="http://schemas.microsoft.com/office/drawing/2014/main" id="{1A91BEAB-21DD-A220-2BC2-7531F35E4854}"/>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65" name="Freeform 17">
              <a:extLst>
                <a:ext uri="{FF2B5EF4-FFF2-40B4-BE49-F238E27FC236}">
                  <a16:creationId xmlns:a16="http://schemas.microsoft.com/office/drawing/2014/main" id="{93B4FBFC-7655-CA5F-B21A-7EF090A333BF}"/>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66" name="Oval 65">
            <a:extLst>
              <a:ext uri="{FF2B5EF4-FFF2-40B4-BE49-F238E27FC236}">
                <a16:creationId xmlns:a16="http://schemas.microsoft.com/office/drawing/2014/main" id="{596D7AC3-61A6-C2EE-4ADA-254C52AE192D}"/>
              </a:ext>
            </a:extLst>
          </p:cNvPr>
          <p:cNvSpPr/>
          <p:nvPr userDrawn="1"/>
        </p:nvSpPr>
        <p:spPr>
          <a:xfrm>
            <a:off x="11558912" y="6234168"/>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Tree>
    <p:extLst>
      <p:ext uri="{BB962C8B-B14F-4D97-AF65-F5344CB8AC3E}">
        <p14:creationId xmlns:p14="http://schemas.microsoft.com/office/powerpoint/2010/main" val="41868397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ansition Slides with Photos and Logo 2">
    <p:spTree>
      <p:nvGrpSpPr>
        <p:cNvPr id="1" name=""/>
        <p:cNvGrpSpPr/>
        <p:nvPr/>
      </p:nvGrpSpPr>
      <p:grpSpPr>
        <a:xfrm>
          <a:off x="0" y="0"/>
          <a:ext cx="0" cy="0"/>
          <a:chOff x="0" y="0"/>
          <a:chExt cx="0" cy="0"/>
        </a:xfrm>
      </p:grpSpPr>
      <p:pic>
        <p:nvPicPr>
          <p:cNvPr id="26" name="Picture 25" descr="A group of people sitting at a table&#10;&#10;Description automatically generated with low confidence">
            <a:extLst>
              <a:ext uri="{FF2B5EF4-FFF2-40B4-BE49-F238E27FC236}">
                <a16:creationId xmlns:a16="http://schemas.microsoft.com/office/drawing/2014/main" id="{3062258D-75B5-49E1-B4FC-6B023759A3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B4B1BDE1-E860-42B4-A1D3-47E8A5283C59}"/>
              </a:ext>
            </a:extLst>
          </p:cNvPr>
          <p:cNvSpPr>
            <a:spLocks noGrp="1"/>
          </p:cNvSpPr>
          <p:nvPr>
            <p:ph type="title" hasCustomPrompt="1"/>
          </p:nvPr>
        </p:nvSpPr>
        <p:spPr>
          <a:xfrm>
            <a:off x="365760" y="2990088"/>
            <a:ext cx="6995160" cy="60350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600" b="1" i="0" kern="1200">
                <a:solidFill>
                  <a:schemeClr val="bg1"/>
                </a:solidFill>
                <a:latin typeface="Overpass" pitchFamily="2" charset="77"/>
                <a:ea typeface="+mj-ea"/>
                <a:cs typeface="Arial" panose="020B0604020202020204" pitchFamily="34" charset="0"/>
              </a:defRPr>
            </a:lvl1pPr>
          </a:lstStyle>
          <a:p>
            <a:r>
              <a:rPr lang="en-US"/>
              <a:t>Click to edit Master text</a:t>
            </a:r>
          </a:p>
        </p:txBody>
      </p:sp>
      <p:grpSp>
        <p:nvGrpSpPr>
          <p:cNvPr id="4" name="Group 3">
            <a:extLst>
              <a:ext uri="{FF2B5EF4-FFF2-40B4-BE49-F238E27FC236}">
                <a16:creationId xmlns:a16="http://schemas.microsoft.com/office/drawing/2014/main" id="{671CC067-AA3A-410F-BFF2-B8FEBABEBBB8}"/>
              </a:ext>
            </a:extLst>
          </p:cNvPr>
          <p:cNvGrpSpPr>
            <a:grpSpLocks noChangeAspect="1"/>
          </p:cNvGrpSpPr>
          <p:nvPr userDrawn="1"/>
        </p:nvGrpSpPr>
        <p:grpSpPr>
          <a:xfrm>
            <a:off x="10233286" y="6463062"/>
            <a:ext cx="1381500" cy="272839"/>
            <a:chOff x="13039725" y="3148013"/>
            <a:chExt cx="4814888" cy="950913"/>
          </a:xfrm>
          <a:solidFill>
            <a:schemeClr val="bg1"/>
          </a:solidFill>
        </p:grpSpPr>
        <p:sp>
          <p:nvSpPr>
            <p:cNvPr id="5" name="Freeform 6">
              <a:extLst>
                <a:ext uri="{FF2B5EF4-FFF2-40B4-BE49-F238E27FC236}">
                  <a16:creationId xmlns:a16="http://schemas.microsoft.com/office/drawing/2014/main" id="{31040D33-68F0-44D5-BD80-E92E4AB68D68}"/>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6" name="Freeform 7">
              <a:extLst>
                <a:ext uri="{FF2B5EF4-FFF2-40B4-BE49-F238E27FC236}">
                  <a16:creationId xmlns:a16="http://schemas.microsoft.com/office/drawing/2014/main" id="{C4EA7306-C18E-4B49-A17F-5F84E02ACEC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8" name="Freeform 8">
              <a:extLst>
                <a:ext uri="{FF2B5EF4-FFF2-40B4-BE49-F238E27FC236}">
                  <a16:creationId xmlns:a16="http://schemas.microsoft.com/office/drawing/2014/main" id="{CD8A603C-65D1-4F80-B0D1-780C376EB9EB}"/>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9" name="Rectangle 9">
              <a:extLst>
                <a:ext uri="{FF2B5EF4-FFF2-40B4-BE49-F238E27FC236}">
                  <a16:creationId xmlns:a16="http://schemas.microsoft.com/office/drawing/2014/main" id="{8316D26C-6A6B-42F1-8A80-90B9A7ED5538}"/>
                </a:ext>
              </a:extLst>
            </p:cNvPr>
            <p:cNvSpPr>
              <a:spLocks noChangeArrowheads="1"/>
            </p:cNvSpPr>
            <p:nvPr userDrawn="1"/>
          </p:nvSpPr>
          <p:spPr bwMode="auto">
            <a:xfrm>
              <a:off x="16746538" y="3162300"/>
              <a:ext cx="182563" cy="922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0" name="Freeform 10">
              <a:extLst>
                <a:ext uri="{FF2B5EF4-FFF2-40B4-BE49-F238E27FC236}">
                  <a16:creationId xmlns:a16="http://schemas.microsoft.com/office/drawing/2014/main" id="{1084A2ED-0688-4F6E-AE7C-A3A7436CB89C}"/>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1" name="Freeform 11">
              <a:extLst>
                <a:ext uri="{FF2B5EF4-FFF2-40B4-BE49-F238E27FC236}">
                  <a16:creationId xmlns:a16="http://schemas.microsoft.com/office/drawing/2014/main" id="{DB08AB51-0CF4-4833-A76A-500D19E87A0A}"/>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2" name="Freeform 12">
              <a:extLst>
                <a:ext uri="{FF2B5EF4-FFF2-40B4-BE49-F238E27FC236}">
                  <a16:creationId xmlns:a16="http://schemas.microsoft.com/office/drawing/2014/main" id="{8B4B10F1-6A92-436C-8C3B-3E7C943F9303}"/>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3" name="Freeform 13">
              <a:extLst>
                <a:ext uri="{FF2B5EF4-FFF2-40B4-BE49-F238E27FC236}">
                  <a16:creationId xmlns:a16="http://schemas.microsoft.com/office/drawing/2014/main" id="{4E75FFF2-4A56-45CD-B2C4-1AF6D5162D8A}"/>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4" name="Freeform 14">
              <a:extLst>
                <a:ext uri="{FF2B5EF4-FFF2-40B4-BE49-F238E27FC236}">
                  <a16:creationId xmlns:a16="http://schemas.microsoft.com/office/drawing/2014/main" id="{869CD26B-3410-492D-8E56-0F907A79B0D2}"/>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5" name="Freeform 15">
              <a:extLst>
                <a:ext uri="{FF2B5EF4-FFF2-40B4-BE49-F238E27FC236}">
                  <a16:creationId xmlns:a16="http://schemas.microsoft.com/office/drawing/2014/main" id="{6C1B958F-A248-42A9-903C-13847B94C63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6" name="Freeform 16">
              <a:extLst>
                <a:ext uri="{FF2B5EF4-FFF2-40B4-BE49-F238E27FC236}">
                  <a16:creationId xmlns:a16="http://schemas.microsoft.com/office/drawing/2014/main" id="{1116AC55-CC4D-4488-B746-2B1A819BC759}"/>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7" name="Freeform 17">
              <a:extLst>
                <a:ext uri="{FF2B5EF4-FFF2-40B4-BE49-F238E27FC236}">
                  <a16:creationId xmlns:a16="http://schemas.microsoft.com/office/drawing/2014/main" id="{FD2BCFDD-B385-47CA-916D-8A5C7C492843}"/>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grpSp>
      <p:sp>
        <p:nvSpPr>
          <p:cNvPr id="18" name="Oval 17">
            <a:extLst>
              <a:ext uri="{FF2B5EF4-FFF2-40B4-BE49-F238E27FC236}">
                <a16:creationId xmlns:a16="http://schemas.microsoft.com/office/drawing/2014/main" id="{8DA07526-D7E3-4534-96BF-0696F3A2DF8C}"/>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nvGrpSpPr>
          <p:cNvPr id="2" name="Group 1">
            <a:extLst>
              <a:ext uri="{FF2B5EF4-FFF2-40B4-BE49-F238E27FC236}">
                <a16:creationId xmlns:a16="http://schemas.microsoft.com/office/drawing/2014/main" id="{2773EE8E-B8F6-4B08-A50D-BEA4DD840C8D}"/>
              </a:ext>
            </a:extLst>
          </p:cNvPr>
          <p:cNvGrpSpPr/>
          <p:nvPr userDrawn="1"/>
        </p:nvGrpSpPr>
        <p:grpSpPr>
          <a:xfrm>
            <a:off x="-3072" y="-3811"/>
            <a:ext cx="9427755" cy="6876259"/>
            <a:chOff x="-3072" y="-3811"/>
            <a:chExt cx="9427754" cy="6876259"/>
          </a:xfrm>
        </p:grpSpPr>
        <p:sp>
          <p:nvSpPr>
            <p:cNvPr id="35" name="Freeform: Shape 34">
              <a:extLst>
                <a:ext uri="{FF2B5EF4-FFF2-40B4-BE49-F238E27FC236}">
                  <a16:creationId xmlns:a16="http://schemas.microsoft.com/office/drawing/2014/main" id="{76C42E59-331C-480F-A458-F6728650EFB9}"/>
                </a:ext>
              </a:extLst>
            </p:cNvPr>
            <p:cNvSpPr/>
            <p:nvPr userDrawn="1"/>
          </p:nvSpPr>
          <p:spPr>
            <a:xfrm>
              <a:off x="-1" y="-3811"/>
              <a:ext cx="2927034" cy="1204892"/>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556805"/>
                <a:gd name="connsiteY0" fmla="*/ 8496 h 2319149"/>
                <a:gd name="connsiteX1" fmla="*/ 2376980 w 2556805"/>
                <a:gd name="connsiteY1" fmla="*/ 1563691 h 2319149"/>
                <a:gd name="connsiteX2" fmla="*/ 2379681 w 2556805"/>
                <a:gd name="connsiteY2" fmla="*/ 2319149 h 2319149"/>
                <a:gd name="connsiteX3" fmla="*/ 0 w 2556805"/>
                <a:gd name="connsiteY3" fmla="*/ 2315339 h 2319149"/>
                <a:gd name="connsiteX4" fmla="*/ 2381923 w 2556805"/>
                <a:gd name="connsiteY4"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552298 w 2380220"/>
                <a:gd name="connsiteY0" fmla="*/ 238784 h 984018"/>
                <a:gd name="connsiteX1" fmla="*/ 2376980 w 2380220"/>
                <a:gd name="connsiteY1" fmla="*/ 228560 h 984018"/>
                <a:gd name="connsiteX2" fmla="*/ 2379681 w 2380220"/>
                <a:gd name="connsiteY2" fmla="*/ 984018 h 984018"/>
                <a:gd name="connsiteX3" fmla="*/ 540749 w 2380220"/>
                <a:gd name="connsiteY3" fmla="*/ 981547 h 984018"/>
                <a:gd name="connsiteX4" fmla="*/ 0 w 2380220"/>
                <a:gd name="connsiteY4" fmla="*/ 980208 h 984018"/>
                <a:gd name="connsiteX5" fmla="*/ 552298 w 2380220"/>
                <a:gd name="connsiteY5" fmla="*/ 238784 h 984018"/>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11549 w 1839471"/>
                <a:gd name="connsiteY0" fmla="*/ 209341 h 954575"/>
                <a:gd name="connsiteX1" fmla="*/ 1836231 w 1839471"/>
                <a:gd name="connsiteY1" fmla="*/ 199117 h 954575"/>
                <a:gd name="connsiteX2" fmla="*/ 1838932 w 1839471"/>
                <a:gd name="connsiteY2" fmla="*/ 954575 h 954575"/>
                <a:gd name="connsiteX3" fmla="*/ 0 w 1839471"/>
                <a:gd name="connsiteY3" fmla="*/ 952104 h 954575"/>
                <a:gd name="connsiteX4" fmla="*/ 11549 w 1839471"/>
                <a:gd name="connsiteY4" fmla="*/ 209341 h 954575"/>
                <a:gd name="connsiteX0" fmla="*/ 102535 w 1839471"/>
                <a:gd name="connsiteY0" fmla="*/ 270424 h 929461"/>
                <a:gd name="connsiteX1" fmla="*/ 1836231 w 1839471"/>
                <a:gd name="connsiteY1" fmla="*/ 174003 h 929461"/>
                <a:gd name="connsiteX2" fmla="*/ 1838932 w 1839471"/>
                <a:gd name="connsiteY2" fmla="*/ 929461 h 929461"/>
                <a:gd name="connsiteX3" fmla="*/ 0 w 1839471"/>
                <a:gd name="connsiteY3" fmla="*/ 926990 h 929461"/>
                <a:gd name="connsiteX4" fmla="*/ 102535 w 1839471"/>
                <a:gd name="connsiteY4" fmla="*/ 270424 h 929461"/>
                <a:gd name="connsiteX0" fmla="*/ 0 w 1842288"/>
                <a:gd name="connsiteY0" fmla="*/ 201376 h 958582"/>
                <a:gd name="connsiteX1" fmla="*/ 1839048 w 1842288"/>
                <a:gd name="connsiteY1" fmla="*/ 203124 h 958582"/>
                <a:gd name="connsiteX2" fmla="*/ 1841749 w 1842288"/>
                <a:gd name="connsiteY2" fmla="*/ 958582 h 958582"/>
                <a:gd name="connsiteX3" fmla="*/ 2817 w 1842288"/>
                <a:gd name="connsiteY3" fmla="*/ 956111 h 958582"/>
                <a:gd name="connsiteX4" fmla="*/ 0 w 1842288"/>
                <a:gd name="connsiteY4" fmla="*/ 201376 h 958582"/>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0 h 757206"/>
                <a:gd name="connsiteX1" fmla="*/ 1839048 w 1842288"/>
                <a:gd name="connsiteY1" fmla="*/ 1748 h 757206"/>
                <a:gd name="connsiteX2" fmla="*/ 1841749 w 1842288"/>
                <a:gd name="connsiteY2" fmla="*/ 757206 h 757206"/>
                <a:gd name="connsiteX3" fmla="*/ 2817 w 1842288"/>
                <a:gd name="connsiteY3" fmla="*/ 754735 h 757206"/>
                <a:gd name="connsiteX4" fmla="*/ 0 w 1842288"/>
                <a:gd name="connsiteY4" fmla="*/ 0 h 757206"/>
                <a:gd name="connsiteX0" fmla="*/ 0 w 1839894"/>
                <a:gd name="connsiteY0" fmla="*/ 0 h 759600"/>
                <a:gd name="connsiteX1" fmla="*/ 1836654 w 1839894"/>
                <a:gd name="connsiteY1" fmla="*/ 4142 h 759600"/>
                <a:gd name="connsiteX2" fmla="*/ 1839355 w 1839894"/>
                <a:gd name="connsiteY2" fmla="*/ 759600 h 759600"/>
                <a:gd name="connsiteX3" fmla="*/ 423 w 1839894"/>
                <a:gd name="connsiteY3" fmla="*/ 757129 h 759600"/>
                <a:gd name="connsiteX4" fmla="*/ 0 w 1839894"/>
                <a:gd name="connsiteY4" fmla="*/ 0 h 759600"/>
                <a:gd name="connsiteX0" fmla="*/ 1971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1 w 1839471"/>
                <a:gd name="connsiteY4" fmla="*/ 647 h 755458"/>
                <a:gd name="connsiteX0" fmla="*/ 0 w 1866233"/>
                <a:gd name="connsiteY0" fmla="*/ 0 h 788332"/>
                <a:gd name="connsiteX1" fmla="*/ 1862993 w 1866233"/>
                <a:gd name="connsiteY1" fmla="*/ 32874 h 788332"/>
                <a:gd name="connsiteX2" fmla="*/ 1865694 w 1866233"/>
                <a:gd name="connsiteY2" fmla="*/ 788332 h 788332"/>
                <a:gd name="connsiteX3" fmla="*/ 26762 w 1866233"/>
                <a:gd name="connsiteY3" fmla="*/ 785861 h 788332"/>
                <a:gd name="connsiteX4" fmla="*/ 0 w 1866233"/>
                <a:gd name="connsiteY4" fmla="*/ 0 h 788332"/>
                <a:gd name="connsiteX0" fmla="*/ 1970 w 1839471"/>
                <a:gd name="connsiteY0" fmla="*/ 0 h 759600"/>
                <a:gd name="connsiteX1" fmla="*/ 1836231 w 1839471"/>
                <a:gd name="connsiteY1" fmla="*/ 4142 h 759600"/>
                <a:gd name="connsiteX2" fmla="*/ 1838932 w 1839471"/>
                <a:gd name="connsiteY2" fmla="*/ 759600 h 759600"/>
                <a:gd name="connsiteX3" fmla="*/ 0 w 1839471"/>
                <a:gd name="connsiteY3" fmla="*/ 757129 h 759600"/>
                <a:gd name="connsiteX4" fmla="*/ 1970 w 1839471"/>
                <a:gd name="connsiteY4" fmla="*/ 0 h 759600"/>
                <a:gd name="connsiteX0" fmla="*/ 1970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0 w 1839471"/>
                <a:gd name="connsiteY4" fmla="*/ 647 h 755458"/>
                <a:gd name="connsiteX0" fmla="*/ 773 w 1839471"/>
                <a:gd name="connsiteY0" fmla="*/ 0 h 757205"/>
                <a:gd name="connsiteX1" fmla="*/ 1836231 w 1839471"/>
                <a:gd name="connsiteY1" fmla="*/ 1747 h 757205"/>
                <a:gd name="connsiteX2" fmla="*/ 1838932 w 1839471"/>
                <a:gd name="connsiteY2" fmla="*/ 757205 h 757205"/>
                <a:gd name="connsiteX3" fmla="*/ 0 w 1839471"/>
                <a:gd name="connsiteY3" fmla="*/ 754734 h 757205"/>
                <a:gd name="connsiteX4" fmla="*/ 773 w 1839471"/>
                <a:gd name="connsiteY4" fmla="*/ 0 h 757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9471" h="757205">
                  <a:moveTo>
                    <a:pt x="773" y="0"/>
                  </a:moveTo>
                  <a:lnTo>
                    <a:pt x="1836231" y="1747"/>
                  </a:lnTo>
                  <a:cubicBezTo>
                    <a:pt x="1835857" y="386856"/>
                    <a:pt x="1841134" y="433553"/>
                    <a:pt x="1838932" y="757205"/>
                  </a:cubicBezTo>
                  <a:lnTo>
                    <a:pt x="0" y="754734"/>
                  </a:lnTo>
                  <a:cubicBezTo>
                    <a:pt x="657" y="502358"/>
                    <a:pt x="116" y="252376"/>
                    <a:pt x="773"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3" name="Freeform: Shape 32">
              <a:extLst>
                <a:ext uri="{FF2B5EF4-FFF2-40B4-BE49-F238E27FC236}">
                  <a16:creationId xmlns:a16="http://schemas.microsoft.com/office/drawing/2014/main" id="{E24E63F1-857A-4BF4-A6CE-CBE20960764E}"/>
                </a:ext>
              </a:extLst>
            </p:cNvPr>
            <p:cNvSpPr/>
            <p:nvPr userDrawn="1"/>
          </p:nvSpPr>
          <p:spPr>
            <a:xfrm flipV="1">
              <a:off x="-3072" y="3817697"/>
              <a:ext cx="2935460" cy="3053177"/>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527539 w 2381923"/>
                <a:gd name="connsiteY2" fmla="*/ 2305583 h 2310653"/>
                <a:gd name="connsiteX3" fmla="*/ 0 w 2381923"/>
                <a:gd name="connsiteY3" fmla="*/ 2306843 h 2310653"/>
                <a:gd name="connsiteX4" fmla="*/ 2381923 w 2381923"/>
                <a:gd name="connsiteY4" fmla="*/ 0 h 2310653"/>
                <a:gd name="connsiteX0" fmla="*/ 2381923 w 2381923"/>
                <a:gd name="connsiteY0" fmla="*/ 21420 h 2332073"/>
                <a:gd name="connsiteX1" fmla="*/ 2379681 w 2381923"/>
                <a:gd name="connsiteY1" fmla="*/ 2332073 h 2332073"/>
                <a:gd name="connsiteX2" fmla="*/ 527539 w 2381923"/>
                <a:gd name="connsiteY2" fmla="*/ 2327003 h 2332073"/>
                <a:gd name="connsiteX3" fmla="*/ 0 w 2381923"/>
                <a:gd name="connsiteY3" fmla="*/ 2328263 h 2332073"/>
                <a:gd name="connsiteX4" fmla="*/ 527539 w 2381923"/>
                <a:gd name="connsiteY4" fmla="*/ 1243760 h 2332073"/>
                <a:gd name="connsiteX5" fmla="*/ 2381923 w 2381923"/>
                <a:gd name="connsiteY5" fmla="*/ 21420 h 2332073"/>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2381923 w 2519923"/>
                <a:gd name="connsiteY6" fmla="*/ 51721 h 2362374"/>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1491890 w 2519923"/>
                <a:gd name="connsiteY6" fmla="*/ 448418 h 2362374"/>
                <a:gd name="connsiteX7" fmla="*/ 2381923 w 2519923"/>
                <a:gd name="connsiteY7" fmla="*/ 51721 h 2362374"/>
                <a:gd name="connsiteX0" fmla="*/ 1854384 w 1992384"/>
                <a:gd name="connsiteY0" fmla="*/ 51721 h 2362374"/>
                <a:gd name="connsiteX1" fmla="*/ 1856046 w 1992384"/>
                <a:gd name="connsiteY1" fmla="*/ 441812 h 2362374"/>
                <a:gd name="connsiteX2" fmla="*/ 1852142 w 1992384"/>
                <a:gd name="connsiteY2" fmla="*/ 2362374 h 2362374"/>
                <a:gd name="connsiteX3" fmla="*/ 0 w 1992384"/>
                <a:gd name="connsiteY3" fmla="*/ 2357304 h 2362374"/>
                <a:gd name="connsiteX4" fmla="*/ 0 w 1992384"/>
                <a:gd name="connsiteY4" fmla="*/ 1274061 h 2362374"/>
                <a:gd name="connsiteX5" fmla="*/ 964351 w 1992384"/>
                <a:gd name="connsiteY5" fmla="*/ 448418 h 2362374"/>
                <a:gd name="connsiteX6" fmla="*/ 1854384 w 1992384"/>
                <a:gd name="connsiteY6" fmla="*/ 51721 h 2362374"/>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856046"/>
                <a:gd name="connsiteY0" fmla="*/ 182057 h 2096013"/>
                <a:gd name="connsiteX1" fmla="*/ 1856046 w 1856046"/>
                <a:gd name="connsiteY1" fmla="*/ 175451 h 2096013"/>
                <a:gd name="connsiteX2" fmla="*/ 1852142 w 1856046"/>
                <a:gd name="connsiteY2" fmla="*/ 2096013 h 2096013"/>
                <a:gd name="connsiteX3" fmla="*/ 0 w 1856046"/>
                <a:gd name="connsiteY3" fmla="*/ 2090943 h 2096013"/>
                <a:gd name="connsiteX4" fmla="*/ 0 w 1856046"/>
                <a:gd name="connsiteY4" fmla="*/ 1007700 h 2096013"/>
                <a:gd name="connsiteX5" fmla="*/ 964351 w 1856046"/>
                <a:gd name="connsiteY5" fmla="*/ 182057 h 2096013"/>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0 w 1856046"/>
                <a:gd name="connsiteY4" fmla="*/ 887979 h 1976292"/>
                <a:gd name="connsiteX5" fmla="*/ 964351 w 1856046"/>
                <a:gd name="connsiteY5" fmla="*/ 62336 h 1976292"/>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7183 w 1856046"/>
                <a:gd name="connsiteY4" fmla="*/ 859247 h 1976292"/>
                <a:gd name="connsiteX5" fmla="*/ 964351 w 1856046"/>
                <a:gd name="connsiteY5" fmla="*/ 62336 h 1976292"/>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4211 h 1920562"/>
                <a:gd name="connsiteX1" fmla="*/ 1856046 w 1856046"/>
                <a:gd name="connsiteY1" fmla="*/ 0 h 1920562"/>
                <a:gd name="connsiteX2" fmla="*/ 1852142 w 1856046"/>
                <a:gd name="connsiteY2" fmla="*/ 1920562 h 1920562"/>
                <a:gd name="connsiteX3" fmla="*/ 0 w 1856046"/>
                <a:gd name="connsiteY3" fmla="*/ 1915492 h 1920562"/>
                <a:gd name="connsiteX4" fmla="*/ 7183 w 1856046"/>
                <a:gd name="connsiteY4" fmla="*/ 803517 h 1920562"/>
                <a:gd name="connsiteX5" fmla="*/ 894914 w 1856046"/>
                <a:gd name="connsiteY5" fmla="*/ 4211 h 1920562"/>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11972 w 1856046"/>
                <a:gd name="connsiteY4" fmla="*/ 796912 h 1916351"/>
                <a:gd name="connsiteX5" fmla="*/ 894914 w 1856046"/>
                <a:gd name="connsiteY5" fmla="*/ 0 h 1916351"/>
                <a:gd name="connsiteX0" fmla="*/ 883634 w 1844766"/>
                <a:gd name="connsiteY0" fmla="*/ 0 h 1916351"/>
                <a:gd name="connsiteX1" fmla="*/ 1844766 w 1844766"/>
                <a:gd name="connsiteY1" fmla="*/ 578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2973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579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6028 w 1844766"/>
                <a:gd name="connsiteY0" fmla="*/ 0 h 1918745"/>
                <a:gd name="connsiteX1" fmla="*/ 1844766 w 1844766"/>
                <a:gd name="connsiteY1" fmla="*/ 2973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 name="connsiteX0" fmla="*/ 886028 w 1844766"/>
                <a:gd name="connsiteY0" fmla="*/ 0 h 1918745"/>
                <a:gd name="connsiteX1" fmla="*/ 1844766 w 1844766"/>
                <a:gd name="connsiteY1" fmla="*/ 579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4766" h="1918745">
                  <a:moveTo>
                    <a:pt x="886028" y="0"/>
                  </a:moveTo>
                  <a:lnTo>
                    <a:pt x="1844766" y="579"/>
                  </a:lnTo>
                  <a:cubicBezTo>
                    <a:pt x="1844392" y="418714"/>
                    <a:pt x="1839762" y="1625916"/>
                    <a:pt x="1840862" y="1918745"/>
                  </a:cubicBezTo>
                  <a:lnTo>
                    <a:pt x="692" y="1913675"/>
                  </a:lnTo>
                  <a:cubicBezTo>
                    <a:pt x="3086" y="1543017"/>
                    <a:pt x="-1702" y="1169964"/>
                    <a:pt x="692" y="799306"/>
                  </a:cubicBezTo>
                  <a:cubicBezTo>
                    <a:pt x="251735" y="447427"/>
                    <a:pt x="670067" y="102792"/>
                    <a:pt x="886028"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Freeform: Shape 33">
              <a:extLst>
                <a:ext uri="{FF2B5EF4-FFF2-40B4-BE49-F238E27FC236}">
                  <a16:creationId xmlns:a16="http://schemas.microsoft.com/office/drawing/2014/main" id="{AB9CE959-AFAD-4AD7-A656-3370406B7BF2}"/>
                </a:ext>
              </a:extLst>
            </p:cNvPr>
            <p:cNvSpPr/>
            <p:nvPr userDrawn="1"/>
          </p:nvSpPr>
          <p:spPr>
            <a:xfrm flipH="1" flipV="1">
              <a:off x="5634236" y="3823760"/>
              <a:ext cx="3790446" cy="3048688"/>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96825 w 2396825"/>
                <a:gd name="connsiteY0" fmla="*/ 129170 h 2439823"/>
                <a:gd name="connsiteX1" fmla="*/ 2394583 w 2396825"/>
                <a:gd name="connsiteY1" fmla="*/ 2439823 h 2439823"/>
                <a:gd name="connsiteX2" fmla="*/ 14902 w 2396825"/>
                <a:gd name="connsiteY2" fmla="*/ 2436013 h 2439823"/>
                <a:gd name="connsiteX3" fmla="*/ 1431574 w 2396825"/>
                <a:gd name="connsiteY3" fmla="*/ 521986 h 2439823"/>
                <a:gd name="connsiteX4" fmla="*/ 2396825 w 2396825"/>
                <a:gd name="connsiteY4" fmla="*/ 129170 h 2439823"/>
                <a:gd name="connsiteX0" fmla="*/ 2396825 w 2570614"/>
                <a:gd name="connsiteY0" fmla="*/ 129170 h 2439823"/>
                <a:gd name="connsiteX1" fmla="*/ 2394109 w 2570614"/>
                <a:gd name="connsiteY1" fmla="*/ 524381 h 2439823"/>
                <a:gd name="connsiteX2" fmla="*/ 2394583 w 2570614"/>
                <a:gd name="connsiteY2" fmla="*/ 2439823 h 2439823"/>
                <a:gd name="connsiteX3" fmla="*/ 14902 w 2570614"/>
                <a:gd name="connsiteY3" fmla="*/ 2436013 h 2439823"/>
                <a:gd name="connsiteX4" fmla="*/ 1431574 w 2570614"/>
                <a:gd name="connsiteY4" fmla="*/ 521986 h 2439823"/>
                <a:gd name="connsiteX5" fmla="*/ 2396825 w 2570614"/>
                <a:gd name="connsiteY5" fmla="*/ 129170 h 2439823"/>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141247 h 2059084"/>
                <a:gd name="connsiteX1" fmla="*/ 2394105 w 2570610"/>
                <a:gd name="connsiteY1" fmla="*/ 143642 h 2059084"/>
                <a:gd name="connsiteX2" fmla="*/ 2394579 w 2570610"/>
                <a:gd name="connsiteY2" fmla="*/ 2059084 h 2059084"/>
                <a:gd name="connsiteX3" fmla="*/ 14898 w 2570610"/>
                <a:gd name="connsiteY3" fmla="*/ 2055274 h 2059084"/>
                <a:gd name="connsiteX4" fmla="*/ 1431570 w 2570610"/>
                <a:gd name="connsiteY4" fmla="*/ 141247 h 2059084"/>
                <a:gd name="connsiteX0" fmla="*/ 1436047 w 2575087"/>
                <a:gd name="connsiteY0" fmla="*/ 141247 h 2059084"/>
                <a:gd name="connsiteX1" fmla="*/ 2398582 w 2575087"/>
                <a:gd name="connsiteY1" fmla="*/ 143642 h 2059084"/>
                <a:gd name="connsiteX2" fmla="*/ 2399056 w 2575087"/>
                <a:gd name="connsiteY2" fmla="*/ 2059084 h 2059084"/>
                <a:gd name="connsiteX3" fmla="*/ 19375 w 2575087"/>
                <a:gd name="connsiteY3" fmla="*/ 2055274 h 2059084"/>
                <a:gd name="connsiteX4" fmla="*/ 1436047 w 2575087"/>
                <a:gd name="connsiteY4" fmla="*/ 141247 h 2059084"/>
                <a:gd name="connsiteX0" fmla="*/ 1436047 w 2575087"/>
                <a:gd name="connsiteY0" fmla="*/ 1897 h 1919734"/>
                <a:gd name="connsiteX1" fmla="*/ 2398582 w 2575087"/>
                <a:gd name="connsiteY1" fmla="*/ 4292 h 1919734"/>
                <a:gd name="connsiteX2" fmla="*/ 2399056 w 2575087"/>
                <a:gd name="connsiteY2" fmla="*/ 1919734 h 1919734"/>
                <a:gd name="connsiteX3" fmla="*/ 19375 w 2575087"/>
                <a:gd name="connsiteY3" fmla="*/ 1915924 h 1919734"/>
                <a:gd name="connsiteX4" fmla="*/ 1436047 w 2575087"/>
                <a:gd name="connsiteY4" fmla="*/ 1897 h 1919734"/>
                <a:gd name="connsiteX0" fmla="*/ 1440114 w 2579154"/>
                <a:gd name="connsiteY0" fmla="*/ 1897 h 1919734"/>
                <a:gd name="connsiteX1" fmla="*/ 2402649 w 2579154"/>
                <a:gd name="connsiteY1" fmla="*/ 4292 h 1919734"/>
                <a:gd name="connsiteX2" fmla="*/ 2403123 w 2579154"/>
                <a:gd name="connsiteY2" fmla="*/ 1919734 h 1919734"/>
                <a:gd name="connsiteX3" fmla="*/ 23442 w 2579154"/>
                <a:gd name="connsiteY3" fmla="*/ 1915924 h 1919734"/>
                <a:gd name="connsiteX4" fmla="*/ 1440114 w 2579154"/>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7489"/>
                <a:gd name="connsiteY0" fmla="*/ 1897 h 1919734"/>
                <a:gd name="connsiteX1" fmla="*/ 2379207 w 2557489"/>
                <a:gd name="connsiteY1" fmla="*/ 4292 h 1919734"/>
                <a:gd name="connsiteX2" fmla="*/ 2382075 w 2557489"/>
                <a:gd name="connsiteY2" fmla="*/ 1919734 h 1919734"/>
                <a:gd name="connsiteX3" fmla="*/ 0 w 2557489"/>
                <a:gd name="connsiteY3" fmla="*/ 1915924 h 1919734"/>
                <a:gd name="connsiteX4" fmla="*/ 1416672 w 2557489"/>
                <a:gd name="connsiteY4" fmla="*/ 1897 h 1919734"/>
                <a:gd name="connsiteX0" fmla="*/ 1416672 w 2557489"/>
                <a:gd name="connsiteY0" fmla="*/ 1897 h 1915924"/>
                <a:gd name="connsiteX1" fmla="*/ 2379207 w 2557489"/>
                <a:gd name="connsiteY1" fmla="*/ 4292 h 1915924"/>
                <a:gd name="connsiteX2" fmla="*/ 2382075 w 2557489"/>
                <a:gd name="connsiteY2" fmla="*/ 1914945 h 1915924"/>
                <a:gd name="connsiteX3" fmla="*/ 0 w 2557489"/>
                <a:gd name="connsiteY3" fmla="*/ 1915924 h 1915924"/>
                <a:gd name="connsiteX4" fmla="*/ 1416672 w 2557489"/>
                <a:gd name="connsiteY4" fmla="*/ 1897 h 1915924"/>
                <a:gd name="connsiteX0" fmla="*/ 1416672 w 2382075"/>
                <a:gd name="connsiteY0" fmla="*/ 1897 h 1915924"/>
                <a:gd name="connsiteX1" fmla="*/ 2379207 w 2382075"/>
                <a:gd name="connsiteY1" fmla="*/ 4292 h 1915924"/>
                <a:gd name="connsiteX2" fmla="*/ 2382075 w 2382075"/>
                <a:gd name="connsiteY2" fmla="*/ 1914945 h 1915924"/>
                <a:gd name="connsiteX3" fmla="*/ 0 w 2382075"/>
                <a:gd name="connsiteY3" fmla="*/ 1915924 h 1915924"/>
                <a:gd name="connsiteX4" fmla="*/ 1416672 w 2382075"/>
                <a:gd name="connsiteY4" fmla="*/ 1897 h 1915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075" h="1915924">
                  <a:moveTo>
                    <a:pt x="1416672" y="1897"/>
                  </a:moveTo>
                  <a:cubicBezTo>
                    <a:pt x="1655178" y="-3047"/>
                    <a:pt x="2144481" y="3103"/>
                    <a:pt x="2379207" y="4292"/>
                  </a:cubicBezTo>
                  <a:cubicBezTo>
                    <a:pt x="2378833" y="389401"/>
                    <a:pt x="2378751" y="1426340"/>
                    <a:pt x="2382075" y="1914945"/>
                  </a:cubicBezTo>
                  <a:lnTo>
                    <a:pt x="0" y="1915924"/>
                  </a:lnTo>
                  <a:cubicBezTo>
                    <a:pt x="294111" y="889474"/>
                    <a:pt x="921434" y="295672"/>
                    <a:pt x="1416672" y="1897"/>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7" name="Freeform: Shape 36">
              <a:extLst>
                <a:ext uri="{FF2B5EF4-FFF2-40B4-BE49-F238E27FC236}">
                  <a16:creationId xmlns:a16="http://schemas.microsoft.com/office/drawing/2014/main" id="{CB7F9E98-D1EC-4D58-8044-00EB72214721}"/>
                </a:ext>
              </a:extLst>
            </p:cNvPr>
            <p:cNvSpPr/>
            <p:nvPr userDrawn="1"/>
          </p:nvSpPr>
          <p:spPr>
            <a:xfrm flipH="1">
              <a:off x="5633545" y="-3811"/>
              <a:ext cx="3791136" cy="1207479"/>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541481 w 2541481"/>
                <a:gd name="connsiteY0" fmla="*/ 8572 h 2319225"/>
                <a:gd name="connsiteX1" fmla="*/ 2539239 w 2541481"/>
                <a:gd name="connsiteY1" fmla="*/ 2319225 h 2319225"/>
                <a:gd name="connsiteX2" fmla="*/ 159558 w 2541481"/>
                <a:gd name="connsiteY2" fmla="*/ 2315415 h 2319225"/>
                <a:gd name="connsiteX3" fmla="*/ 474657 w 2541481"/>
                <a:gd name="connsiteY3" fmla="*/ 1563767 h 2319225"/>
                <a:gd name="connsiteX4" fmla="*/ 2541481 w 2541481"/>
                <a:gd name="connsiteY4" fmla="*/ 8572 h 2319225"/>
                <a:gd name="connsiteX0" fmla="*/ 2541481 w 2716373"/>
                <a:gd name="connsiteY0" fmla="*/ 8572 h 2319225"/>
                <a:gd name="connsiteX1" fmla="*/ 2542067 w 2716373"/>
                <a:gd name="connsiteY1" fmla="*/ 1543952 h 2319225"/>
                <a:gd name="connsiteX2" fmla="*/ 2539239 w 2716373"/>
                <a:gd name="connsiteY2" fmla="*/ 2319225 h 2319225"/>
                <a:gd name="connsiteX3" fmla="*/ 159558 w 2716373"/>
                <a:gd name="connsiteY3" fmla="*/ 2315415 h 2319225"/>
                <a:gd name="connsiteX4" fmla="*/ 474657 w 2716373"/>
                <a:gd name="connsiteY4" fmla="*/ 1563767 h 2319225"/>
                <a:gd name="connsiteX5" fmla="*/ 2541481 w 2716373"/>
                <a:gd name="connsiteY5" fmla="*/ 8572 h 2319225"/>
                <a:gd name="connsiteX0" fmla="*/ 2541481 w 2694857"/>
                <a:gd name="connsiteY0" fmla="*/ 8572 h 2319225"/>
                <a:gd name="connsiteX1" fmla="*/ 2542067 w 2694857"/>
                <a:gd name="connsiteY1" fmla="*/ 1543952 h 2319225"/>
                <a:gd name="connsiteX2" fmla="*/ 2539239 w 2694857"/>
                <a:gd name="connsiteY2" fmla="*/ 2319225 h 2319225"/>
                <a:gd name="connsiteX3" fmla="*/ 159558 w 2694857"/>
                <a:gd name="connsiteY3" fmla="*/ 2315415 h 2319225"/>
                <a:gd name="connsiteX4" fmla="*/ 474657 w 2694857"/>
                <a:gd name="connsiteY4" fmla="*/ 1563767 h 2319225"/>
                <a:gd name="connsiteX5" fmla="*/ 2541481 w 2694857"/>
                <a:gd name="connsiteY5" fmla="*/ 8572 h 2319225"/>
                <a:gd name="connsiteX0" fmla="*/ 2381923 w 2535299"/>
                <a:gd name="connsiteY0" fmla="*/ 8572 h 2319225"/>
                <a:gd name="connsiteX1" fmla="*/ 2382509 w 2535299"/>
                <a:gd name="connsiteY1" fmla="*/ 1543952 h 2319225"/>
                <a:gd name="connsiteX2" fmla="*/ 2379681 w 2535299"/>
                <a:gd name="connsiteY2" fmla="*/ 2319225 h 2319225"/>
                <a:gd name="connsiteX3" fmla="*/ 0 w 2535299"/>
                <a:gd name="connsiteY3" fmla="*/ 2315415 h 2319225"/>
                <a:gd name="connsiteX4" fmla="*/ 315099 w 2535299"/>
                <a:gd name="connsiteY4" fmla="*/ 1563767 h 2319225"/>
                <a:gd name="connsiteX5" fmla="*/ 2381923 w 2535299"/>
                <a:gd name="connsiteY5" fmla="*/ 8572 h 2319225"/>
                <a:gd name="connsiteX0" fmla="*/ 315099 w 2382509"/>
                <a:gd name="connsiteY0" fmla="*/ 105842 h 861300"/>
                <a:gd name="connsiteX1" fmla="*/ 2382509 w 2382509"/>
                <a:gd name="connsiteY1" fmla="*/ 86027 h 861300"/>
                <a:gd name="connsiteX2" fmla="*/ 2379681 w 2382509"/>
                <a:gd name="connsiteY2" fmla="*/ 861300 h 861300"/>
                <a:gd name="connsiteX3" fmla="*/ 0 w 2382509"/>
                <a:gd name="connsiteY3" fmla="*/ 857490 h 861300"/>
                <a:gd name="connsiteX4" fmla="*/ 315099 w 2382509"/>
                <a:gd name="connsiteY4" fmla="*/ 105842 h 861300"/>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4582 h 760040"/>
                <a:gd name="connsiteX1" fmla="*/ 2382509 w 2382509"/>
                <a:gd name="connsiteY1" fmla="*/ 3922 h 760040"/>
                <a:gd name="connsiteX2" fmla="*/ 2379681 w 2382509"/>
                <a:gd name="connsiteY2" fmla="*/ 760040 h 760040"/>
                <a:gd name="connsiteX3" fmla="*/ 0 w 2382509"/>
                <a:gd name="connsiteY3" fmla="*/ 756230 h 760040"/>
                <a:gd name="connsiteX4" fmla="*/ 315099 w 2382509"/>
                <a:gd name="connsiteY4" fmla="*/ 4582 h 760040"/>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0 h 762641"/>
                <a:gd name="connsiteX1" fmla="*/ 2382509 w 2382509"/>
                <a:gd name="connsiteY1" fmla="*/ 6523 h 762641"/>
                <a:gd name="connsiteX2" fmla="*/ 2379681 w 2382509"/>
                <a:gd name="connsiteY2" fmla="*/ 762641 h 762641"/>
                <a:gd name="connsiteX3" fmla="*/ 0 w 2382509"/>
                <a:gd name="connsiteY3" fmla="*/ 758831 h 762641"/>
                <a:gd name="connsiteX4" fmla="*/ 319888 w 2382509"/>
                <a:gd name="connsiteY4" fmla="*/ 0 h 762641"/>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509" h="758830">
                  <a:moveTo>
                    <a:pt x="315100" y="0"/>
                  </a:moveTo>
                  <a:lnTo>
                    <a:pt x="2382509" y="1734"/>
                  </a:lnTo>
                  <a:cubicBezTo>
                    <a:pt x="2382135" y="386843"/>
                    <a:pt x="2380457" y="497173"/>
                    <a:pt x="2379681" y="757852"/>
                  </a:cubicBezTo>
                  <a:lnTo>
                    <a:pt x="0" y="758830"/>
                  </a:lnTo>
                  <a:cubicBezTo>
                    <a:pt x="60055" y="573393"/>
                    <a:pt x="104709" y="362613"/>
                    <a:pt x="315100"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19" name="Group 18">
            <a:extLst>
              <a:ext uri="{FF2B5EF4-FFF2-40B4-BE49-F238E27FC236}">
                <a16:creationId xmlns:a16="http://schemas.microsoft.com/office/drawing/2014/main" id="{753C07DD-B119-4433-BE42-7A1FCD96EF0C}"/>
              </a:ext>
            </a:extLst>
          </p:cNvPr>
          <p:cNvGrpSpPr/>
          <p:nvPr userDrawn="1"/>
        </p:nvGrpSpPr>
        <p:grpSpPr>
          <a:xfrm>
            <a:off x="587809" y="6485634"/>
            <a:ext cx="3739643" cy="248633"/>
            <a:chOff x="212027" y="6512125"/>
            <a:chExt cx="3228488" cy="325447"/>
          </a:xfrm>
        </p:grpSpPr>
        <p:sp>
          <p:nvSpPr>
            <p:cNvPr id="20" name="TextBox 19">
              <a:extLst>
                <a:ext uri="{FF2B5EF4-FFF2-40B4-BE49-F238E27FC236}">
                  <a16:creationId xmlns:a16="http://schemas.microsoft.com/office/drawing/2014/main" id="{733CD6AE-6350-46FB-8769-B1297F306D37}"/>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©2023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21" name="TextBox 20">
              <a:extLst>
                <a:ext uri="{FF2B5EF4-FFF2-40B4-BE49-F238E27FC236}">
                  <a16:creationId xmlns:a16="http://schemas.microsoft.com/office/drawing/2014/main" id="{A9925E93-A206-4B21-BC63-96B6EB303C51}"/>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spTree>
    <p:extLst>
      <p:ext uri="{BB962C8B-B14F-4D97-AF65-F5344CB8AC3E}">
        <p14:creationId xmlns:p14="http://schemas.microsoft.com/office/powerpoint/2010/main" val="23055169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Slides with Photos and Logo 3">
    <p:spTree>
      <p:nvGrpSpPr>
        <p:cNvPr id="1" name=""/>
        <p:cNvGrpSpPr/>
        <p:nvPr/>
      </p:nvGrpSpPr>
      <p:grpSpPr>
        <a:xfrm>
          <a:off x="0" y="0"/>
          <a:ext cx="0" cy="0"/>
          <a:chOff x="0" y="0"/>
          <a:chExt cx="0" cy="0"/>
        </a:xfrm>
      </p:grpSpPr>
      <p:pic>
        <p:nvPicPr>
          <p:cNvPr id="26" name="Picture 25" descr="A picture containing text, person, computer, indoor&#10;&#10;Description automatically generated">
            <a:extLst>
              <a:ext uri="{FF2B5EF4-FFF2-40B4-BE49-F238E27FC236}">
                <a16:creationId xmlns:a16="http://schemas.microsoft.com/office/drawing/2014/main" id="{7511D771-FCAD-4971-8FB4-CB5E2BA266B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B4B1BDE1-E860-42B4-A1D3-47E8A5283C59}"/>
              </a:ext>
            </a:extLst>
          </p:cNvPr>
          <p:cNvSpPr>
            <a:spLocks noGrp="1"/>
          </p:cNvSpPr>
          <p:nvPr>
            <p:ph type="title" hasCustomPrompt="1"/>
          </p:nvPr>
        </p:nvSpPr>
        <p:spPr>
          <a:xfrm>
            <a:off x="365760" y="2990088"/>
            <a:ext cx="6995160" cy="60350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600" b="1" i="0" kern="1200">
                <a:solidFill>
                  <a:schemeClr val="bg1"/>
                </a:solidFill>
                <a:latin typeface="Overpass" pitchFamily="2" charset="77"/>
                <a:ea typeface="+mj-ea"/>
                <a:cs typeface="Arial" panose="020B0604020202020204" pitchFamily="34" charset="0"/>
              </a:defRPr>
            </a:lvl1pPr>
          </a:lstStyle>
          <a:p>
            <a:r>
              <a:rPr lang="en-US"/>
              <a:t>Click to edit Master text</a:t>
            </a:r>
          </a:p>
        </p:txBody>
      </p:sp>
      <p:grpSp>
        <p:nvGrpSpPr>
          <p:cNvPr id="4" name="Group 3">
            <a:extLst>
              <a:ext uri="{FF2B5EF4-FFF2-40B4-BE49-F238E27FC236}">
                <a16:creationId xmlns:a16="http://schemas.microsoft.com/office/drawing/2014/main" id="{671CC067-AA3A-410F-BFF2-B8FEBABEBBB8}"/>
              </a:ext>
            </a:extLst>
          </p:cNvPr>
          <p:cNvGrpSpPr>
            <a:grpSpLocks noChangeAspect="1"/>
          </p:cNvGrpSpPr>
          <p:nvPr userDrawn="1"/>
        </p:nvGrpSpPr>
        <p:grpSpPr>
          <a:xfrm>
            <a:off x="10233286" y="6463062"/>
            <a:ext cx="1381500" cy="272839"/>
            <a:chOff x="13039725" y="3148013"/>
            <a:chExt cx="4814888" cy="950913"/>
          </a:xfrm>
          <a:solidFill>
            <a:schemeClr val="bg1"/>
          </a:solidFill>
        </p:grpSpPr>
        <p:sp>
          <p:nvSpPr>
            <p:cNvPr id="5" name="Freeform 6">
              <a:extLst>
                <a:ext uri="{FF2B5EF4-FFF2-40B4-BE49-F238E27FC236}">
                  <a16:creationId xmlns:a16="http://schemas.microsoft.com/office/drawing/2014/main" id="{31040D33-68F0-44D5-BD80-E92E4AB68D68}"/>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6" name="Freeform 7">
              <a:extLst>
                <a:ext uri="{FF2B5EF4-FFF2-40B4-BE49-F238E27FC236}">
                  <a16:creationId xmlns:a16="http://schemas.microsoft.com/office/drawing/2014/main" id="{C4EA7306-C18E-4B49-A17F-5F84E02ACEC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8" name="Freeform 8">
              <a:extLst>
                <a:ext uri="{FF2B5EF4-FFF2-40B4-BE49-F238E27FC236}">
                  <a16:creationId xmlns:a16="http://schemas.microsoft.com/office/drawing/2014/main" id="{CD8A603C-65D1-4F80-B0D1-780C376EB9EB}"/>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9" name="Rectangle 9">
              <a:extLst>
                <a:ext uri="{FF2B5EF4-FFF2-40B4-BE49-F238E27FC236}">
                  <a16:creationId xmlns:a16="http://schemas.microsoft.com/office/drawing/2014/main" id="{8316D26C-6A6B-42F1-8A80-90B9A7ED5538}"/>
                </a:ext>
              </a:extLst>
            </p:cNvPr>
            <p:cNvSpPr>
              <a:spLocks noChangeArrowheads="1"/>
            </p:cNvSpPr>
            <p:nvPr userDrawn="1"/>
          </p:nvSpPr>
          <p:spPr bwMode="auto">
            <a:xfrm>
              <a:off x="16746538" y="3162300"/>
              <a:ext cx="182563" cy="922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0" name="Freeform 10">
              <a:extLst>
                <a:ext uri="{FF2B5EF4-FFF2-40B4-BE49-F238E27FC236}">
                  <a16:creationId xmlns:a16="http://schemas.microsoft.com/office/drawing/2014/main" id="{1084A2ED-0688-4F6E-AE7C-A3A7436CB89C}"/>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1" name="Freeform 11">
              <a:extLst>
                <a:ext uri="{FF2B5EF4-FFF2-40B4-BE49-F238E27FC236}">
                  <a16:creationId xmlns:a16="http://schemas.microsoft.com/office/drawing/2014/main" id="{DB08AB51-0CF4-4833-A76A-500D19E87A0A}"/>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2" name="Freeform 12">
              <a:extLst>
                <a:ext uri="{FF2B5EF4-FFF2-40B4-BE49-F238E27FC236}">
                  <a16:creationId xmlns:a16="http://schemas.microsoft.com/office/drawing/2014/main" id="{8B4B10F1-6A92-436C-8C3B-3E7C943F9303}"/>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3" name="Freeform 13">
              <a:extLst>
                <a:ext uri="{FF2B5EF4-FFF2-40B4-BE49-F238E27FC236}">
                  <a16:creationId xmlns:a16="http://schemas.microsoft.com/office/drawing/2014/main" id="{4E75FFF2-4A56-45CD-B2C4-1AF6D5162D8A}"/>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4" name="Freeform 14">
              <a:extLst>
                <a:ext uri="{FF2B5EF4-FFF2-40B4-BE49-F238E27FC236}">
                  <a16:creationId xmlns:a16="http://schemas.microsoft.com/office/drawing/2014/main" id="{869CD26B-3410-492D-8E56-0F907A79B0D2}"/>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5" name="Freeform 15">
              <a:extLst>
                <a:ext uri="{FF2B5EF4-FFF2-40B4-BE49-F238E27FC236}">
                  <a16:creationId xmlns:a16="http://schemas.microsoft.com/office/drawing/2014/main" id="{6C1B958F-A248-42A9-903C-13847B94C63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6" name="Freeform 16">
              <a:extLst>
                <a:ext uri="{FF2B5EF4-FFF2-40B4-BE49-F238E27FC236}">
                  <a16:creationId xmlns:a16="http://schemas.microsoft.com/office/drawing/2014/main" id="{1116AC55-CC4D-4488-B746-2B1A819BC759}"/>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7" name="Freeform 17">
              <a:extLst>
                <a:ext uri="{FF2B5EF4-FFF2-40B4-BE49-F238E27FC236}">
                  <a16:creationId xmlns:a16="http://schemas.microsoft.com/office/drawing/2014/main" id="{FD2BCFDD-B385-47CA-916D-8A5C7C492843}"/>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grpSp>
      <p:sp>
        <p:nvSpPr>
          <p:cNvPr id="18" name="Oval 17">
            <a:extLst>
              <a:ext uri="{FF2B5EF4-FFF2-40B4-BE49-F238E27FC236}">
                <a16:creationId xmlns:a16="http://schemas.microsoft.com/office/drawing/2014/main" id="{8DA07526-D7E3-4534-96BF-0696F3A2DF8C}"/>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nvGrpSpPr>
          <p:cNvPr id="2" name="Group 1">
            <a:extLst>
              <a:ext uri="{FF2B5EF4-FFF2-40B4-BE49-F238E27FC236}">
                <a16:creationId xmlns:a16="http://schemas.microsoft.com/office/drawing/2014/main" id="{2773EE8E-B8F6-4B08-A50D-BEA4DD840C8D}"/>
              </a:ext>
            </a:extLst>
          </p:cNvPr>
          <p:cNvGrpSpPr/>
          <p:nvPr userDrawn="1"/>
        </p:nvGrpSpPr>
        <p:grpSpPr>
          <a:xfrm>
            <a:off x="-3072" y="-3811"/>
            <a:ext cx="9427755" cy="6876259"/>
            <a:chOff x="-3072" y="-3811"/>
            <a:chExt cx="9427754" cy="6876259"/>
          </a:xfrm>
        </p:grpSpPr>
        <p:sp>
          <p:nvSpPr>
            <p:cNvPr id="35" name="Freeform: Shape 34">
              <a:extLst>
                <a:ext uri="{FF2B5EF4-FFF2-40B4-BE49-F238E27FC236}">
                  <a16:creationId xmlns:a16="http://schemas.microsoft.com/office/drawing/2014/main" id="{76C42E59-331C-480F-A458-F6728650EFB9}"/>
                </a:ext>
              </a:extLst>
            </p:cNvPr>
            <p:cNvSpPr/>
            <p:nvPr userDrawn="1"/>
          </p:nvSpPr>
          <p:spPr>
            <a:xfrm>
              <a:off x="-1" y="-3811"/>
              <a:ext cx="2927034" cy="1204892"/>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556805"/>
                <a:gd name="connsiteY0" fmla="*/ 8496 h 2319149"/>
                <a:gd name="connsiteX1" fmla="*/ 2376980 w 2556805"/>
                <a:gd name="connsiteY1" fmla="*/ 1563691 h 2319149"/>
                <a:gd name="connsiteX2" fmla="*/ 2379681 w 2556805"/>
                <a:gd name="connsiteY2" fmla="*/ 2319149 h 2319149"/>
                <a:gd name="connsiteX3" fmla="*/ 0 w 2556805"/>
                <a:gd name="connsiteY3" fmla="*/ 2315339 h 2319149"/>
                <a:gd name="connsiteX4" fmla="*/ 2381923 w 2556805"/>
                <a:gd name="connsiteY4"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552298 w 2380220"/>
                <a:gd name="connsiteY0" fmla="*/ 238784 h 984018"/>
                <a:gd name="connsiteX1" fmla="*/ 2376980 w 2380220"/>
                <a:gd name="connsiteY1" fmla="*/ 228560 h 984018"/>
                <a:gd name="connsiteX2" fmla="*/ 2379681 w 2380220"/>
                <a:gd name="connsiteY2" fmla="*/ 984018 h 984018"/>
                <a:gd name="connsiteX3" fmla="*/ 540749 w 2380220"/>
                <a:gd name="connsiteY3" fmla="*/ 981547 h 984018"/>
                <a:gd name="connsiteX4" fmla="*/ 0 w 2380220"/>
                <a:gd name="connsiteY4" fmla="*/ 980208 h 984018"/>
                <a:gd name="connsiteX5" fmla="*/ 552298 w 2380220"/>
                <a:gd name="connsiteY5" fmla="*/ 238784 h 984018"/>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11549 w 1839471"/>
                <a:gd name="connsiteY0" fmla="*/ 209341 h 954575"/>
                <a:gd name="connsiteX1" fmla="*/ 1836231 w 1839471"/>
                <a:gd name="connsiteY1" fmla="*/ 199117 h 954575"/>
                <a:gd name="connsiteX2" fmla="*/ 1838932 w 1839471"/>
                <a:gd name="connsiteY2" fmla="*/ 954575 h 954575"/>
                <a:gd name="connsiteX3" fmla="*/ 0 w 1839471"/>
                <a:gd name="connsiteY3" fmla="*/ 952104 h 954575"/>
                <a:gd name="connsiteX4" fmla="*/ 11549 w 1839471"/>
                <a:gd name="connsiteY4" fmla="*/ 209341 h 954575"/>
                <a:gd name="connsiteX0" fmla="*/ 102535 w 1839471"/>
                <a:gd name="connsiteY0" fmla="*/ 270424 h 929461"/>
                <a:gd name="connsiteX1" fmla="*/ 1836231 w 1839471"/>
                <a:gd name="connsiteY1" fmla="*/ 174003 h 929461"/>
                <a:gd name="connsiteX2" fmla="*/ 1838932 w 1839471"/>
                <a:gd name="connsiteY2" fmla="*/ 929461 h 929461"/>
                <a:gd name="connsiteX3" fmla="*/ 0 w 1839471"/>
                <a:gd name="connsiteY3" fmla="*/ 926990 h 929461"/>
                <a:gd name="connsiteX4" fmla="*/ 102535 w 1839471"/>
                <a:gd name="connsiteY4" fmla="*/ 270424 h 929461"/>
                <a:gd name="connsiteX0" fmla="*/ 0 w 1842288"/>
                <a:gd name="connsiteY0" fmla="*/ 201376 h 958582"/>
                <a:gd name="connsiteX1" fmla="*/ 1839048 w 1842288"/>
                <a:gd name="connsiteY1" fmla="*/ 203124 h 958582"/>
                <a:gd name="connsiteX2" fmla="*/ 1841749 w 1842288"/>
                <a:gd name="connsiteY2" fmla="*/ 958582 h 958582"/>
                <a:gd name="connsiteX3" fmla="*/ 2817 w 1842288"/>
                <a:gd name="connsiteY3" fmla="*/ 956111 h 958582"/>
                <a:gd name="connsiteX4" fmla="*/ 0 w 1842288"/>
                <a:gd name="connsiteY4" fmla="*/ 201376 h 958582"/>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0 h 757206"/>
                <a:gd name="connsiteX1" fmla="*/ 1839048 w 1842288"/>
                <a:gd name="connsiteY1" fmla="*/ 1748 h 757206"/>
                <a:gd name="connsiteX2" fmla="*/ 1841749 w 1842288"/>
                <a:gd name="connsiteY2" fmla="*/ 757206 h 757206"/>
                <a:gd name="connsiteX3" fmla="*/ 2817 w 1842288"/>
                <a:gd name="connsiteY3" fmla="*/ 754735 h 757206"/>
                <a:gd name="connsiteX4" fmla="*/ 0 w 1842288"/>
                <a:gd name="connsiteY4" fmla="*/ 0 h 757206"/>
                <a:gd name="connsiteX0" fmla="*/ 0 w 1839894"/>
                <a:gd name="connsiteY0" fmla="*/ 0 h 759600"/>
                <a:gd name="connsiteX1" fmla="*/ 1836654 w 1839894"/>
                <a:gd name="connsiteY1" fmla="*/ 4142 h 759600"/>
                <a:gd name="connsiteX2" fmla="*/ 1839355 w 1839894"/>
                <a:gd name="connsiteY2" fmla="*/ 759600 h 759600"/>
                <a:gd name="connsiteX3" fmla="*/ 423 w 1839894"/>
                <a:gd name="connsiteY3" fmla="*/ 757129 h 759600"/>
                <a:gd name="connsiteX4" fmla="*/ 0 w 1839894"/>
                <a:gd name="connsiteY4" fmla="*/ 0 h 759600"/>
                <a:gd name="connsiteX0" fmla="*/ 1971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1 w 1839471"/>
                <a:gd name="connsiteY4" fmla="*/ 647 h 755458"/>
                <a:gd name="connsiteX0" fmla="*/ 0 w 1866233"/>
                <a:gd name="connsiteY0" fmla="*/ 0 h 788332"/>
                <a:gd name="connsiteX1" fmla="*/ 1862993 w 1866233"/>
                <a:gd name="connsiteY1" fmla="*/ 32874 h 788332"/>
                <a:gd name="connsiteX2" fmla="*/ 1865694 w 1866233"/>
                <a:gd name="connsiteY2" fmla="*/ 788332 h 788332"/>
                <a:gd name="connsiteX3" fmla="*/ 26762 w 1866233"/>
                <a:gd name="connsiteY3" fmla="*/ 785861 h 788332"/>
                <a:gd name="connsiteX4" fmla="*/ 0 w 1866233"/>
                <a:gd name="connsiteY4" fmla="*/ 0 h 788332"/>
                <a:gd name="connsiteX0" fmla="*/ 1970 w 1839471"/>
                <a:gd name="connsiteY0" fmla="*/ 0 h 759600"/>
                <a:gd name="connsiteX1" fmla="*/ 1836231 w 1839471"/>
                <a:gd name="connsiteY1" fmla="*/ 4142 h 759600"/>
                <a:gd name="connsiteX2" fmla="*/ 1838932 w 1839471"/>
                <a:gd name="connsiteY2" fmla="*/ 759600 h 759600"/>
                <a:gd name="connsiteX3" fmla="*/ 0 w 1839471"/>
                <a:gd name="connsiteY3" fmla="*/ 757129 h 759600"/>
                <a:gd name="connsiteX4" fmla="*/ 1970 w 1839471"/>
                <a:gd name="connsiteY4" fmla="*/ 0 h 759600"/>
                <a:gd name="connsiteX0" fmla="*/ 1970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0 w 1839471"/>
                <a:gd name="connsiteY4" fmla="*/ 647 h 755458"/>
                <a:gd name="connsiteX0" fmla="*/ 773 w 1839471"/>
                <a:gd name="connsiteY0" fmla="*/ 0 h 757205"/>
                <a:gd name="connsiteX1" fmla="*/ 1836231 w 1839471"/>
                <a:gd name="connsiteY1" fmla="*/ 1747 h 757205"/>
                <a:gd name="connsiteX2" fmla="*/ 1838932 w 1839471"/>
                <a:gd name="connsiteY2" fmla="*/ 757205 h 757205"/>
                <a:gd name="connsiteX3" fmla="*/ 0 w 1839471"/>
                <a:gd name="connsiteY3" fmla="*/ 754734 h 757205"/>
                <a:gd name="connsiteX4" fmla="*/ 773 w 1839471"/>
                <a:gd name="connsiteY4" fmla="*/ 0 h 757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9471" h="757205">
                  <a:moveTo>
                    <a:pt x="773" y="0"/>
                  </a:moveTo>
                  <a:lnTo>
                    <a:pt x="1836231" y="1747"/>
                  </a:lnTo>
                  <a:cubicBezTo>
                    <a:pt x="1835857" y="386856"/>
                    <a:pt x="1841134" y="433553"/>
                    <a:pt x="1838932" y="757205"/>
                  </a:cubicBezTo>
                  <a:lnTo>
                    <a:pt x="0" y="754734"/>
                  </a:lnTo>
                  <a:cubicBezTo>
                    <a:pt x="657" y="502358"/>
                    <a:pt x="116" y="252376"/>
                    <a:pt x="773"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3" name="Freeform: Shape 32">
              <a:extLst>
                <a:ext uri="{FF2B5EF4-FFF2-40B4-BE49-F238E27FC236}">
                  <a16:creationId xmlns:a16="http://schemas.microsoft.com/office/drawing/2014/main" id="{E24E63F1-857A-4BF4-A6CE-CBE20960764E}"/>
                </a:ext>
              </a:extLst>
            </p:cNvPr>
            <p:cNvSpPr/>
            <p:nvPr userDrawn="1"/>
          </p:nvSpPr>
          <p:spPr>
            <a:xfrm flipV="1">
              <a:off x="-3072" y="3817697"/>
              <a:ext cx="2935460" cy="3053177"/>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527539 w 2381923"/>
                <a:gd name="connsiteY2" fmla="*/ 2305583 h 2310653"/>
                <a:gd name="connsiteX3" fmla="*/ 0 w 2381923"/>
                <a:gd name="connsiteY3" fmla="*/ 2306843 h 2310653"/>
                <a:gd name="connsiteX4" fmla="*/ 2381923 w 2381923"/>
                <a:gd name="connsiteY4" fmla="*/ 0 h 2310653"/>
                <a:gd name="connsiteX0" fmla="*/ 2381923 w 2381923"/>
                <a:gd name="connsiteY0" fmla="*/ 21420 h 2332073"/>
                <a:gd name="connsiteX1" fmla="*/ 2379681 w 2381923"/>
                <a:gd name="connsiteY1" fmla="*/ 2332073 h 2332073"/>
                <a:gd name="connsiteX2" fmla="*/ 527539 w 2381923"/>
                <a:gd name="connsiteY2" fmla="*/ 2327003 h 2332073"/>
                <a:gd name="connsiteX3" fmla="*/ 0 w 2381923"/>
                <a:gd name="connsiteY3" fmla="*/ 2328263 h 2332073"/>
                <a:gd name="connsiteX4" fmla="*/ 527539 w 2381923"/>
                <a:gd name="connsiteY4" fmla="*/ 1243760 h 2332073"/>
                <a:gd name="connsiteX5" fmla="*/ 2381923 w 2381923"/>
                <a:gd name="connsiteY5" fmla="*/ 21420 h 2332073"/>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2381923 w 2519923"/>
                <a:gd name="connsiteY6" fmla="*/ 51721 h 2362374"/>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1491890 w 2519923"/>
                <a:gd name="connsiteY6" fmla="*/ 448418 h 2362374"/>
                <a:gd name="connsiteX7" fmla="*/ 2381923 w 2519923"/>
                <a:gd name="connsiteY7" fmla="*/ 51721 h 2362374"/>
                <a:gd name="connsiteX0" fmla="*/ 1854384 w 1992384"/>
                <a:gd name="connsiteY0" fmla="*/ 51721 h 2362374"/>
                <a:gd name="connsiteX1" fmla="*/ 1856046 w 1992384"/>
                <a:gd name="connsiteY1" fmla="*/ 441812 h 2362374"/>
                <a:gd name="connsiteX2" fmla="*/ 1852142 w 1992384"/>
                <a:gd name="connsiteY2" fmla="*/ 2362374 h 2362374"/>
                <a:gd name="connsiteX3" fmla="*/ 0 w 1992384"/>
                <a:gd name="connsiteY3" fmla="*/ 2357304 h 2362374"/>
                <a:gd name="connsiteX4" fmla="*/ 0 w 1992384"/>
                <a:gd name="connsiteY4" fmla="*/ 1274061 h 2362374"/>
                <a:gd name="connsiteX5" fmla="*/ 964351 w 1992384"/>
                <a:gd name="connsiteY5" fmla="*/ 448418 h 2362374"/>
                <a:gd name="connsiteX6" fmla="*/ 1854384 w 1992384"/>
                <a:gd name="connsiteY6" fmla="*/ 51721 h 2362374"/>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856046"/>
                <a:gd name="connsiteY0" fmla="*/ 182057 h 2096013"/>
                <a:gd name="connsiteX1" fmla="*/ 1856046 w 1856046"/>
                <a:gd name="connsiteY1" fmla="*/ 175451 h 2096013"/>
                <a:gd name="connsiteX2" fmla="*/ 1852142 w 1856046"/>
                <a:gd name="connsiteY2" fmla="*/ 2096013 h 2096013"/>
                <a:gd name="connsiteX3" fmla="*/ 0 w 1856046"/>
                <a:gd name="connsiteY3" fmla="*/ 2090943 h 2096013"/>
                <a:gd name="connsiteX4" fmla="*/ 0 w 1856046"/>
                <a:gd name="connsiteY4" fmla="*/ 1007700 h 2096013"/>
                <a:gd name="connsiteX5" fmla="*/ 964351 w 1856046"/>
                <a:gd name="connsiteY5" fmla="*/ 182057 h 2096013"/>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0 w 1856046"/>
                <a:gd name="connsiteY4" fmla="*/ 887979 h 1976292"/>
                <a:gd name="connsiteX5" fmla="*/ 964351 w 1856046"/>
                <a:gd name="connsiteY5" fmla="*/ 62336 h 1976292"/>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7183 w 1856046"/>
                <a:gd name="connsiteY4" fmla="*/ 859247 h 1976292"/>
                <a:gd name="connsiteX5" fmla="*/ 964351 w 1856046"/>
                <a:gd name="connsiteY5" fmla="*/ 62336 h 1976292"/>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4211 h 1920562"/>
                <a:gd name="connsiteX1" fmla="*/ 1856046 w 1856046"/>
                <a:gd name="connsiteY1" fmla="*/ 0 h 1920562"/>
                <a:gd name="connsiteX2" fmla="*/ 1852142 w 1856046"/>
                <a:gd name="connsiteY2" fmla="*/ 1920562 h 1920562"/>
                <a:gd name="connsiteX3" fmla="*/ 0 w 1856046"/>
                <a:gd name="connsiteY3" fmla="*/ 1915492 h 1920562"/>
                <a:gd name="connsiteX4" fmla="*/ 7183 w 1856046"/>
                <a:gd name="connsiteY4" fmla="*/ 803517 h 1920562"/>
                <a:gd name="connsiteX5" fmla="*/ 894914 w 1856046"/>
                <a:gd name="connsiteY5" fmla="*/ 4211 h 1920562"/>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11972 w 1856046"/>
                <a:gd name="connsiteY4" fmla="*/ 796912 h 1916351"/>
                <a:gd name="connsiteX5" fmla="*/ 894914 w 1856046"/>
                <a:gd name="connsiteY5" fmla="*/ 0 h 1916351"/>
                <a:gd name="connsiteX0" fmla="*/ 883634 w 1844766"/>
                <a:gd name="connsiteY0" fmla="*/ 0 h 1916351"/>
                <a:gd name="connsiteX1" fmla="*/ 1844766 w 1844766"/>
                <a:gd name="connsiteY1" fmla="*/ 578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2973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579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6028 w 1844766"/>
                <a:gd name="connsiteY0" fmla="*/ 0 h 1918745"/>
                <a:gd name="connsiteX1" fmla="*/ 1844766 w 1844766"/>
                <a:gd name="connsiteY1" fmla="*/ 2973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 name="connsiteX0" fmla="*/ 886028 w 1844766"/>
                <a:gd name="connsiteY0" fmla="*/ 0 h 1918745"/>
                <a:gd name="connsiteX1" fmla="*/ 1844766 w 1844766"/>
                <a:gd name="connsiteY1" fmla="*/ 579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4766" h="1918745">
                  <a:moveTo>
                    <a:pt x="886028" y="0"/>
                  </a:moveTo>
                  <a:lnTo>
                    <a:pt x="1844766" y="579"/>
                  </a:lnTo>
                  <a:cubicBezTo>
                    <a:pt x="1844392" y="418714"/>
                    <a:pt x="1839762" y="1625916"/>
                    <a:pt x="1840862" y="1918745"/>
                  </a:cubicBezTo>
                  <a:lnTo>
                    <a:pt x="692" y="1913675"/>
                  </a:lnTo>
                  <a:cubicBezTo>
                    <a:pt x="3086" y="1543017"/>
                    <a:pt x="-1702" y="1169964"/>
                    <a:pt x="692" y="799306"/>
                  </a:cubicBezTo>
                  <a:cubicBezTo>
                    <a:pt x="251735" y="447427"/>
                    <a:pt x="670067" y="102792"/>
                    <a:pt x="886028"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Freeform: Shape 33">
              <a:extLst>
                <a:ext uri="{FF2B5EF4-FFF2-40B4-BE49-F238E27FC236}">
                  <a16:creationId xmlns:a16="http://schemas.microsoft.com/office/drawing/2014/main" id="{AB9CE959-AFAD-4AD7-A656-3370406B7BF2}"/>
                </a:ext>
              </a:extLst>
            </p:cNvPr>
            <p:cNvSpPr/>
            <p:nvPr userDrawn="1"/>
          </p:nvSpPr>
          <p:spPr>
            <a:xfrm flipH="1" flipV="1">
              <a:off x="5634236" y="3823760"/>
              <a:ext cx="3790446" cy="3048688"/>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96825 w 2396825"/>
                <a:gd name="connsiteY0" fmla="*/ 129170 h 2439823"/>
                <a:gd name="connsiteX1" fmla="*/ 2394583 w 2396825"/>
                <a:gd name="connsiteY1" fmla="*/ 2439823 h 2439823"/>
                <a:gd name="connsiteX2" fmla="*/ 14902 w 2396825"/>
                <a:gd name="connsiteY2" fmla="*/ 2436013 h 2439823"/>
                <a:gd name="connsiteX3" fmla="*/ 1431574 w 2396825"/>
                <a:gd name="connsiteY3" fmla="*/ 521986 h 2439823"/>
                <a:gd name="connsiteX4" fmla="*/ 2396825 w 2396825"/>
                <a:gd name="connsiteY4" fmla="*/ 129170 h 2439823"/>
                <a:gd name="connsiteX0" fmla="*/ 2396825 w 2570614"/>
                <a:gd name="connsiteY0" fmla="*/ 129170 h 2439823"/>
                <a:gd name="connsiteX1" fmla="*/ 2394109 w 2570614"/>
                <a:gd name="connsiteY1" fmla="*/ 524381 h 2439823"/>
                <a:gd name="connsiteX2" fmla="*/ 2394583 w 2570614"/>
                <a:gd name="connsiteY2" fmla="*/ 2439823 h 2439823"/>
                <a:gd name="connsiteX3" fmla="*/ 14902 w 2570614"/>
                <a:gd name="connsiteY3" fmla="*/ 2436013 h 2439823"/>
                <a:gd name="connsiteX4" fmla="*/ 1431574 w 2570614"/>
                <a:gd name="connsiteY4" fmla="*/ 521986 h 2439823"/>
                <a:gd name="connsiteX5" fmla="*/ 2396825 w 2570614"/>
                <a:gd name="connsiteY5" fmla="*/ 129170 h 2439823"/>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141247 h 2059084"/>
                <a:gd name="connsiteX1" fmla="*/ 2394105 w 2570610"/>
                <a:gd name="connsiteY1" fmla="*/ 143642 h 2059084"/>
                <a:gd name="connsiteX2" fmla="*/ 2394579 w 2570610"/>
                <a:gd name="connsiteY2" fmla="*/ 2059084 h 2059084"/>
                <a:gd name="connsiteX3" fmla="*/ 14898 w 2570610"/>
                <a:gd name="connsiteY3" fmla="*/ 2055274 h 2059084"/>
                <a:gd name="connsiteX4" fmla="*/ 1431570 w 2570610"/>
                <a:gd name="connsiteY4" fmla="*/ 141247 h 2059084"/>
                <a:gd name="connsiteX0" fmla="*/ 1436047 w 2575087"/>
                <a:gd name="connsiteY0" fmla="*/ 141247 h 2059084"/>
                <a:gd name="connsiteX1" fmla="*/ 2398582 w 2575087"/>
                <a:gd name="connsiteY1" fmla="*/ 143642 h 2059084"/>
                <a:gd name="connsiteX2" fmla="*/ 2399056 w 2575087"/>
                <a:gd name="connsiteY2" fmla="*/ 2059084 h 2059084"/>
                <a:gd name="connsiteX3" fmla="*/ 19375 w 2575087"/>
                <a:gd name="connsiteY3" fmla="*/ 2055274 h 2059084"/>
                <a:gd name="connsiteX4" fmla="*/ 1436047 w 2575087"/>
                <a:gd name="connsiteY4" fmla="*/ 141247 h 2059084"/>
                <a:gd name="connsiteX0" fmla="*/ 1436047 w 2575087"/>
                <a:gd name="connsiteY0" fmla="*/ 1897 h 1919734"/>
                <a:gd name="connsiteX1" fmla="*/ 2398582 w 2575087"/>
                <a:gd name="connsiteY1" fmla="*/ 4292 h 1919734"/>
                <a:gd name="connsiteX2" fmla="*/ 2399056 w 2575087"/>
                <a:gd name="connsiteY2" fmla="*/ 1919734 h 1919734"/>
                <a:gd name="connsiteX3" fmla="*/ 19375 w 2575087"/>
                <a:gd name="connsiteY3" fmla="*/ 1915924 h 1919734"/>
                <a:gd name="connsiteX4" fmla="*/ 1436047 w 2575087"/>
                <a:gd name="connsiteY4" fmla="*/ 1897 h 1919734"/>
                <a:gd name="connsiteX0" fmla="*/ 1440114 w 2579154"/>
                <a:gd name="connsiteY0" fmla="*/ 1897 h 1919734"/>
                <a:gd name="connsiteX1" fmla="*/ 2402649 w 2579154"/>
                <a:gd name="connsiteY1" fmla="*/ 4292 h 1919734"/>
                <a:gd name="connsiteX2" fmla="*/ 2403123 w 2579154"/>
                <a:gd name="connsiteY2" fmla="*/ 1919734 h 1919734"/>
                <a:gd name="connsiteX3" fmla="*/ 23442 w 2579154"/>
                <a:gd name="connsiteY3" fmla="*/ 1915924 h 1919734"/>
                <a:gd name="connsiteX4" fmla="*/ 1440114 w 2579154"/>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7489"/>
                <a:gd name="connsiteY0" fmla="*/ 1897 h 1919734"/>
                <a:gd name="connsiteX1" fmla="*/ 2379207 w 2557489"/>
                <a:gd name="connsiteY1" fmla="*/ 4292 h 1919734"/>
                <a:gd name="connsiteX2" fmla="*/ 2382075 w 2557489"/>
                <a:gd name="connsiteY2" fmla="*/ 1919734 h 1919734"/>
                <a:gd name="connsiteX3" fmla="*/ 0 w 2557489"/>
                <a:gd name="connsiteY3" fmla="*/ 1915924 h 1919734"/>
                <a:gd name="connsiteX4" fmla="*/ 1416672 w 2557489"/>
                <a:gd name="connsiteY4" fmla="*/ 1897 h 1919734"/>
                <a:gd name="connsiteX0" fmla="*/ 1416672 w 2557489"/>
                <a:gd name="connsiteY0" fmla="*/ 1897 h 1915924"/>
                <a:gd name="connsiteX1" fmla="*/ 2379207 w 2557489"/>
                <a:gd name="connsiteY1" fmla="*/ 4292 h 1915924"/>
                <a:gd name="connsiteX2" fmla="*/ 2382075 w 2557489"/>
                <a:gd name="connsiteY2" fmla="*/ 1914945 h 1915924"/>
                <a:gd name="connsiteX3" fmla="*/ 0 w 2557489"/>
                <a:gd name="connsiteY3" fmla="*/ 1915924 h 1915924"/>
                <a:gd name="connsiteX4" fmla="*/ 1416672 w 2557489"/>
                <a:gd name="connsiteY4" fmla="*/ 1897 h 1915924"/>
                <a:gd name="connsiteX0" fmla="*/ 1416672 w 2382075"/>
                <a:gd name="connsiteY0" fmla="*/ 1897 h 1915924"/>
                <a:gd name="connsiteX1" fmla="*/ 2379207 w 2382075"/>
                <a:gd name="connsiteY1" fmla="*/ 4292 h 1915924"/>
                <a:gd name="connsiteX2" fmla="*/ 2382075 w 2382075"/>
                <a:gd name="connsiteY2" fmla="*/ 1914945 h 1915924"/>
                <a:gd name="connsiteX3" fmla="*/ 0 w 2382075"/>
                <a:gd name="connsiteY3" fmla="*/ 1915924 h 1915924"/>
                <a:gd name="connsiteX4" fmla="*/ 1416672 w 2382075"/>
                <a:gd name="connsiteY4" fmla="*/ 1897 h 1915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075" h="1915924">
                  <a:moveTo>
                    <a:pt x="1416672" y="1897"/>
                  </a:moveTo>
                  <a:cubicBezTo>
                    <a:pt x="1655178" y="-3047"/>
                    <a:pt x="2144481" y="3103"/>
                    <a:pt x="2379207" y="4292"/>
                  </a:cubicBezTo>
                  <a:cubicBezTo>
                    <a:pt x="2378833" y="389401"/>
                    <a:pt x="2378751" y="1426340"/>
                    <a:pt x="2382075" y="1914945"/>
                  </a:cubicBezTo>
                  <a:lnTo>
                    <a:pt x="0" y="1915924"/>
                  </a:lnTo>
                  <a:cubicBezTo>
                    <a:pt x="294111" y="889474"/>
                    <a:pt x="921434" y="295672"/>
                    <a:pt x="1416672" y="1897"/>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7" name="Freeform: Shape 36">
              <a:extLst>
                <a:ext uri="{FF2B5EF4-FFF2-40B4-BE49-F238E27FC236}">
                  <a16:creationId xmlns:a16="http://schemas.microsoft.com/office/drawing/2014/main" id="{CB7F9E98-D1EC-4D58-8044-00EB72214721}"/>
                </a:ext>
              </a:extLst>
            </p:cNvPr>
            <p:cNvSpPr/>
            <p:nvPr userDrawn="1"/>
          </p:nvSpPr>
          <p:spPr>
            <a:xfrm flipH="1">
              <a:off x="5633545" y="-3811"/>
              <a:ext cx="3791136" cy="1207479"/>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541481 w 2541481"/>
                <a:gd name="connsiteY0" fmla="*/ 8572 h 2319225"/>
                <a:gd name="connsiteX1" fmla="*/ 2539239 w 2541481"/>
                <a:gd name="connsiteY1" fmla="*/ 2319225 h 2319225"/>
                <a:gd name="connsiteX2" fmla="*/ 159558 w 2541481"/>
                <a:gd name="connsiteY2" fmla="*/ 2315415 h 2319225"/>
                <a:gd name="connsiteX3" fmla="*/ 474657 w 2541481"/>
                <a:gd name="connsiteY3" fmla="*/ 1563767 h 2319225"/>
                <a:gd name="connsiteX4" fmla="*/ 2541481 w 2541481"/>
                <a:gd name="connsiteY4" fmla="*/ 8572 h 2319225"/>
                <a:gd name="connsiteX0" fmla="*/ 2541481 w 2716373"/>
                <a:gd name="connsiteY0" fmla="*/ 8572 h 2319225"/>
                <a:gd name="connsiteX1" fmla="*/ 2542067 w 2716373"/>
                <a:gd name="connsiteY1" fmla="*/ 1543952 h 2319225"/>
                <a:gd name="connsiteX2" fmla="*/ 2539239 w 2716373"/>
                <a:gd name="connsiteY2" fmla="*/ 2319225 h 2319225"/>
                <a:gd name="connsiteX3" fmla="*/ 159558 w 2716373"/>
                <a:gd name="connsiteY3" fmla="*/ 2315415 h 2319225"/>
                <a:gd name="connsiteX4" fmla="*/ 474657 w 2716373"/>
                <a:gd name="connsiteY4" fmla="*/ 1563767 h 2319225"/>
                <a:gd name="connsiteX5" fmla="*/ 2541481 w 2716373"/>
                <a:gd name="connsiteY5" fmla="*/ 8572 h 2319225"/>
                <a:gd name="connsiteX0" fmla="*/ 2541481 w 2694857"/>
                <a:gd name="connsiteY0" fmla="*/ 8572 h 2319225"/>
                <a:gd name="connsiteX1" fmla="*/ 2542067 w 2694857"/>
                <a:gd name="connsiteY1" fmla="*/ 1543952 h 2319225"/>
                <a:gd name="connsiteX2" fmla="*/ 2539239 w 2694857"/>
                <a:gd name="connsiteY2" fmla="*/ 2319225 h 2319225"/>
                <a:gd name="connsiteX3" fmla="*/ 159558 w 2694857"/>
                <a:gd name="connsiteY3" fmla="*/ 2315415 h 2319225"/>
                <a:gd name="connsiteX4" fmla="*/ 474657 w 2694857"/>
                <a:gd name="connsiteY4" fmla="*/ 1563767 h 2319225"/>
                <a:gd name="connsiteX5" fmla="*/ 2541481 w 2694857"/>
                <a:gd name="connsiteY5" fmla="*/ 8572 h 2319225"/>
                <a:gd name="connsiteX0" fmla="*/ 2381923 w 2535299"/>
                <a:gd name="connsiteY0" fmla="*/ 8572 h 2319225"/>
                <a:gd name="connsiteX1" fmla="*/ 2382509 w 2535299"/>
                <a:gd name="connsiteY1" fmla="*/ 1543952 h 2319225"/>
                <a:gd name="connsiteX2" fmla="*/ 2379681 w 2535299"/>
                <a:gd name="connsiteY2" fmla="*/ 2319225 h 2319225"/>
                <a:gd name="connsiteX3" fmla="*/ 0 w 2535299"/>
                <a:gd name="connsiteY3" fmla="*/ 2315415 h 2319225"/>
                <a:gd name="connsiteX4" fmla="*/ 315099 w 2535299"/>
                <a:gd name="connsiteY4" fmla="*/ 1563767 h 2319225"/>
                <a:gd name="connsiteX5" fmla="*/ 2381923 w 2535299"/>
                <a:gd name="connsiteY5" fmla="*/ 8572 h 2319225"/>
                <a:gd name="connsiteX0" fmla="*/ 315099 w 2382509"/>
                <a:gd name="connsiteY0" fmla="*/ 105842 h 861300"/>
                <a:gd name="connsiteX1" fmla="*/ 2382509 w 2382509"/>
                <a:gd name="connsiteY1" fmla="*/ 86027 h 861300"/>
                <a:gd name="connsiteX2" fmla="*/ 2379681 w 2382509"/>
                <a:gd name="connsiteY2" fmla="*/ 861300 h 861300"/>
                <a:gd name="connsiteX3" fmla="*/ 0 w 2382509"/>
                <a:gd name="connsiteY3" fmla="*/ 857490 h 861300"/>
                <a:gd name="connsiteX4" fmla="*/ 315099 w 2382509"/>
                <a:gd name="connsiteY4" fmla="*/ 105842 h 861300"/>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4582 h 760040"/>
                <a:gd name="connsiteX1" fmla="*/ 2382509 w 2382509"/>
                <a:gd name="connsiteY1" fmla="*/ 3922 h 760040"/>
                <a:gd name="connsiteX2" fmla="*/ 2379681 w 2382509"/>
                <a:gd name="connsiteY2" fmla="*/ 760040 h 760040"/>
                <a:gd name="connsiteX3" fmla="*/ 0 w 2382509"/>
                <a:gd name="connsiteY3" fmla="*/ 756230 h 760040"/>
                <a:gd name="connsiteX4" fmla="*/ 315099 w 2382509"/>
                <a:gd name="connsiteY4" fmla="*/ 4582 h 760040"/>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0 h 762641"/>
                <a:gd name="connsiteX1" fmla="*/ 2382509 w 2382509"/>
                <a:gd name="connsiteY1" fmla="*/ 6523 h 762641"/>
                <a:gd name="connsiteX2" fmla="*/ 2379681 w 2382509"/>
                <a:gd name="connsiteY2" fmla="*/ 762641 h 762641"/>
                <a:gd name="connsiteX3" fmla="*/ 0 w 2382509"/>
                <a:gd name="connsiteY3" fmla="*/ 758831 h 762641"/>
                <a:gd name="connsiteX4" fmla="*/ 319888 w 2382509"/>
                <a:gd name="connsiteY4" fmla="*/ 0 h 762641"/>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509" h="758830">
                  <a:moveTo>
                    <a:pt x="315100" y="0"/>
                  </a:moveTo>
                  <a:lnTo>
                    <a:pt x="2382509" y="1734"/>
                  </a:lnTo>
                  <a:cubicBezTo>
                    <a:pt x="2382135" y="386843"/>
                    <a:pt x="2380457" y="497173"/>
                    <a:pt x="2379681" y="757852"/>
                  </a:cubicBezTo>
                  <a:lnTo>
                    <a:pt x="0" y="758830"/>
                  </a:lnTo>
                  <a:cubicBezTo>
                    <a:pt x="60055" y="573393"/>
                    <a:pt x="104709" y="362613"/>
                    <a:pt x="315100"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19" name="Group 18">
            <a:extLst>
              <a:ext uri="{FF2B5EF4-FFF2-40B4-BE49-F238E27FC236}">
                <a16:creationId xmlns:a16="http://schemas.microsoft.com/office/drawing/2014/main" id="{753C07DD-B119-4433-BE42-7A1FCD96EF0C}"/>
              </a:ext>
            </a:extLst>
          </p:cNvPr>
          <p:cNvGrpSpPr/>
          <p:nvPr userDrawn="1"/>
        </p:nvGrpSpPr>
        <p:grpSpPr>
          <a:xfrm>
            <a:off x="587809" y="6485634"/>
            <a:ext cx="3739643" cy="248633"/>
            <a:chOff x="212027" y="6512125"/>
            <a:chExt cx="3228488" cy="325447"/>
          </a:xfrm>
        </p:grpSpPr>
        <p:sp>
          <p:nvSpPr>
            <p:cNvPr id="20" name="TextBox 19">
              <a:extLst>
                <a:ext uri="{FF2B5EF4-FFF2-40B4-BE49-F238E27FC236}">
                  <a16:creationId xmlns:a16="http://schemas.microsoft.com/office/drawing/2014/main" id="{733CD6AE-6350-46FB-8769-B1297F306D37}"/>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tx1"/>
                  </a:solidFill>
                  <a:effectLst/>
                  <a:latin typeface="Overpass" panose="020B0503020203020203" pitchFamily="34" charset="0"/>
                  <a:ea typeface="+mn-ea"/>
                  <a:cs typeface="+mn-cs"/>
                </a:rPr>
                <a:t>©2023 Nordic</a:t>
              </a:r>
              <a:r>
                <a:rPr lang="en-US" sz="1000" b="0" i="0" kern="1200" baseline="30000">
                  <a:solidFill>
                    <a:schemeClr val="tx1"/>
                  </a:solidFill>
                  <a:effectLst/>
                  <a:latin typeface="Overpass" panose="020B0503020203020203" pitchFamily="34" charset="0"/>
                  <a:ea typeface="+mn-ea"/>
                  <a:cs typeface="+mn-cs"/>
                </a:rPr>
                <a:t>™</a:t>
              </a:r>
              <a:r>
                <a:rPr lang="en-US" sz="1000" b="0" i="0" kern="1200">
                  <a:solidFill>
                    <a:schemeClr val="tx1"/>
                  </a:solidFill>
                  <a:effectLst/>
                  <a:latin typeface="Overpass" panose="020B0503020203020203" pitchFamily="34" charset="0"/>
                  <a:ea typeface="+mn-ea"/>
                  <a:cs typeface="+mn-cs"/>
                </a:rPr>
                <a:t>. All rights reserved. Confidential.</a:t>
              </a:r>
              <a:endParaRPr lang="en-US" sz="1000">
                <a:solidFill>
                  <a:schemeClr val="tx1"/>
                </a:solidFill>
                <a:latin typeface="Overpass" panose="020B0503020203020203" pitchFamily="34" charset="0"/>
                <a:cs typeface="Arial" panose="020B0604020202020204" pitchFamily="34" charset="0"/>
              </a:endParaRPr>
            </a:p>
          </p:txBody>
        </p:sp>
        <p:sp>
          <p:nvSpPr>
            <p:cNvPr id="21" name="TextBox 20">
              <a:extLst>
                <a:ext uri="{FF2B5EF4-FFF2-40B4-BE49-F238E27FC236}">
                  <a16:creationId xmlns:a16="http://schemas.microsoft.com/office/drawing/2014/main" id="{A9925E93-A206-4B21-BC63-96B6EB303C51}"/>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spTree>
    <p:extLst>
      <p:ext uri="{BB962C8B-B14F-4D97-AF65-F5344CB8AC3E}">
        <p14:creationId xmlns:p14="http://schemas.microsoft.com/office/powerpoint/2010/main" val="31632953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ransition Slides with Photos and Logo 4">
    <p:spTree>
      <p:nvGrpSpPr>
        <p:cNvPr id="1" name=""/>
        <p:cNvGrpSpPr/>
        <p:nvPr/>
      </p:nvGrpSpPr>
      <p:grpSpPr>
        <a:xfrm>
          <a:off x="0" y="0"/>
          <a:ext cx="0" cy="0"/>
          <a:chOff x="0" y="0"/>
          <a:chExt cx="0" cy="0"/>
        </a:xfrm>
      </p:grpSpPr>
      <p:pic>
        <p:nvPicPr>
          <p:cNvPr id="27" name="Picture 26" descr="A group of people in a classroom&#10;&#10;Description automatically generated with low confidence">
            <a:extLst>
              <a:ext uri="{FF2B5EF4-FFF2-40B4-BE49-F238E27FC236}">
                <a16:creationId xmlns:a16="http://schemas.microsoft.com/office/drawing/2014/main" id="{45164F21-151E-4BBB-9142-F635C389F0B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B4B1BDE1-E860-42B4-A1D3-47E8A5283C59}"/>
              </a:ext>
            </a:extLst>
          </p:cNvPr>
          <p:cNvSpPr>
            <a:spLocks noGrp="1"/>
          </p:cNvSpPr>
          <p:nvPr>
            <p:ph type="title" hasCustomPrompt="1"/>
          </p:nvPr>
        </p:nvSpPr>
        <p:spPr>
          <a:xfrm>
            <a:off x="365760" y="2990088"/>
            <a:ext cx="6995160" cy="60350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600" b="1" i="0" kern="1200">
                <a:solidFill>
                  <a:schemeClr val="bg1"/>
                </a:solidFill>
                <a:latin typeface="Overpass" pitchFamily="2" charset="77"/>
                <a:ea typeface="+mj-ea"/>
                <a:cs typeface="Arial" panose="020B0604020202020204" pitchFamily="34" charset="0"/>
              </a:defRPr>
            </a:lvl1pPr>
          </a:lstStyle>
          <a:p>
            <a:r>
              <a:rPr lang="en-US"/>
              <a:t>Click to edit Master text</a:t>
            </a:r>
          </a:p>
        </p:txBody>
      </p:sp>
      <p:grpSp>
        <p:nvGrpSpPr>
          <p:cNvPr id="4" name="Group 3">
            <a:extLst>
              <a:ext uri="{FF2B5EF4-FFF2-40B4-BE49-F238E27FC236}">
                <a16:creationId xmlns:a16="http://schemas.microsoft.com/office/drawing/2014/main" id="{671CC067-AA3A-410F-BFF2-B8FEBABEBBB8}"/>
              </a:ext>
            </a:extLst>
          </p:cNvPr>
          <p:cNvGrpSpPr>
            <a:grpSpLocks noChangeAspect="1"/>
          </p:cNvGrpSpPr>
          <p:nvPr userDrawn="1"/>
        </p:nvGrpSpPr>
        <p:grpSpPr>
          <a:xfrm>
            <a:off x="10233286" y="6463062"/>
            <a:ext cx="1381500" cy="272839"/>
            <a:chOff x="13039725" y="3148013"/>
            <a:chExt cx="4814888" cy="950913"/>
          </a:xfrm>
          <a:solidFill>
            <a:schemeClr val="bg1"/>
          </a:solidFill>
        </p:grpSpPr>
        <p:sp>
          <p:nvSpPr>
            <p:cNvPr id="5" name="Freeform 6">
              <a:extLst>
                <a:ext uri="{FF2B5EF4-FFF2-40B4-BE49-F238E27FC236}">
                  <a16:creationId xmlns:a16="http://schemas.microsoft.com/office/drawing/2014/main" id="{31040D33-68F0-44D5-BD80-E92E4AB68D68}"/>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6" name="Freeform 7">
              <a:extLst>
                <a:ext uri="{FF2B5EF4-FFF2-40B4-BE49-F238E27FC236}">
                  <a16:creationId xmlns:a16="http://schemas.microsoft.com/office/drawing/2014/main" id="{C4EA7306-C18E-4B49-A17F-5F84E02ACEC3}"/>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8" name="Freeform 8">
              <a:extLst>
                <a:ext uri="{FF2B5EF4-FFF2-40B4-BE49-F238E27FC236}">
                  <a16:creationId xmlns:a16="http://schemas.microsoft.com/office/drawing/2014/main" id="{CD8A603C-65D1-4F80-B0D1-780C376EB9EB}"/>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9" name="Rectangle 9">
              <a:extLst>
                <a:ext uri="{FF2B5EF4-FFF2-40B4-BE49-F238E27FC236}">
                  <a16:creationId xmlns:a16="http://schemas.microsoft.com/office/drawing/2014/main" id="{8316D26C-6A6B-42F1-8A80-90B9A7ED5538}"/>
                </a:ext>
              </a:extLst>
            </p:cNvPr>
            <p:cNvSpPr>
              <a:spLocks noChangeArrowheads="1"/>
            </p:cNvSpPr>
            <p:nvPr userDrawn="1"/>
          </p:nvSpPr>
          <p:spPr bwMode="auto">
            <a:xfrm>
              <a:off x="16746538" y="3162300"/>
              <a:ext cx="182563" cy="922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0" name="Freeform 10">
              <a:extLst>
                <a:ext uri="{FF2B5EF4-FFF2-40B4-BE49-F238E27FC236}">
                  <a16:creationId xmlns:a16="http://schemas.microsoft.com/office/drawing/2014/main" id="{1084A2ED-0688-4F6E-AE7C-A3A7436CB89C}"/>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1" name="Freeform 11">
              <a:extLst>
                <a:ext uri="{FF2B5EF4-FFF2-40B4-BE49-F238E27FC236}">
                  <a16:creationId xmlns:a16="http://schemas.microsoft.com/office/drawing/2014/main" id="{DB08AB51-0CF4-4833-A76A-500D19E87A0A}"/>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2" name="Freeform 12">
              <a:extLst>
                <a:ext uri="{FF2B5EF4-FFF2-40B4-BE49-F238E27FC236}">
                  <a16:creationId xmlns:a16="http://schemas.microsoft.com/office/drawing/2014/main" id="{8B4B10F1-6A92-436C-8C3B-3E7C943F9303}"/>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3" name="Freeform 13">
              <a:extLst>
                <a:ext uri="{FF2B5EF4-FFF2-40B4-BE49-F238E27FC236}">
                  <a16:creationId xmlns:a16="http://schemas.microsoft.com/office/drawing/2014/main" id="{4E75FFF2-4A56-45CD-B2C4-1AF6D5162D8A}"/>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4" name="Freeform 14">
              <a:extLst>
                <a:ext uri="{FF2B5EF4-FFF2-40B4-BE49-F238E27FC236}">
                  <a16:creationId xmlns:a16="http://schemas.microsoft.com/office/drawing/2014/main" id="{869CD26B-3410-492D-8E56-0F907A79B0D2}"/>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5" name="Freeform 15">
              <a:extLst>
                <a:ext uri="{FF2B5EF4-FFF2-40B4-BE49-F238E27FC236}">
                  <a16:creationId xmlns:a16="http://schemas.microsoft.com/office/drawing/2014/main" id="{6C1B958F-A248-42A9-903C-13847B94C63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6" name="Freeform 16">
              <a:extLst>
                <a:ext uri="{FF2B5EF4-FFF2-40B4-BE49-F238E27FC236}">
                  <a16:creationId xmlns:a16="http://schemas.microsoft.com/office/drawing/2014/main" id="{1116AC55-CC4D-4488-B746-2B1A819BC759}"/>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7" name="Freeform 17">
              <a:extLst>
                <a:ext uri="{FF2B5EF4-FFF2-40B4-BE49-F238E27FC236}">
                  <a16:creationId xmlns:a16="http://schemas.microsoft.com/office/drawing/2014/main" id="{FD2BCFDD-B385-47CA-916D-8A5C7C492843}"/>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grpSp>
      <p:sp>
        <p:nvSpPr>
          <p:cNvPr id="18" name="Oval 17">
            <a:extLst>
              <a:ext uri="{FF2B5EF4-FFF2-40B4-BE49-F238E27FC236}">
                <a16:creationId xmlns:a16="http://schemas.microsoft.com/office/drawing/2014/main" id="{8DA07526-D7E3-4534-96BF-0696F3A2DF8C}"/>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nvGrpSpPr>
          <p:cNvPr id="2" name="Group 1">
            <a:extLst>
              <a:ext uri="{FF2B5EF4-FFF2-40B4-BE49-F238E27FC236}">
                <a16:creationId xmlns:a16="http://schemas.microsoft.com/office/drawing/2014/main" id="{2773EE8E-B8F6-4B08-A50D-BEA4DD840C8D}"/>
              </a:ext>
            </a:extLst>
          </p:cNvPr>
          <p:cNvGrpSpPr/>
          <p:nvPr userDrawn="1"/>
        </p:nvGrpSpPr>
        <p:grpSpPr>
          <a:xfrm>
            <a:off x="-3072" y="-3811"/>
            <a:ext cx="9427755" cy="6876259"/>
            <a:chOff x="-3072" y="-3811"/>
            <a:chExt cx="9427754" cy="6876259"/>
          </a:xfrm>
        </p:grpSpPr>
        <p:sp>
          <p:nvSpPr>
            <p:cNvPr id="35" name="Freeform: Shape 34">
              <a:extLst>
                <a:ext uri="{FF2B5EF4-FFF2-40B4-BE49-F238E27FC236}">
                  <a16:creationId xmlns:a16="http://schemas.microsoft.com/office/drawing/2014/main" id="{76C42E59-331C-480F-A458-F6728650EFB9}"/>
                </a:ext>
              </a:extLst>
            </p:cNvPr>
            <p:cNvSpPr/>
            <p:nvPr userDrawn="1"/>
          </p:nvSpPr>
          <p:spPr>
            <a:xfrm>
              <a:off x="-1" y="-3811"/>
              <a:ext cx="2927034" cy="1204892"/>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556805"/>
                <a:gd name="connsiteY0" fmla="*/ 8496 h 2319149"/>
                <a:gd name="connsiteX1" fmla="*/ 2376980 w 2556805"/>
                <a:gd name="connsiteY1" fmla="*/ 1563691 h 2319149"/>
                <a:gd name="connsiteX2" fmla="*/ 2379681 w 2556805"/>
                <a:gd name="connsiteY2" fmla="*/ 2319149 h 2319149"/>
                <a:gd name="connsiteX3" fmla="*/ 0 w 2556805"/>
                <a:gd name="connsiteY3" fmla="*/ 2315339 h 2319149"/>
                <a:gd name="connsiteX4" fmla="*/ 2381923 w 2556805"/>
                <a:gd name="connsiteY4"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552298 w 2380220"/>
                <a:gd name="connsiteY0" fmla="*/ 238784 h 984018"/>
                <a:gd name="connsiteX1" fmla="*/ 2376980 w 2380220"/>
                <a:gd name="connsiteY1" fmla="*/ 228560 h 984018"/>
                <a:gd name="connsiteX2" fmla="*/ 2379681 w 2380220"/>
                <a:gd name="connsiteY2" fmla="*/ 984018 h 984018"/>
                <a:gd name="connsiteX3" fmla="*/ 540749 w 2380220"/>
                <a:gd name="connsiteY3" fmla="*/ 981547 h 984018"/>
                <a:gd name="connsiteX4" fmla="*/ 0 w 2380220"/>
                <a:gd name="connsiteY4" fmla="*/ 980208 h 984018"/>
                <a:gd name="connsiteX5" fmla="*/ 552298 w 2380220"/>
                <a:gd name="connsiteY5" fmla="*/ 238784 h 984018"/>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11549 w 1839471"/>
                <a:gd name="connsiteY0" fmla="*/ 209341 h 954575"/>
                <a:gd name="connsiteX1" fmla="*/ 1836231 w 1839471"/>
                <a:gd name="connsiteY1" fmla="*/ 199117 h 954575"/>
                <a:gd name="connsiteX2" fmla="*/ 1838932 w 1839471"/>
                <a:gd name="connsiteY2" fmla="*/ 954575 h 954575"/>
                <a:gd name="connsiteX3" fmla="*/ 0 w 1839471"/>
                <a:gd name="connsiteY3" fmla="*/ 952104 h 954575"/>
                <a:gd name="connsiteX4" fmla="*/ 11549 w 1839471"/>
                <a:gd name="connsiteY4" fmla="*/ 209341 h 954575"/>
                <a:gd name="connsiteX0" fmla="*/ 102535 w 1839471"/>
                <a:gd name="connsiteY0" fmla="*/ 270424 h 929461"/>
                <a:gd name="connsiteX1" fmla="*/ 1836231 w 1839471"/>
                <a:gd name="connsiteY1" fmla="*/ 174003 h 929461"/>
                <a:gd name="connsiteX2" fmla="*/ 1838932 w 1839471"/>
                <a:gd name="connsiteY2" fmla="*/ 929461 h 929461"/>
                <a:gd name="connsiteX3" fmla="*/ 0 w 1839471"/>
                <a:gd name="connsiteY3" fmla="*/ 926990 h 929461"/>
                <a:gd name="connsiteX4" fmla="*/ 102535 w 1839471"/>
                <a:gd name="connsiteY4" fmla="*/ 270424 h 929461"/>
                <a:gd name="connsiteX0" fmla="*/ 0 w 1842288"/>
                <a:gd name="connsiteY0" fmla="*/ 201376 h 958582"/>
                <a:gd name="connsiteX1" fmla="*/ 1839048 w 1842288"/>
                <a:gd name="connsiteY1" fmla="*/ 203124 h 958582"/>
                <a:gd name="connsiteX2" fmla="*/ 1841749 w 1842288"/>
                <a:gd name="connsiteY2" fmla="*/ 958582 h 958582"/>
                <a:gd name="connsiteX3" fmla="*/ 2817 w 1842288"/>
                <a:gd name="connsiteY3" fmla="*/ 956111 h 958582"/>
                <a:gd name="connsiteX4" fmla="*/ 0 w 1842288"/>
                <a:gd name="connsiteY4" fmla="*/ 201376 h 958582"/>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0 h 757206"/>
                <a:gd name="connsiteX1" fmla="*/ 1839048 w 1842288"/>
                <a:gd name="connsiteY1" fmla="*/ 1748 h 757206"/>
                <a:gd name="connsiteX2" fmla="*/ 1841749 w 1842288"/>
                <a:gd name="connsiteY2" fmla="*/ 757206 h 757206"/>
                <a:gd name="connsiteX3" fmla="*/ 2817 w 1842288"/>
                <a:gd name="connsiteY3" fmla="*/ 754735 h 757206"/>
                <a:gd name="connsiteX4" fmla="*/ 0 w 1842288"/>
                <a:gd name="connsiteY4" fmla="*/ 0 h 757206"/>
                <a:gd name="connsiteX0" fmla="*/ 0 w 1839894"/>
                <a:gd name="connsiteY0" fmla="*/ 0 h 759600"/>
                <a:gd name="connsiteX1" fmla="*/ 1836654 w 1839894"/>
                <a:gd name="connsiteY1" fmla="*/ 4142 h 759600"/>
                <a:gd name="connsiteX2" fmla="*/ 1839355 w 1839894"/>
                <a:gd name="connsiteY2" fmla="*/ 759600 h 759600"/>
                <a:gd name="connsiteX3" fmla="*/ 423 w 1839894"/>
                <a:gd name="connsiteY3" fmla="*/ 757129 h 759600"/>
                <a:gd name="connsiteX4" fmla="*/ 0 w 1839894"/>
                <a:gd name="connsiteY4" fmla="*/ 0 h 759600"/>
                <a:gd name="connsiteX0" fmla="*/ 1971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1 w 1839471"/>
                <a:gd name="connsiteY4" fmla="*/ 647 h 755458"/>
                <a:gd name="connsiteX0" fmla="*/ 0 w 1866233"/>
                <a:gd name="connsiteY0" fmla="*/ 0 h 788332"/>
                <a:gd name="connsiteX1" fmla="*/ 1862993 w 1866233"/>
                <a:gd name="connsiteY1" fmla="*/ 32874 h 788332"/>
                <a:gd name="connsiteX2" fmla="*/ 1865694 w 1866233"/>
                <a:gd name="connsiteY2" fmla="*/ 788332 h 788332"/>
                <a:gd name="connsiteX3" fmla="*/ 26762 w 1866233"/>
                <a:gd name="connsiteY3" fmla="*/ 785861 h 788332"/>
                <a:gd name="connsiteX4" fmla="*/ 0 w 1866233"/>
                <a:gd name="connsiteY4" fmla="*/ 0 h 788332"/>
                <a:gd name="connsiteX0" fmla="*/ 1970 w 1839471"/>
                <a:gd name="connsiteY0" fmla="*/ 0 h 759600"/>
                <a:gd name="connsiteX1" fmla="*/ 1836231 w 1839471"/>
                <a:gd name="connsiteY1" fmla="*/ 4142 h 759600"/>
                <a:gd name="connsiteX2" fmla="*/ 1838932 w 1839471"/>
                <a:gd name="connsiteY2" fmla="*/ 759600 h 759600"/>
                <a:gd name="connsiteX3" fmla="*/ 0 w 1839471"/>
                <a:gd name="connsiteY3" fmla="*/ 757129 h 759600"/>
                <a:gd name="connsiteX4" fmla="*/ 1970 w 1839471"/>
                <a:gd name="connsiteY4" fmla="*/ 0 h 759600"/>
                <a:gd name="connsiteX0" fmla="*/ 1970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0 w 1839471"/>
                <a:gd name="connsiteY4" fmla="*/ 647 h 755458"/>
                <a:gd name="connsiteX0" fmla="*/ 773 w 1839471"/>
                <a:gd name="connsiteY0" fmla="*/ 0 h 757205"/>
                <a:gd name="connsiteX1" fmla="*/ 1836231 w 1839471"/>
                <a:gd name="connsiteY1" fmla="*/ 1747 h 757205"/>
                <a:gd name="connsiteX2" fmla="*/ 1838932 w 1839471"/>
                <a:gd name="connsiteY2" fmla="*/ 757205 h 757205"/>
                <a:gd name="connsiteX3" fmla="*/ 0 w 1839471"/>
                <a:gd name="connsiteY3" fmla="*/ 754734 h 757205"/>
                <a:gd name="connsiteX4" fmla="*/ 773 w 1839471"/>
                <a:gd name="connsiteY4" fmla="*/ 0 h 757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9471" h="757205">
                  <a:moveTo>
                    <a:pt x="773" y="0"/>
                  </a:moveTo>
                  <a:lnTo>
                    <a:pt x="1836231" y="1747"/>
                  </a:lnTo>
                  <a:cubicBezTo>
                    <a:pt x="1835857" y="386856"/>
                    <a:pt x="1841134" y="433553"/>
                    <a:pt x="1838932" y="757205"/>
                  </a:cubicBezTo>
                  <a:lnTo>
                    <a:pt x="0" y="754734"/>
                  </a:lnTo>
                  <a:cubicBezTo>
                    <a:pt x="657" y="502358"/>
                    <a:pt x="116" y="252376"/>
                    <a:pt x="773"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3" name="Freeform: Shape 32">
              <a:extLst>
                <a:ext uri="{FF2B5EF4-FFF2-40B4-BE49-F238E27FC236}">
                  <a16:creationId xmlns:a16="http://schemas.microsoft.com/office/drawing/2014/main" id="{E24E63F1-857A-4BF4-A6CE-CBE20960764E}"/>
                </a:ext>
              </a:extLst>
            </p:cNvPr>
            <p:cNvSpPr/>
            <p:nvPr userDrawn="1"/>
          </p:nvSpPr>
          <p:spPr>
            <a:xfrm flipV="1">
              <a:off x="-3072" y="3817697"/>
              <a:ext cx="2935460" cy="3053177"/>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527539 w 2381923"/>
                <a:gd name="connsiteY2" fmla="*/ 2305583 h 2310653"/>
                <a:gd name="connsiteX3" fmla="*/ 0 w 2381923"/>
                <a:gd name="connsiteY3" fmla="*/ 2306843 h 2310653"/>
                <a:gd name="connsiteX4" fmla="*/ 2381923 w 2381923"/>
                <a:gd name="connsiteY4" fmla="*/ 0 h 2310653"/>
                <a:gd name="connsiteX0" fmla="*/ 2381923 w 2381923"/>
                <a:gd name="connsiteY0" fmla="*/ 21420 h 2332073"/>
                <a:gd name="connsiteX1" fmla="*/ 2379681 w 2381923"/>
                <a:gd name="connsiteY1" fmla="*/ 2332073 h 2332073"/>
                <a:gd name="connsiteX2" fmla="*/ 527539 w 2381923"/>
                <a:gd name="connsiteY2" fmla="*/ 2327003 h 2332073"/>
                <a:gd name="connsiteX3" fmla="*/ 0 w 2381923"/>
                <a:gd name="connsiteY3" fmla="*/ 2328263 h 2332073"/>
                <a:gd name="connsiteX4" fmla="*/ 527539 w 2381923"/>
                <a:gd name="connsiteY4" fmla="*/ 1243760 h 2332073"/>
                <a:gd name="connsiteX5" fmla="*/ 2381923 w 2381923"/>
                <a:gd name="connsiteY5" fmla="*/ 21420 h 2332073"/>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2381923 w 2519923"/>
                <a:gd name="connsiteY6" fmla="*/ 51721 h 2362374"/>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1491890 w 2519923"/>
                <a:gd name="connsiteY6" fmla="*/ 448418 h 2362374"/>
                <a:gd name="connsiteX7" fmla="*/ 2381923 w 2519923"/>
                <a:gd name="connsiteY7" fmla="*/ 51721 h 2362374"/>
                <a:gd name="connsiteX0" fmla="*/ 1854384 w 1992384"/>
                <a:gd name="connsiteY0" fmla="*/ 51721 h 2362374"/>
                <a:gd name="connsiteX1" fmla="*/ 1856046 w 1992384"/>
                <a:gd name="connsiteY1" fmla="*/ 441812 h 2362374"/>
                <a:gd name="connsiteX2" fmla="*/ 1852142 w 1992384"/>
                <a:gd name="connsiteY2" fmla="*/ 2362374 h 2362374"/>
                <a:gd name="connsiteX3" fmla="*/ 0 w 1992384"/>
                <a:gd name="connsiteY3" fmla="*/ 2357304 h 2362374"/>
                <a:gd name="connsiteX4" fmla="*/ 0 w 1992384"/>
                <a:gd name="connsiteY4" fmla="*/ 1274061 h 2362374"/>
                <a:gd name="connsiteX5" fmla="*/ 964351 w 1992384"/>
                <a:gd name="connsiteY5" fmla="*/ 448418 h 2362374"/>
                <a:gd name="connsiteX6" fmla="*/ 1854384 w 1992384"/>
                <a:gd name="connsiteY6" fmla="*/ 51721 h 2362374"/>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856046"/>
                <a:gd name="connsiteY0" fmla="*/ 182057 h 2096013"/>
                <a:gd name="connsiteX1" fmla="*/ 1856046 w 1856046"/>
                <a:gd name="connsiteY1" fmla="*/ 175451 h 2096013"/>
                <a:gd name="connsiteX2" fmla="*/ 1852142 w 1856046"/>
                <a:gd name="connsiteY2" fmla="*/ 2096013 h 2096013"/>
                <a:gd name="connsiteX3" fmla="*/ 0 w 1856046"/>
                <a:gd name="connsiteY3" fmla="*/ 2090943 h 2096013"/>
                <a:gd name="connsiteX4" fmla="*/ 0 w 1856046"/>
                <a:gd name="connsiteY4" fmla="*/ 1007700 h 2096013"/>
                <a:gd name="connsiteX5" fmla="*/ 964351 w 1856046"/>
                <a:gd name="connsiteY5" fmla="*/ 182057 h 2096013"/>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0 w 1856046"/>
                <a:gd name="connsiteY4" fmla="*/ 887979 h 1976292"/>
                <a:gd name="connsiteX5" fmla="*/ 964351 w 1856046"/>
                <a:gd name="connsiteY5" fmla="*/ 62336 h 1976292"/>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7183 w 1856046"/>
                <a:gd name="connsiteY4" fmla="*/ 859247 h 1976292"/>
                <a:gd name="connsiteX5" fmla="*/ 964351 w 1856046"/>
                <a:gd name="connsiteY5" fmla="*/ 62336 h 1976292"/>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4211 h 1920562"/>
                <a:gd name="connsiteX1" fmla="*/ 1856046 w 1856046"/>
                <a:gd name="connsiteY1" fmla="*/ 0 h 1920562"/>
                <a:gd name="connsiteX2" fmla="*/ 1852142 w 1856046"/>
                <a:gd name="connsiteY2" fmla="*/ 1920562 h 1920562"/>
                <a:gd name="connsiteX3" fmla="*/ 0 w 1856046"/>
                <a:gd name="connsiteY3" fmla="*/ 1915492 h 1920562"/>
                <a:gd name="connsiteX4" fmla="*/ 7183 w 1856046"/>
                <a:gd name="connsiteY4" fmla="*/ 803517 h 1920562"/>
                <a:gd name="connsiteX5" fmla="*/ 894914 w 1856046"/>
                <a:gd name="connsiteY5" fmla="*/ 4211 h 1920562"/>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11972 w 1856046"/>
                <a:gd name="connsiteY4" fmla="*/ 796912 h 1916351"/>
                <a:gd name="connsiteX5" fmla="*/ 894914 w 1856046"/>
                <a:gd name="connsiteY5" fmla="*/ 0 h 1916351"/>
                <a:gd name="connsiteX0" fmla="*/ 883634 w 1844766"/>
                <a:gd name="connsiteY0" fmla="*/ 0 h 1916351"/>
                <a:gd name="connsiteX1" fmla="*/ 1844766 w 1844766"/>
                <a:gd name="connsiteY1" fmla="*/ 578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2973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579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6028 w 1844766"/>
                <a:gd name="connsiteY0" fmla="*/ 0 h 1918745"/>
                <a:gd name="connsiteX1" fmla="*/ 1844766 w 1844766"/>
                <a:gd name="connsiteY1" fmla="*/ 2973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 name="connsiteX0" fmla="*/ 886028 w 1844766"/>
                <a:gd name="connsiteY0" fmla="*/ 0 h 1918745"/>
                <a:gd name="connsiteX1" fmla="*/ 1844766 w 1844766"/>
                <a:gd name="connsiteY1" fmla="*/ 579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4766" h="1918745">
                  <a:moveTo>
                    <a:pt x="886028" y="0"/>
                  </a:moveTo>
                  <a:lnTo>
                    <a:pt x="1844766" y="579"/>
                  </a:lnTo>
                  <a:cubicBezTo>
                    <a:pt x="1844392" y="418714"/>
                    <a:pt x="1839762" y="1625916"/>
                    <a:pt x="1840862" y="1918745"/>
                  </a:cubicBezTo>
                  <a:lnTo>
                    <a:pt x="692" y="1913675"/>
                  </a:lnTo>
                  <a:cubicBezTo>
                    <a:pt x="3086" y="1543017"/>
                    <a:pt x="-1702" y="1169964"/>
                    <a:pt x="692" y="799306"/>
                  </a:cubicBezTo>
                  <a:cubicBezTo>
                    <a:pt x="251735" y="447427"/>
                    <a:pt x="670067" y="102792"/>
                    <a:pt x="886028"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Freeform: Shape 33">
              <a:extLst>
                <a:ext uri="{FF2B5EF4-FFF2-40B4-BE49-F238E27FC236}">
                  <a16:creationId xmlns:a16="http://schemas.microsoft.com/office/drawing/2014/main" id="{AB9CE959-AFAD-4AD7-A656-3370406B7BF2}"/>
                </a:ext>
              </a:extLst>
            </p:cNvPr>
            <p:cNvSpPr/>
            <p:nvPr userDrawn="1"/>
          </p:nvSpPr>
          <p:spPr>
            <a:xfrm flipH="1" flipV="1">
              <a:off x="5634236" y="3823760"/>
              <a:ext cx="3790446" cy="3048688"/>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96825 w 2396825"/>
                <a:gd name="connsiteY0" fmla="*/ 129170 h 2439823"/>
                <a:gd name="connsiteX1" fmla="*/ 2394583 w 2396825"/>
                <a:gd name="connsiteY1" fmla="*/ 2439823 h 2439823"/>
                <a:gd name="connsiteX2" fmla="*/ 14902 w 2396825"/>
                <a:gd name="connsiteY2" fmla="*/ 2436013 h 2439823"/>
                <a:gd name="connsiteX3" fmla="*/ 1431574 w 2396825"/>
                <a:gd name="connsiteY3" fmla="*/ 521986 h 2439823"/>
                <a:gd name="connsiteX4" fmla="*/ 2396825 w 2396825"/>
                <a:gd name="connsiteY4" fmla="*/ 129170 h 2439823"/>
                <a:gd name="connsiteX0" fmla="*/ 2396825 w 2570614"/>
                <a:gd name="connsiteY0" fmla="*/ 129170 h 2439823"/>
                <a:gd name="connsiteX1" fmla="*/ 2394109 w 2570614"/>
                <a:gd name="connsiteY1" fmla="*/ 524381 h 2439823"/>
                <a:gd name="connsiteX2" fmla="*/ 2394583 w 2570614"/>
                <a:gd name="connsiteY2" fmla="*/ 2439823 h 2439823"/>
                <a:gd name="connsiteX3" fmla="*/ 14902 w 2570614"/>
                <a:gd name="connsiteY3" fmla="*/ 2436013 h 2439823"/>
                <a:gd name="connsiteX4" fmla="*/ 1431574 w 2570614"/>
                <a:gd name="connsiteY4" fmla="*/ 521986 h 2439823"/>
                <a:gd name="connsiteX5" fmla="*/ 2396825 w 2570614"/>
                <a:gd name="connsiteY5" fmla="*/ 129170 h 2439823"/>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141247 h 2059084"/>
                <a:gd name="connsiteX1" fmla="*/ 2394105 w 2570610"/>
                <a:gd name="connsiteY1" fmla="*/ 143642 h 2059084"/>
                <a:gd name="connsiteX2" fmla="*/ 2394579 w 2570610"/>
                <a:gd name="connsiteY2" fmla="*/ 2059084 h 2059084"/>
                <a:gd name="connsiteX3" fmla="*/ 14898 w 2570610"/>
                <a:gd name="connsiteY3" fmla="*/ 2055274 h 2059084"/>
                <a:gd name="connsiteX4" fmla="*/ 1431570 w 2570610"/>
                <a:gd name="connsiteY4" fmla="*/ 141247 h 2059084"/>
                <a:gd name="connsiteX0" fmla="*/ 1436047 w 2575087"/>
                <a:gd name="connsiteY0" fmla="*/ 141247 h 2059084"/>
                <a:gd name="connsiteX1" fmla="*/ 2398582 w 2575087"/>
                <a:gd name="connsiteY1" fmla="*/ 143642 h 2059084"/>
                <a:gd name="connsiteX2" fmla="*/ 2399056 w 2575087"/>
                <a:gd name="connsiteY2" fmla="*/ 2059084 h 2059084"/>
                <a:gd name="connsiteX3" fmla="*/ 19375 w 2575087"/>
                <a:gd name="connsiteY3" fmla="*/ 2055274 h 2059084"/>
                <a:gd name="connsiteX4" fmla="*/ 1436047 w 2575087"/>
                <a:gd name="connsiteY4" fmla="*/ 141247 h 2059084"/>
                <a:gd name="connsiteX0" fmla="*/ 1436047 w 2575087"/>
                <a:gd name="connsiteY0" fmla="*/ 1897 h 1919734"/>
                <a:gd name="connsiteX1" fmla="*/ 2398582 w 2575087"/>
                <a:gd name="connsiteY1" fmla="*/ 4292 h 1919734"/>
                <a:gd name="connsiteX2" fmla="*/ 2399056 w 2575087"/>
                <a:gd name="connsiteY2" fmla="*/ 1919734 h 1919734"/>
                <a:gd name="connsiteX3" fmla="*/ 19375 w 2575087"/>
                <a:gd name="connsiteY3" fmla="*/ 1915924 h 1919734"/>
                <a:gd name="connsiteX4" fmla="*/ 1436047 w 2575087"/>
                <a:gd name="connsiteY4" fmla="*/ 1897 h 1919734"/>
                <a:gd name="connsiteX0" fmla="*/ 1440114 w 2579154"/>
                <a:gd name="connsiteY0" fmla="*/ 1897 h 1919734"/>
                <a:gd name="connsiteX1" fmla="*/ 2402649 w 2579154"/>
                <a:gd name="connsiteY1" fmla="*/ 4292 h 1919734"/>
                <a:gd name="connsiteX2" fmla="*/ 2403123 w 2579154"/>
                <a:gd name="connsiteY2" fmla="*/ 1919734 h 1919734"/>
                <a:gd name="connsiteX3" fmla="*/ 23442 w 2579154"/>
                <a:gd name="connsiteY3" fmla="*/ 1915924 h 1919734"/>
                <a:gd name="connsiteX4" fmla="*/ 1440114 w 2579154"/>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7489"/>
                <a:gd name="connsiteY0" fmla="*/ 1897 h 1919734"/>
                <a:gd name="connsiteX1" fmla="*/ 2379207 w 2557489"/>
                <a:gd name="connsiteY1" fmla="*/ 4292 h 1919734"/>
                <a:gd name="connsiteX2" fmla="*/ 2382075 w 2557489"/>
                <a:gd name="connsiteY2" fmla="*/ 1919734 h 1919734"/>
                <a:gd name="connsiteX3" fmla="*/ 0 w 2557489"/>
                <a:gd name="connsiteY3" fmla="*/ 1915924 h 1919734"/>
                <a:gd name="connsiteX4" fmla="*/ 1416672 w 2557489"/>
                <a:gd name="connsiteY4" fmla="*/ 1897 h 1919734"/>
                <a:gd name="connsiteX0" fmla="*/ 1416672 w 2557489"/>
                <a:gd name="connsiteY0" fmla="*/ 1897 h 1915924"/>
                <a:gd name="connsiteX1" fmla="*/ 2379207 w 2557489"/>
                <a:gd name="connsiteY1" fmla="*/ 4292 h 1915924"/>
                <a:gd name="connsiteX2" fmla="*/ 2382075 w 2557489"/>
                <a:gd name="connsiteY2" fmla="*/ 1914945 h 1915924"/>
                <a:gd name="connsiteX3" fmla="*/ 0 w 2557489"/>
                <a:gd name="connsiteY3" fmla="*/ 1915924 h 1915924"/>
                <a:gd name="connsiteX4" fmla="*/ 1416672 w 2557489"/>
                <a:gd name="connsiteY4" fmla="*/ 1897 h 1915924"/>
                <a:gd name="connsiteX0" fmla="*/ 1416672 w 2382075"/>
                <a:gd name="connsiteY0" fmla="*/ 1897 h 1915924"/>
                <a:gd name="connsiteX1" fmla="*/ 2379207 w 2382075"/>
                <a:gd name="connsiteY1" fmla="*/ 4292 h 1915924"/>
                <a:gd name="connsiteX2" fmla="*/ 2382075 w 2382075"/>
                <a:gd name="connsiteY2" fmla="*/ 1914945 h 1915924"/>
                <a:gd name="connsiteX3" fmla="*/ 0 w 2382075"/>
                <a:gd name="connsiteY3" fmla="*/ 1915924 h 1915924"/>
                <a:gd name="connsiteX4" fmla="*/ 1416672 w 2382075"/>
                <a:gd name="connsiteY4" fmla="*/ 1897 h 1915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075" h="1915924">
                  <a:moveTo>
                    <a:pt x="1416672" y="1897"/>
                  </a:moveTo>
                  <a:cubicBezTo>
                    <a:pt x="1655178" y="-3047"/>
                    <a:pt x="2144481" y="3103"/>
                    <a:pt x="2379207" y="4292"/>
                  </a:cubicBezTo>
                  <a:cubicBezTo>
                    <a:pt x="2378833" y="389401"/>
                    <a:pt x="2378751" y="1426340"/>
                    <a:pt x="2382075" y="1914945"/>
                  </a:cubicBezTo>
                  <a:lnTo>
                    <a:pt x="0" y="1915924"/>
                  </a:lnTo>
                  <a:cubicBezTo>
                    <a:pt x="294111" y="889474"/>
                    <a:pt x="921434" y="295672"/>
                    <a:pt x="1416672" y="1897"/>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7" name="Freeform: Shape 36">
              <a:extLst>
                <a:ext uri="{FF2B5EF4-FFF2-40B4-BE49-F238E27FC236}">
                  <a16:creationId xmlns:a16="http://schemas.microsoft.com/office/drawing/2014/main" id="{CB7F9E98-D1EC-4D58-8044-00EB72214721}"/>
                </a:ext>
              </a:extLst>
            </p:cNvPr>
            <p:cNvSpPr/>
            <p:nvPr userDrawn="1"/>
          </p:nvSpPr>
          <p:spPr>
            <a:xfrm flipH="1">
              <a:off x="5633545" y="-3811"/>
              <a:ext cx="3791136" cy="1207479"/>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541481 w 2541481"/>
                <a:gd name="connsiteY0" fmla="*/ 8572 h 2319225"/>
                <a:gd name="connsiteX1" fmla="*/ 2539239 w 2541481"/>
                <a:gd name="connsiteY1" fmla="*/ 2319225 h 2319225"/>
                <a:gd name="connsiteX2" fmla="*/ 159558 w 2541481"/>
                <a:gd name="connsiteY2" fmla="*/ 2315415 h 2319225"/>
                <a:gd name="connsiteX3" fmla="*/ 474657 w 2541481"/>
                <a:gd name="connsiteY3" fmla="*/ 1563767 h 2319225"/>
                <a:gd name="connsiteX4" fmla="*/ 2541481 w 2541481"/>
                <a:gd name="connsiteY4" fmla="*/ 8572 h 2319225"/>
                <a:gd name="connsiteX0" fmla="*/ 2541481 w 2716373"/>
                <a:gd name="connsiteY0" fmla="*/ 8572 h 2319225"/>
                <a:gd name="connsiteX1" fmla="*/ 2542067 w 2716373"/>
                <a:gd name="connsiteY1" fmla="*/ 1543952 h 2319225"/>
                <a:gd name="connsiteX2" fmla="*/ 2539239 w 2716373"/>
                <a:gd name="connsiteY2" fmla="*/ 2319225 h 2319225"/>
                <a:gd name="connsiteX3" fmla="*/ 159558 w 2716373"/>
                <a:gd name="connsiteY3" fmla="*/ 2315415 h 2319225"/>
                <a:gd name="connsiteX4" fmla="*/ 474657 w 2716373"/>
                <a:gd name="connsiteY4" fmla="*/ 1563767 h 2319225"/>
                <a:gd name="connsiteX5" fmla="*/ 2541481 w 2716373"/>
                <a:gd name="connsiteY5" fmla="*/ 8572 h 2319225"/>
                <a:gd name="connsiteX0" fmla="*/ 2541481 w 2694857"/>
                <a:gd name="connsiteY0" fmla="*/ 8572 h 2319225"/>
                <a:gd name="connsiteX1" fmla="*/ 2542067 w 2694857"/>
                <a:gd name="connsiteY1" fmla="*/ 1543952 h 2319225"/>
                <a:gd name="connsiteX2" fmla="*/ 2539239 w 2694857"/>
                <a:gd name="connsiteY2" fmla="*/ 2319225 h 2319225"/>
                <a:gd name="connsiteX3" fmla="*/ 159558 w 2694857"/>
                <a:gd name="connsiteY3" fmla="*/ 2315415 h 2319225"/>
                <a:gd name="connsiteX4" fmla="*/ 474657 w 2694857"/>
                <a:gd name="connsiteY4" fmla="*/ 1563767 h 2319225"/>
                <a:gd name="connsiteX5" fmla="*/ 2541481 w 2694857"/>
                <a:gd name="connsiteY5" fmla="*/ 8572 h 2319225"/>
                <a:gd name="connsiteX0" fmla="*/ 2381923 w 2535299"/>
                <a:gd name="connsiteY0" fmla="*/ 8572 h 2319225"/>
                <a:gd name="connsiteX1" fmla="*/ 2382509 w 2535299"/>
                <a:gd name="connsiteY1" fmla="*/ 1543952 h 2319225"/>
                <a:gd name="connsiteX2" fmla="*/ 2379681 w 2535299"/>
                <a:gd name="connsiteY2" fmla="*/ 2319225 h 2319225"/>
                <a:gd name="connsiteX3" fmla="*/ 0 w 2535299"/>
                <a:gd name="connsiteY3" fmla="*/ 2315415 h 2319225"/>
                <a:gd name="connsiteX4" fmla="*/ 315099 w 2535299"/>
                <a:gd name="connsiteY4" fmla="*/ 1563767 h 2319225"/>
                <a:gd name="connsiteX5" fmla="*/ 2381923 w 2535299"/>
                <a:gd name="connsiteY5" fmla="*/ 8572 h 2319225"/>
                <a:gd name="connsiteX0" fmla="*/ 315099 w 2382509"/>
                <a:gd name="connsiteY0" fmla="*/ 105842 h 861300"/>
                <a:gd name="connsiteX1" fmla="*/ 2382509 w 2382509"/>
                <a:gd name="connsiteY1" fmla="*/ 86027 h 861300"/>
                <a:gd name="connsiteX2" fmla="*/ 2379681 w 2382509"/>
                <a:gd name="connsiteY2" fmla="*/ 861300 h 861300"/>
                <a:gd name="connsiteX3" fmla="*/ 0 w 2382509"/>
                <a:gd name="connsiteY3" fmla="*/ 857490 h 861300"/>
                <a:gd name="connsiteX4" fmla="*/ 315099 w 2382509"/>
                <a:gd name="connsiteY4" fmla="*/ 105842 h 861300"/>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4582 h 760040"/>
                <a:gd name="connsiteX1" fmla="*/ 2382509 w 2382509"/>
                <a:gd name="connsiteY1" fmla="*/ 3922 h 760040"/>
                <a:gd name="connsiteX2" fmla="*/ 2379681 w 2382509"/>
                <a:gd name="connsiteY2" fmla="*/ 760040 h 760040"/>
                <a:gd name="connsiteX3" fmla="*/ 0 w 2382509"/>
                <a:gd name="connsiteY3" fmla="*/ 756230 h 760040"/>
                <a:gd name="connsiteX4" fmla="*/ 315099 w 2382509"/>
                <a:gd name="connsiteY4" fmla="*/ 4582 h 760040"/>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0 h 762641"/>
                <a:gd name="connsiteX1" fmla="*/ 2382509 w 2382509"/>
                <a:gd name="connsiteY1" fmla="*/ 6523 h 762641"/>
                <a:gd name="connsiteX2" fmla="*/ 2379681 w 2382509"/>
                <a:gd name="connsiteY2" fmla="*/ 762641 h 762641"/>
                <a:gd name="connsiteX3" fmla="*/ 0 w 2382509"/>
                <a:gd name="connsiteY3" fmla="*/ 758831 h 762641"/>
                <a:gd name="connsiteX4" fmla="*/ 319888 w 2382509"/>
                <a:gd name="connsiteY4" fmla="*/ 0 h 762641"/>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509" h="758830">
                  <a:moveTo>
                    <a:pt x="315100" y="0"/>
                  </a:moveTo>
                  <a:lnTo>
                    <a:pt x="2382509" y="1734"/>
                  </a:lnTo>
                  <a:cubicBezTo>
                    <a:pt x="2382135" y="386843"/>
                    <a:pt x="2380457" y="497173"/>
                    <a:pt x="2379681" y="757852"/>
                  </a:cubicBezTo>
                  <a:lnTo>
                    <a:pt x="0" y="758830"/>
                  </a:lnTo>
                  <a:cubicBezTo>
                    <a:pt x="60055" y="573393"/>
                    <a:pt x="104709" y="362613"/>
                    <a:pt x="315100"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19" name="Group 18">
            <a:extLst>
              <a:ext uri="{FF2B5EF4-FFF2-40B4-BE49-F238E27FC236}">
                <a16:creationId xmlns:a16="http://schemas.microsoft.com/office/drawing/2014/main" id="{753C07DD-B119-4433-BE42-7A1FCD96EF0C}"/>
              </a:ext>
            </a:extLst>
          </p:cNvPr>
          <p:cNvGrpSpPr/>
          <p:nvPr userDrawn="1"/>
        </p:nvGrpSpPr>
        <p:grpSpPr>
          <a:xfrm>
            <a:off x="587809" y="6485634"/>
            <a:ext cx="3739643" cy="248633"/>
            <a:chOff x="212027" y="6512125"/>
            <a:chExt cx="3228488" cy="325447"/>
          </a:xfrm>
        </p:grpSpPr>
        <p:sp>
          <p:nvSpPr>
            <p:cNvPr id="20" name="TextBox 19">
              <a:extLst>
                <a:ext uri="{FF2B5EF4-FFF2-40B4-BE49-F238E27FC236}">
                  <a16:creationId xmlns:a16="http://schemas.microsoft.com/office/drawing/2014/main" id="{733CD6AE-6350-46FB-8769-B1297F306D37}"/>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©2023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21" name="TextBox 20">
              <a:extLst>
                <a:ext uri="{FF2B5EF4-FFF2-40B4-BE49-F238E27FC236}">
                  <a16:creationId xmlns:a16="http://schemas.microsoft.com/office/drawing/2014/main" id="{A9925E93-A206-4B21-BC63-96B6EB303C51}"/>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spTree>
    <p:extLst>
      <p:ext uri="{BB962C8B-B14F-4D97-AF65-F5344CB8AC3E}">
        <p14:creationId xmlns:p14="http://schemas.microsoft.com/office/powerpoint/2010/main" val="38028051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13442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White Slides 1">
    <p:spTree>
      <p:nvGrpSpPr>
        <p:cNvPr id="1" name=""/>
        <p:cNvGrpSpPr/>
        <p:nvPr/>
      </p:nvGrpSpPr>
      <p:grpSpPr>
        <a:xfrm>
          <a:off x="0" y="0"/>
          <a:ext cx="0" cy="0"/>
          <a:chOff x="0" y="0"/>
          <a:chExt cx="0" cy="0"/>
        </a:xfrm>
      </p:grpSpPr>
      <p:sp>
        <p:nvSpPr>
          <p:cNvPr id="32" name="Title Placeholder 3">
            <a:extLst>
              <a:ext uri="{FF2B5EF4-FFF2-40B4-BE49-F238E27FC236}">
                <a16:creationId xmlns:a16="http://schemas.microsoft.com/office/drawing/2014/main" id="{34375013-8186-4CE2-B505-C07CF0C2D5E4}"/>
              </a:ext>
            </a:extLst>
          </p:cNvPr>
          <p:cNvSpPr>
            <a:spLocks noGrp="1"/>
          </p:cNvSpPr>
          <p:nvPr>
            <p:ph type="title"/>
          </p:nvPr>
        </p:nvSpPr>
        <p:spPr>
          <a:xfrm>
            <a:off x="841248" y="576072"/>
            <a:ext cx="8001000" cy="630936"/>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37" name="Text Placeholder 36">
            <a:extLst>
              <a:ext uri="{FF2B5EF4-FFF2-40B4-BE49-F238E27FC236}">
                <a16:creationId xmlns:a16="http://schemas.microsoft.com/office/drawing/2014/main" id="{A331B4EE-3AAC-42B2-8370-423D65EFE246}"/>
              </a:ext>
            </a:extLst>
          </p:cNvPr>
          <p:cNvSpPr>
            <a:spLocks noGrp="1"/>
          </p:cNvSpPr>
          <p:nvPr>
            <p:ph type="body" sz="quarter" idx="11" hasCustomPrompt="1"/>
          </p:nvPr>
        </p:nvSpPr>
        <p:spPr>
          <a:xfrm>
            <a:off x="841248" y="1216152"/>
            <a:ext cx="8001000" cy="630936"/>
          </a:xfrm>
          <a:prstGeom prst="rect">
            <a:avLst/>
          </a:prstGeom>
        </p:spPr>
        <p:txBody>
          <a:bodyPr anchor="ctr" anchorCtr="0"/>
          <a:lstStyle>
            <a:lvl1pPr marL="0" indent="0">
              <a:buNone/>
              <a:defRPr b="1">
                <a:latin typeface="+mj-lt"/>
              </a:defRPr>
            </a:lvl1pPr>
          </a:lstStyle>
          <a:p>
            <a:pPr lvl="0"/>
            <a:r>
              <a:rPr lang="en-US"/>
              <a:t>Subtitle</a:t>
            </a:r>
          </a:p>
        </p:txBody>
      </p:sp>
      <p:sp>
        <p:nvSpPr>
          <p:cNvPr id="9" name="Picture Placeholder 4">
            <a:extLst>
              <a:ext uri="{FF2B5EF4-FFF2-40B4-BE49-F238E27FC236}">
                <a16:creationId xmlns:a16="http://schemas.microsoft.com/office/drawing/2014/main" id="{5B05651B-49A4-449D-B385-19230E73F17C}"/>
              </a:ext>
            </a:extLst>
          </p:cNvPr>
          <p:cNvSpPr>
            <a:spLocks noGrp="1"/>
          </p:cNvSpPr>
          <p:nvPr>
            <p:ph type="pic" sz="quarter" idx="12" hasCustomPrompt="1"/>
          </p:nvPr>
        </p:nvSpPr>
        <p:spPr>
          <a:xfrm>
            <a:off x="633472" y="2104800"/>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0" name="Picture Placeholder 4">
            <a:extLst>
              <a:ext uri="{FF2B5EF4-FFF2-40B4-BE49-F238E27FC236}">
                <a16:creationId xmlns:a16="http://schemas.microsoft.com/office/drawing/2014/main" id="{CAA60DA2-6971-4660-A8E8-19CC7CDF436E}"/>
              </a:ext>
            </a:extLst>
          </p:cNvPr>
          <p:cNvSpPr>
            <a:spLocks noGrp="1"/>
          </p:cNvSpPr>
          <p:nvPr>
            <p:ph type="pic" sz="quarter" idx="13" hasCustomPrompt="1"/>
          </p:nvPr>
        </p:nvSpPr>
        <p:spPr>
          <a:xfrm>
            <a:off x="4330843" y="2104800"/>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1" name="Picture Placeholder 4">
            <a:extLst>
              <a:ext uri="{FF2B5EF4-FFF2-40B4-BE49-F238E27FC236}">
                <a16:creationId xmlns:a16="http://schemas.microsoft.com/office/drawing/2014/main" id="{D9030BB1-6AAF-4F40-954F-370BF98C949E}"/>
              </a:ext>
            </a:extLst>
          </p:cNvPr>
          <p:cNvSpPr>
            <a:spLocks noGrp="1"/>
          </p:cNvSpPr>
          <p:nvPr>
            <p:ph type="pic" sz="quarter" idx="14" hasCustomPrompt="1"/>
          </p:nvPr>
        </p:nvSpPr>
        <p:spPr>
          <a:xfrm>
            <a:off x="8028215" y="2104800"/>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2" name="Picture Placeholder 4">
            <a:extLst>
              <a:ext uri="{FF2B5EF4-FFF2-40B4-BE49-F238E27FC236}">
                <a16:creationId xmlns:a16="http://schemas.microsoft.com/office/drawing/2014/main" id="{53629488-D168-41CD-BB38-97878915E576}"/>
              </a:ext>
            </a:extLst>
          </p:cNvPr>
          <p:cNvSpPr>
            <a:spLocks noGrp="1"/>
          </p:cNvSpPr>
          <p:nvPr>
            <p:ph type="pic" sz="quarter" idx="15" hasCustomPrompt="1"/>
          </p:nvPr>
        </p:nvSpPr>
        <p:spPr>
          <a:xfrm>
            <a:off x="633472" y="4267428"/>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3" name="Picture Placeholder 4">
            <a:extLst>
              <a:ext uri="{FF2B5EF4-FFF2-40B4-BE49-F238E27FC236}">
                <a16:creationId xmlns:a16="http://schemas.microsoft.com/office/drawing/2014/main" id="{6965C5EB-FD29-426D-BA06-BC623CC62927}"/>
              </a:ext>
            </a:extLst>
          </p:cNvPr>
          <p:cNvSpPr>
            <a:spLocks noGrp="1"/>
          </p:cNvSpPr>
          <p:nvPr>
            <p:ph type="pic" sz="quarter" idx="16" hasCustomPrompt="1"/>
          </p:nvPr>
        </p:nvSpPr>
        <p:spPr>
          <a:xfrm>
            <a:off x="4330843" y="4267428"/>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4" name="Picture Placeholder 4">
            <a:extLst>
              <a:ext uri="{FF2B5EF4-FFF2-40B4-BE49-F238E27FC236}">
                <a16:creationId xmlns:a16="http://schemas.microsoft.com/office/drawing/2014/main" id="{EEC686EE-B12D-4C87-ACAA-B2C94E3F93C9}"/>
              </a:ext>
            </a:extLst>
          </p:cNvPr>
          <p:cNvSpPr>
            <a:spLocks noGrp="1"/>
          </p:cNvSpPr>
          <p:nvPr>
            <p:ph type="pic" sz="quarter" idx="17" hasCustomPrompt="1"/>
          </p:nvPr>
        </p:nvSpPr>
        <p:spPr>
          <a:xfrm>
            <a:off x="8028215" y="4267428"/>
            <a:ext cx="1832429" cy="1832429"/>
          </a:xfrm>
          <a:prstGeom prst="ellipse">
            <a:avLst/>
          </a:prstGeom>
          <a:ln>
            <a:solidFill>
              <a:schemeClr val="accent6"/>
            </a:solidFill>
          </a:ln>
        </p:spPr>
        <p:txBody>
          <a:bodyPr anchor="ctr"/>
          <a:lstStyle>
            <a:lvl1pPr marL="0" indent="0">
              <a:buNone/>
              <a:defRPr sz="2000">
                <a:latin typeface="Source Sans Pro" panose="020B0503030403020204" pitchFamily="34" charset="0"/>
              </a:defRPr>
            </a:lvl1pPr>
          </a:lstStyle>
          <a:p>
            <a:r>
              <a:rPr lang="en-US"/>
              <a:t>Right click to add headshot</a:t>
            </a:r>
          </a:p>
        </p:txBody>
      </p:sp>
      <p:sp>
        <p:nvSpPr>
          <p:cNvPr id="15" name="Text Placeholder 5">
            <a:extLst>
              <a:ext uri="{FF2B5EF4-FFF2-40B4-BE49-F238E27FC236}">
                <a16:creationId xmlns:a16="http://schemas.microsoft.com/office/drawing/2014/main" id="{C68307AA-4729-426D-B495-49B821BD60DA}"/>
              </a:ext>
            </a:extLst>
          </p:cNvPr>
          <p:cNvSpPr>
            <a:spLocks noGrp="1"/>
          </p:cNvSpPr>
          <p:nvPr>
            <p:ph type="body" sz="quarter" idx="25" hasCustomPrompt="1"/>
          </p:nvPr>
        </p:nvSpPr>
        <p:spPr>
          <a:xfrm>
            <a:off x="2483971" y="2403689"/>
            <a:ext cx="1828800" cy="388937"/>
          </a:xfrm>
          <a:prstGeom prst="rect">
            <a:avLst/>
          </a:prstGeom>
        </p:spPr>
        <p:txBody>
          <a:bodyPr/>
          <a:lstStyle>
            <a:lvl1pPr marL="0" indent="0">
              <a:buNone/>
              <a:defRPr sz="1600">
                <a:solidFill>
                  <a:schemeClr val="bg1"/>
                </a:solidFill>
                <a:latin typeface="+mj-lt"/>
              </a:defRPr>
            </a:lvl1pPr>
          </a:lstStyle>
          <a:p>
            <a:pPr lvl="0"/>
            <a:r>
              <a:rPr lang="en-US"/>
              <a:t>Name</a:t>
            </a:r>
          </a:p>
        </p:txBody>
      </p:sp>
      <p:sp>
        <p:nvSpPr>
          <p:cNvPr id="16" name="Text Placeholder 5">
            <a:extLst>
              <a:ext uri="{FF2B5EF4-FFF2-40B4-BE49-F238E27FC236}">
                <a16:creationId xmlns:a16="http://schemas.microsoft.com/office/drawing/2014/main" id="{178552D0-49C4-48CC-8D88-6AA58012655D}"/>
              </a:ext>
            </a:extLst>
          </p:cNvPr>
          <p:cNvSpPr>
            <a:spLocks noGrp="1"/>
          </p:cNvSpPr>
          <p:nvPr>
            <p:ph type="body" sz="quarter" idx="26" hasCustomPrompt="1"/>
          </p:nvPr>
        </p:nvSpPr>
        <p:spPr>
          <a:xfrm>
            <a:off x="2483971" y="3051422"/>
            <a:ext cx="1828800" cy="388937"/>
          </a:xfrm>
          <a:prstGeom prst="rect">
            <a:avLst/>
          </a:prstGeom>
        </p:spPr>
        <p:txBody>
          <a:bodyPr/>
          <a:lstStyle>
            <a:lvl1pPr marL="0" indent="0">
              <a:buNone/>
              <a:defRPr sz="1467">
                <a:solidFill>
                  <a:schemeClr val="bg1"/>
                </a:solidFill>
                <a:latin typeface="+mj-lt"/>
              </a:defRPr>
            </a:lvl1pPr>
          </a:lstStyle>
          <a:p>
            <a:pPr lvl="0"/>
            <a:r>
              <a:rPr lang="en-US"/>
              <a:t>Title</a:t>
            </a:r>
          </a:p>
        </p:txBody>
      </p:sp>
      <p:sp>
        <p:nvSpPr>
          <p:cNvPr id="17" name="Text Placeholder 5">
            <a:extLst>
              <a:ext uri="{FF2B5EF4-FFF2-40B4-BE49-F238E27FC236}">
                <a16:creationId xmlns:a16="http://schemas.microsoft.com/office/drawing/2014/main" id="{D81DF2BE-37A0-4430-8303-174039C00887}"/>
              </a:ext>
            </a:extLst>
          </p:cNvPr>
          <p:cNvSpPr>
            <a:spLocks noGrp="1"/>
          </p:cNvSpPr>
          <p:nvPr>
            <p:ph type="body" sz="quarter" idx="27" hasCustomPrompt="1"/>
          </p:nvPr>
        </p:nvSpPr>
        <p:spPr>
          <a:xfrm>
            <a:off x="6172307" y="2403689"/>
            <a:ext cx="1828800" cy="388937"/>
          </a:xfrm>
          <a:prstGeom prst="rect">
            <a:avLst/>
          </a:prstGeom>
        </p:spPr>
        <p:txBody>
          <a:bodyPr/>
          <a:lstStyle>
            <a:lvl1pPr marL="0" indent="0">
              <a:buNone/>
              <a:defRPr lang="en-US" sz="1600"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Name</a:t>
            </a:r>
          </a:p>
        </p:txBody>
      </p:sp>
      <p:sp>
        <p:nvSpPr>
          <p:cNvPr id="18" name="Text Placeholder 5">
            <a:extLst>
              <a:ext uri="{FF2B5EF4-FFF2-40B4-BE49-F238E27FC236}">
                <a16:creationId xmlns:a16="http://schemas.microsoft.com/office/drawing/2014/main" id="{D4A45D6C-E668-4A63-94FC-06B6611C0053}"/>
              </a:ext>
            </a:extLst>
          </p:cNvPr>
          <p:cNvSpPr>
            <a:spLocks noGrp="1"/>
          </p:cNvSpPr>
          <p:nvPr>
            <p:ph type="body" sz="quarter" idx="28" hasCustomPrompt="1"/>
          </p:nvPr>
        </p:nvSpPr>
        <p:spPr>
          <a:xfrm>
            <a:off x="6172307" y="3054370"/>
            <a:ext cx="1828800" cy="388937"/>
          </a:xfrm>
          <a:prstGeom prst="rect">
            <a:avLst/>
          </a:prstGeom>
        </p:spPr>
        <p:txBody>
          <a:bodyPr/>
          <a:lstStyle>
            <a:lvl1pPr marL="0" indent="0">
              <a:buNone/>
              <a:defRPr sz="1800">
                <a:solidFill>
                  <a:schemeClr val="bg1"/>
                </a:solidFill>
                <a:latin typeface="+mj-lt"/>
              </a:defRPr>
            </a:lvl1pPr>
          </a:lstStyle>
          <a:p>
            <a:pPr lvl="0"/>
            <a:r>
              <a:rPr lang="en-US"/>
              <a:t>Title</a:t>
            </a:r>
          </a:p>
        </p:txBody>
      </p:sp>
      <p:sp>
        <p:nvSpPr>
          <p:cNvPr id="19" name="Text Placeholder 5">
            <a:extLst>
              <a:ext uri="{FF2B5EF4-FFF2-40B4-BE49-F238E27FC236}">
                <a16:creationId xmlns:a16="http://schemas.microsoft.com/office/drawing/2014/main" id="{C98DB053-D2A4-48D0-B93F-8D0CD66AB14C}"/>
              </a:ext>
            </a:extLst>
          </p:cNvPr>
          <p:cNvSpPr>
            <a:spLocks noGrp="1"/>
          </p:cNvSpPr>
          <p:nvPr>
            <p:ph type="body" sz="quarter" idx="29" hasCustomPrompt="1"/>
          </p:nvPr>
        </p:nvSpPr>
        <p:spPr>
          <a:xfrm>
            <a:off x="9860643" y="2403689"/>
            <a:ext cx="1828800" cy="388937"/>
          </a:xfrm>
          <a:prstGeom prst="rect">
            <a:avLst/>
          </a:prstGeom>
        </p:spPr>
        <p:txBody>
          <a:bodyPr/>
          <a:lstStyle>
            <a:lvl1pPr marL="0" indent="0">
              <a:buNone/>
              <a:defRPr lang="en-US" sz="1600"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Name</a:t>
            </a:r>
          </a:p>
        </p:txBody>
      </p:sp>
      <p:sp>
        <p:nvSpPr>
          <p:cNvPr id="20" name="Text Placeholder 5">
            <a:extLst>
              <a:ext uri="{FF2B5EF4-FFF2-40B4-BE49-F238E27FC236}">
                <a16:creationId xmlns:a16="http://schemas.microsoft.com/office/drawing/2014/main" id="{A20AA8E9-7BBA-41BF-9CA7-57CC89A91C04}"/>
              </a:ext>
            </a:extLst>
          </p:cNvPr>
          <p:cNvSpPr>
            <a:spLocks noGrp="1"/>
          </p:cNvSpPr>
          <p:nvPr>
            <p:ph type="body" sz="quarter" idx="30" hasCustomPrompt="1"/>
          </p:nvPr>
        </p:nvSpPr>
        <p:spPr>
          <a:xfrm>
            <a:off x="9860643" y="3051422"/>
            <a:ext cx="1828800" cy="388937"/>
          </a:xfrm>
          <a:prstGeom prst="rect">
            <a:avLst/>
          </a:prstGeom>
        </p:spPr>
        <p:txBody>
          <a:bodyPr/>
          <a:lstStyle>
            <a:lvl1pPr marL="0" indent="0">
              <a:buNone/>
              <a:defRPr lang="en-US" sz="1800"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Title</a:t>
            </a:r>
          </a:p>
        </p:txBody>
      </p:sp>
      <p:sp>
        <p:nvSpPr>
          <p:cNvPr id="21" name="Text Placeholder 5">
            <a:extLst>
              <a:ext uri="{FF2B5EF4-FFF2-40B4-BE49-F238E27FC236}">
                <a16:creationId xmlns:a16="http://schemas.microsoft.com/office/drawing/2014/main" id="{B1A1976F-859D-4957-8FCB-2F550E9874F5}"/>
              </a:ext>
            </a:extLst>
          </p:cNvPr>
          <p:cNvSpPr>
            <a:spLocks noGrp="1"/>
          </p:cNvSpPr>
          <p:nvPr>
            <p:ph type="body" sz="quarter" idx="31" hasCustomPrompt="1"/>
          </p:nvPr>
        </p:nvSpPr>
        <p:spPr>
          <a:xfrm>
            <a:off x="2483971" y="4771650"/>
            <a:ext cx="1828800" cy="388937"/>
          </a:xfrm>
          <a:prstGeom prst="rect">
            <a:avLst/>
          </a:prstGeom>
        </p:spPr>
        <p:txBody>
          <a:bodyPr/>
          <a:lstStyle>
            <a:lvl1pPr marL="0" indent="0">
              <a:buNone/>
              <a:defRPr lang="en-US" sz="1867"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Name</a:t>
            </a:r>
          </a:p>
        </p:txBody>
      </p:sp>
      <p:sp>
        <p:nvSpPr>
          <p:cNvPr id="22" name="Text Placeholder 5">
            <a:extLst>
              <a:ext uri="{FF2B5EF4-FFF2-40B4-BE49-F238E27FC236}">
                <a16:creationId xmlns:a16="http://schemas.microsoft.com/office/drawing/2014/main" id="{79CD56F8-9BAE-4026-B244-EDD006B61C50}"/>
              </a:ext>
            </a:extLst>
          </p:cNvPr>
          <p:cNvSpPr>
            <a:spLocks noGrp="1"/>
          </p:cNvSpPr>
          <p:nvPr>
            <p:ph type="body" sz="quarter" idx="32" hasCustomPrompt="1"/>
          </p:nvPr>
        </p:nvSpPr>
        <p:spPr>
          <a:xfrm>
            <a:off x="2483971" y="5447381"/>
            <a:ext cx="1828800" cy="388937"/>
          </a:xfrm>
          <a:prstGeom prst="rect">
            <a:avLst/>
          </a:prstGeom>
        </p:spPr>
        <p:txBody>
          <a:bodyPr/>
          <a:lstStyle>
            <a:lvl1pPr marL="0" indent="0">
              <a:buNone/>
              <a:defRPr lang="en-US" sz="1800"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Title</a:t>
            </a:r>
          </a:p>
        </p:txBody>
      </p:sp>
      <p:sp>
        <p:nvSpPr>
          <p:cNvPr id="23" name="Text Placeholder 5">
            <a:extLst>
              <a:ext uri="{FF2B5EF4-FFF2-40B4-BE49-F238E27FC236}">
                <a16:creationId xmlns:a16="http://schemas.microsoft.com/office/drawing/2014/main" id="{5985005A-AE99-4465-AC1A-A224F954B89B}"/>
              </a:ext>
            </a:extLst>
          </p:cNvPr>
          <p:cNvSpPr>
            <a:spLocks noGrp="1"/>
          </p:cNvSpPr>
          <p:nvPr>
            <p:ph type="body" sz="quarter" idx="33" hasCustomPrompt="1"/>
          </p:nvPr>
        </p:nvSpPr>
        <p:spPr>
          <a:xfrm>
            <a:off x="6172307" y="4771650"/>
            <a:ext cx="1828800" cy="388937"/>
          </a:xfrm>
          <a:prstGeom prst="rect">
            <a:avLst/>
          </a:prstGeom>
        </p:spPr>
        <p:txBody>
          <a:bodyPr/>
          <a:lstStyle>
            <a:lvl1pPr marL="0" indent="0">
              <a:buNone/>
              <a:defRPr lang="en-US" sz="1867"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Name</a:t>
            </a:r>
          </a:p>
        </p:txBody>
      </p:sp>
      <p:sp>
        <p:nvSpPr>
          <p:cNvPr id="24" name="Text Placeholder 5">
            <a:extLst>
              <a:ext uri="{FF2B5EF4-FFF2-40B4-BE49-F238E27FC236}">
                <a16:creationId xmlns:a16="http://schemas.microsoft.com/office/drawing/2014/main" id="{3E35E9CD-63BD-4785-BB6F-C8BB210DCD02}"/>
              </a:ext>
            </a:extLst>
          </p:cNvPr>
          <p:cNvSpPr>
            <a:spLocks noGrp="1"/>
          </p:cNvSpPr>
          <p:nvPr>
            <p:ph type="body" sz="quarter" idx="34" hasCustomPrompt="1"/>
          </p:nvPr>
        </p:nvSpPr>
        <p:spPr>
          <a:xfrm>
            <a:off x="6172307" y="5447381"/>
            <a:ext cx="1828800" cy="388937"/>
          </a:xfrm>
          <a:prstGeom prst="rect">
            <a:avLst/>
          </a:prstGeom>
        </p:spPr>
        <p:txBody>
          <a:bodyPr/>
          <a:lstStyle>
            <a:lvl1pPr marL="0" indent="0">
              <a:buNone/>
              <a:defRPr lang="en-US" sz="1800"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Title</a:t>
            </a:r>
          </a:p>
        </p:txBody>
      </p:sp>
      <p:sp>
        <p:nvSpPr>
          <p:cNvPr id="25" name="Text Placeholder 5">
            <a:extLst>
              <a:ext uri="{FF2B5EF4-FFF2-40B4-BE49-F238E27FC236}">
                <a16:creationId xmlns:a16="http://schemas.microsoft.com/office/drawing/2014/main" id="{AC97616D-E04F-49FC-88D6-791CCB07027C}"/>
              </a:ext>
            </a:extLst>
          </p:cNvPr>
          <p:cNvSpPr>
            <a:spLocks noGrp="1"/>
          </p:cNvSpPr>
          <p:nvPr>
            <p:ph type="body" sz="quarter" idx="35" hasCustomPrompt="1"/>
          </p:nvPr>
        </p:nvSpPr>
        <p:spPr>
          <a:xfrm>
            <a:off x="9860643" y="4771650"/>
            <a:ext cx="1828800" cy="388937"/>
          </a:xfrm>
          <a:prstGeom prst="rect">
            <a:avLst/>
          </a:prstGeom>
        </p:spPr>
        <p:txBody>
          <a:bodyPr/>
          <a:lstStyle>
            <a:lvl1pPr marL="0" indent="0">
              <a:buNone/>
              <a:defRPr lang="en-US" sz="1867"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Name</a:t>
            </a:r>
          </a:p>
        </p:txBody>
      </p:sp>
      <p:sp>
        <p:nvSpPr>
          <p:cNvPr id="26" name="Text Placeholder 5">
            <a:extLst>
              <a:ext uri="{FF2B5EF4-FFF2-40B4-BE49-F238E27FC236}">
                <a16:creationId xmlns:a16="http://schemas.microsoft.com/office/drawing/2014/main" id="{8E14897D-36C1-4511-968B-FD5EC00BD9CB}"/>
              </a:ext>
            </a:extLst>
          </p:cNvPr>
          <p:cNvSpPr>
            <a:spLocks noGrp="1"/>
          </p:cNvSpPr>
          <p:nvPr>
            <p:ph type="body" sz="quarter" idx="36" hasCustomPrompt="1"/>
          </p:nvPr>
        </p:nvSpPr>
        <p:spPr>
          <a:xfrm>
            <a:off x="9860643" y="5447381"/>
            <a:ext cx="1828800" cy="388937"/>
          </a:xfrm>
          <a:prstGeom prst="rect">
            <a:avLst/>
          </a:prstGeom>
        </p:spPr>
        <p:txBody>
          <a:bodyPr/>
          <a:lstStyle>
            <a:lvl1pPr marL="0" indent="0">
              <a:buNone/>
              <a:defRPr lang="en-US" sz="1800" kern="1200" dirty="0">
                <a:solidFill>
                  <a:schemeClr val="bg1"/>
                </a:solidFill>
                <a:latin typeface="+mj-lt"/>
                <a:ea typeface="+mn-ea"/>
                <a:cs typeface="+mn-cs"/>
              </a:defRPr>
            </a:lvl1pPr>
          </a:lstStyle>
          <a:p>
            <a:pPr marL="0" lvl="0" indent="0" algn="l" defTabSz="914354" rtl="0" eaLnBrk="1" latinLnBrk="0" hangingPunct="1">
              <a:lnSpc>
                <a:spcPct val="90000"/>
              </a:lnSpc>
              <a:spcBef>
                <a:spcPts val="1000"/>
              </a:spcBef>
              <a:buFont typeface="Wingdings" panose="05000000000000000000" pitchFamily="2" charset="2"/>
              <a:buNone/>
            </a:pPr>
            <a:r>
              <a:rPr lang="en-US"/>
              <a:t>Title</a:t>
            </a:r>
          </a:p>
        </p:txBody>
      </p:sp>
    </p:spTree>
    <p:extLst>
      <p:ext uri="{BB962C8B-B14F-4D97-AF65-F5344CB8AC3E}">
        <p14:creationId xmlns:p14="http://schemas.microsoft.com/office/powerpoint/2010/main" val="1278868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0" y="754969"/>
            <a:ext cx="12192000" cy="21624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E15DD4A5-934D-43F0-88E5-718C601FF525}"/>
              </a:ext>
            </a:extLst>
          </p:cNvPr>
          <p:cNvGrpSpPr/>
          <p:nvPr userDrawn="1"/>
        </p:nvGrpSpPr>
        <p:grpSpPr>
          <a:xfrm>
            <a:off x="-1" y="754967"/>
            <a:ext cx="3309263" cy="2162404"/>
            <a:chOff x="-2" y="754965"/>
            <a:chExt cx="3309262" cy="2162404"/>
          </a:xfrm>
        </p:grpSpPr>
        <p:grpSp>
          <p:nvGrpSpPr>
            <p:cNvPr id="54" name="Group 53">
              <a:extLst>
                <a:ext uri="{FF2B5EF4-FFF2-40B4-BE49-F238E27FC236}">
                  <a16:creationId xmlns:a16="http://schemas.microsoft.com/office/drawing/2014/main" id="{935DF451-C9E0-4EE2-9439-EB38AB423A49}"/>
                </a:ext>
              </a:extLst>
            </p:cNvPr>
            <p:cNvGrpSpPr/>
            <p:nvPr userDrawn="1"/>
          </p:nvGrpSpPr>
          <p:grpSpPr>
            <a:xfrm flipH="1">
              <a:off x="-1" y="754965"/>
              <a:ext cx="1558289" cy="1043647"/>
              <a:chOff x="9032009" y="726754"/>
              <a:chExt cx="3096446" cy="2359343"/>
            </a:xfrm>
          </p:grpSpPr>
          <p:sp>
            <p:nvSpPr>
              <p:cNvPr id="55" name="Freeform: Shape 54">
                <a:extLst>
                  <a:ext uri="{FF2B5EF4-FFF2-40B4-BE49-F238E27FC236}">
                    <a16:creationId xmlns:a16="http://schemas.microsoft.com/office/drawing/2014/main" id="{9AA735DA-C388-44FC-88A7-C4CD7566CB6D}"/>
                  </a:ext>
                </a:extLst>
              </p:cNvPr>
              <p:cNvSpPr/>
              <p:nvPr userDrawn="1"/>
            </p:nvSpPr>
            <p:spPr>
              <a:xfrm>
                <a:off x="10387178" y="726754"/>
                <a:ext cx="1741277" cy="10122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6" name="Freeform: Shape 55">
                <a:extLst>
                  <a:ext uri="{FF2B5EF4-FFF2-40B4-BE49-F238E27FC236}">
                    <a16:creationId xmlns:a16="http://schemas.microsoft.com/office/drawing/2014/main" id="{B2977F66-0C53-4B57-89F0-AA3C58712DD5}"/>
                  </a:ext>
                </a:extLst>
              </p:cNvPr>
              <p:cNvSpPr/>
              <p:nvPr userDrawn="1"/>
            </p:nvSpPr>
            <p:spPr>
              <a:xfrm>
                <a:off x="10831295" y="726754"/>
                <a:ext cx="1297154" cy="574276"/>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7" name="Freeform: Shape 56">
                <a:extLst>
                  <a:ext uri="{FF2B5EF4-FFF2-40B4-BE49-F238E27FC236}">
                    <a16:creationId xmlns:a16="http://schemas.microsoft.com/office/drawing/2014/main" id="{F353405D-63FF-4827-8C5F-A1DD08A441B3}"/>
                  </a:ext>
                </a:extLst>
              </p:cNvPr>
              <p:cNvSpPr/>
              <p:nvPr userDrawn="1"/>
            </p:nvSpPr>
            <p:spPr>
              <a:xfrm>
                <a:off x="11290954" y="726754"/>
                <a:ext cx="837501" cy="1190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9" name="Freeform: Shape 58">
                <a:extLst>
                  <a:ext uri="{FF2B5EF4-FFF2-40B4-BE49-F238E27FC236}">
                    <a16:creationId xmlns:a16="http://schemas.microsoft.com/office/drawing/2014/main" id="{44C3EC07-133D-4B73-9D0B-1BB4F3953413}"/>
                  </a:ext>
                </a:extLst>
              </p:cNvPr>
              <p:cNvSpPr/>
              <p:nvPr userDrawn="1"/>
            </p:nvSpPr>
            <p:spPr>
              <a:xfrm>
                <a:off x="9932930" y="726754"/>
                <a:ext cx="2195523" cy="146254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0" name="Freeform: Shape 59">
                <a:extLst>
                  <a:ext uri="{FF2B5EF4-FFF2-40B4-BE49-F238E27FC236}">
                    <a16:creationId xmlns:a16="http://schemas.microsoft.com/office/drawing/2014/main" id="{B5AADBA1-36AD-4CB2-AE3B-4AB41934FC5E}"/>
                  </a:ext>
                </a:extLst>
              </p:cNvPr>
              <p:cNvSpPr/>
              <p:nvPr userDrawn="1"/>
            </p:nvSpPr>
            <p:spPr>
              <a:xfrm>
                <a:off x="9478683" y="726754"/>
                <a:ext cx="2649770" cy="1912740"/>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1" name="Freeform: Shape 60">
                <a:extLst>
                  <a:ext uri="{FF2B5EF4-FFF2-40B4-BE49-F238E27FC236}">
                    <a16:creationId xmlns:a16="http://schemas.microsoft.com/office/drawing/2014/main" id="{7AF5DA9E-1D73-4711-AC14-4E1BE1E752A1}"/>
                  </a:ext>
                </a:extLst>
              </p:cNvPr>
              <p:cNvSpPr/>
              <p:nvPr userDrawn="1"/>
            </p:nvSpPr>
            <p:spPr>
              <a:xfrm>
                <a:off x="9032009" y="726754"/>
                <a:ext cx="3096446" cy="235934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69" name="Group 68">
              <a:extLst>
                <a:ext uri="{FF2B5EF4-FFF2-40B4-BE49-F238E27FC236}">
                  <a16:creationId xmlns:a16="http://schemas.microsoft.com/office/drawing/2014/main" id="{6901365A-475E-4CCA-9FE2-96159AA0B833}"/>
                </a:ext>
              </a:extLst>
            </p:cNvPr>
            <p:cNvGrpSpPr/>
            <p:nvPr userDrawn="1"/>
          </p:nvGrpSpPr>
          <p:grpSpPr>
            <a:xfrm>
              <a:off x="1781995" y="754965"/>
              <a:ext cx="1527265" cy="1043647"/>
              <a:chOff x="9032011" y="726754"/>
              <a:chExt cx="3034799" cy="2359343"/>
            </a:xfrm>
          </p:grpSpPr>
          <p:sp>
            <p:nvSpPr>
              <p:cNvPr id="70" name="Freeform: Shape 69">
                <a:extLst>
                  <a:ext uri="{FF2B5EF4-FFF2-40B4-BE49-F238E27FC236}">
                    <a16:creationId xmlns:a16="http://schemas.microsoft.com/office/drawing/2014/main" id="{BBFCAC57-47AD-40EA-B624-73528BB7FDC2}"/>
                  </a:ext>
                </a:extLst>
              </p:cNvPr>
              <p:cNvSpPr/>
              <p:nvPr userDrawn="1"/>
            </p:nvSpPr>
            <p:spPr>
              <a:xfrm>
                <a:off x="10387178" y="726754"/>
                <a:ext cx="1679630" cy="10122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1" name="Freeform: Shape 70">
                <a:extLst>
                  <a:ext uri="{FF2B5EF4-FFF2-40B4-BE49-F238E27FC236}">
                    <a16:creationId xmlns:a16="http://schemas.microsoft.com/office/drawing/2014/main" id="{FC2E08A4-E3E1-4C4C-AAA6-70EB26FD94BF}"/>
                  </a:ext>
                </a:extLst>
              </p:cNvPr>
              <p:cNvSpPr/>
              <p:nvPr userDrawn="1"/>
            </p:nvSpPr>
            <p:spPr>
              <a:xfrm>
                <a:off x="10831295" y="726754"/>
                <a:ext cx="1235513" cy="574276"/>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2" name="Freeform: Shape 71">
                <a:extLst>
                  <a:ext uri="{FF2B5EF4-FFF2-40B4-BE49-F238E27FC236}">
                    <a16:creationId xmlns:a16="http://schemas.microsoft.com/office/drawing/2014/main" id="{A446D130-72C8-4B5B-811F-0FB9942563B6}"/>
                  </a:ext>
                </a:extLst>
              </p:cNvPr>
              <p:cNvSpPr/>
              <p:nvPr userDrawn="1"/>
            </p:nvSpPr>
            <p:spPr>
              <a:xfrm>
                <a:off x="11290956" y="726754"/>
                <a:ext cx="775850" cy="130748"/>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3" name="Freeform: Shape 72">
                <a:extLst>
                  <a:ext uri="{FF2B5EF4-FFF2-40B4-BE49-F238E27FC236}">
                    <a16:creationId xmlns:a16="http://schemas.microsoft.com/office/drawing/2014/main" id="{40AFBC71-1C27-4CB7-9048-DEF2BD0D3CB5}"/>
                  </a:ext>
                </a:extLst>
              </p:cNvPr>
              <p:cNvSpPr/>
              <p:nvPr userDrawn="1"/>
            </p:nvSpPr>
            <p:spPr>
              <a:xfrm>
                <a:off x="9932932" y="726754"/>
                <a:ext cx="2133878" cy="1462544"/>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4" name="Freeform: Shape 73">
                <a:extLst>
                  <a:ext uri="{FF2B5EF4-FFF2-40B4-BE49-F238E27FC236}">
                    <a16:creationId xmlns:a16="http://schemas.microsoft.com/office/drawing/2014/main" id="{4EA261AE-DF45-453F-B7BC-1F3E0D793063}"/>
                  </a:ext>
                </a:extLst>
              </p:cNvPr>
              <p:cNvSpPr/>
              <p:nvPr userDrawn="1"/>
            </p:nvSpPr>
            <p:spPr>
              <a:xfrm>
                <a:off x="9478685" y="726754"/>
                <a:ext cx="2588125" cy="1912741"/>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5" name="Freeform: Shape 74">
                <a:extLst>
                  <a:ext uri="{FF2B5EF4-FFF2-40B4-BE49-F238E27FC236}">
                    <a16:creationId xmlns:a16="http://schemas.microsoft.com/office/drawing/2014/main" id="{3DFED8D2-153F-4C36-B8E5-C605CE6D0151}"/>
                  </a:ext>
                </a:extLst>
              </p:cNvPr>
              <p:cNvSpPr/>
              <p:nvPr userDrawn="1"/>
            </p:nvSpPr>
            <p:spPr>
              <a:xfrm>
                <a:off x="9032011" y="726754"/>
                <a:ext cx="3034794" cy="235934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76" name="Group 75">
              <a:extLst>
                <a:ext uri="{FF2B5EF4-FFF2-40B4-BE49-F238E27FC236}">
                  <a16:creationId xmlns:a16="http://schemas.microsoft.com/office/drawing/2014/main" id="{C03497FE-344E-4A7C-ADEE-C1A96993A850}"/>
                </a:ext>
              </a:extLst>
            </p:cNvPr>
            <p:cNvGrpSpPr/>
            <p:nvPr userDrawn="1"/>
          </p:nvGrpSpPr>
          <p:grpSpPr>
            <a:xfrm flipH="1" flipV="1">
              <a:off x="-2" y="1992217"/>
              <a:ext cx="1558289" cy="925152"/>
              <a:chOff x="9032011" y="994632"/>
              <a:chExt cx="3096446" cy="2091465"/>
            </a:xfrm>
          </p:grpSpPr>
          <p:sp>
            <p:nvSpPr>
              <p:cNvPr id="77" name="Freeform: Shape 76">
                <a:extLst>
                  <a:ext uri="{FF2B5EF4-FFF2-40B4-BE49-F238E27FC236}">
                    <a16:creationId xmlns:a16="http://schemas.microsoft.com/office/drawing/2014/main" id="{383C6CCA-BAC4-4B2F-9859-0FF1FBA7794C}"/>
                  </a:ext>
                </a:extLst>
              </p:cNvPr>
              <p:cNvSpPr/>
              <p:nvPr userDrawn="1"/>
            </p:nvSpPr>
            <p:spPr>
              <a:xfrm>
                <a:off x="10387180" y="994632"/>
                <a:ext cx="1741277" cy="744387"/>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8" name="Freeform: Shape 77">
                <a:extLst>
                  <a:ext uri="{FF2B5EF4-FFF2-40B4-BE49-F238E27FC236}">
                    <a16:creationId xmlns:a16="http://schemas.microsoft.com/office/drawing/2014/main" id="{41A91DAC-AB3D-4B35-A2D0-C87FB2FC0195}"/>
                  </a:ext>
                </a:extLst>
              </p:cNvPr>
              <p:cNvSpPr/>
              <p:nvPr userDrawn="1"/>
            </p:nvSpPr>
            <p:spPr>
              <a:xfrm>
                <a:off x="10831295" y="994632"/>
                <a:ext cx="1297154" cy="306398"/>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0" name="Freeform: Shape 79">
                <a:extLst>
                  <a:ext uri="{FF2B5EF4-FFF2-40B4-BE49-F238E27FC236}">
                    <a16:creationId xmlns:a16="http://schemas.microsoft.com/office/drawing/2014/main" id="{24450751-0B2A-4E84-B0CB-6B1A0DD87AF1}"/>
                  </a:ext>
                </a:extLst>
              </p:cNvPr>
              <p:cNvSpPr/>
              <p:nvPr userDrawn="1"/>
            </p:nvSpPr>
            <p:spPr>
              <a:xfrm>
                <a:off x="9932932" y="994632"/>
                <a:ext cx="2195523" cy="11946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1" name="Freeform: Shape 80">
                <a:extLst>
                  <a:ext uri="{FF2B5EF4-FFF2-40B4-BE49-F238E27FC236}">
                    <a16:creationId xmlns:a16="http://schemas.microsoft.com/office/drawing/2014/main" id="{A52ABFA5-2951-4ADE-8406-D9BF1C4C6543}"/>
                  </a:ext>
                </a:extLst>
              </p:cNvPr>
              <p:cNvSpPr/>
              <p:nvPr userDrawn="1"/>
            </p:nvSpPr>
            <p:spPr>
              <a:xfrm>
                <a:off x="9478685" y="994632"/>
                <a:ext cx="2649770" cy="1644862"/>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2" name="Freeform: Shape 81">
                <a:extLst>
                  <a:ext uri="{FF2B5EF4-FFF2-40B4-BE49-F238E27FC236}">
                    <a16:creationId xmlns:a16="http://schemas.microsoft.com/office/drawing/2014/main" id="{A92B74C1-25CD-4707-A8FD-7F7FC656630E}"/>
                  </a:ext>
                </a:extLst>
              </p:cNvPr>
              <p:cNvSpPr/>
              <p:nvPr userDrawn="1"/>
            </p:nvSpPr>
            <p:spPr>
              <a:xfrm>
                <a:off x="9032011" y="994632"/>
                <a:ext cx="3096446" cy="2091465"/>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nvGrpSpPr>
            <p:cNvPr id="83" name="Group 82">
              <a:extLst>
                <a:ext uri="{FF2B5EF4-FFF2-40B4-BE49-F238E27FC236}">
                  <a16:creationId xmlns:a16="http://schemas.microsoft.com/office/drawing/2014/main" id="{5EFCBC83-5CAC-4E57-9853-827EE9DDA9FD}"/>
                </a:ext>
              </a:extLst>
            </p:cNvPr>
            <p:cNvGrpSpPr/>
            <p:nvPr userDrawn="1"/>
          </p:nvGrpSpPr>
          <p:grpSpPr>
            <a:xfrm flipV="1">
              <a:off x="1781995" y="1992216"/>
              <a:ext cx="1527265" cy="925151"/>
              <a:chOff x="9032011" y="994637"/>
              <a:chExt cx="3034799" cy="2091462"/>
            </a:xfrm>
          </p:grpSpPr>
          <p:sp>
            <p:nvSpPr>
              <p:cNvPr id="84" name="Freeform: Shape 83">
                <a:extLst>
                  <a:ext uri="{FF2B5EF4-FFF2-40B4-BE49-F238E27FC236}">
                    <a16:creationId xmlns:a16="http://schemas.microsoft.com/office/drawing/2014/main" id="{8AEF3B45-5983-4A85-B190-519D8BBD0AF9}"/>
                  </a:ext>
                </a:extLst>
              </p:cNvPr>
              <p:cNvSpPr/>
              <p:nvPr userDrawn="1"/>
            </p:nvSpPr>
            <p:spPr>
              <a:xfrm>
                <a:off x="10387178" y="994637"/>
                <a:ext cx="1679630" cy="74438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5" name="Freeform: Shape 84">
                <a:extLst>
                  <a:ext uri="{FF2B5EF4-FFF2-40B4-BE49-F238E27FC236}">
                    <a16:creationId xmlns:a16="http://schemas.microsoft.com/office/drawing/2014/main" id="{B93FEF76-3FA6-4E79-B707-91BEE80153AA}"/>
                  </a:ext>
                </a:extLst>
              </p:cNvPr>
              <p:cNvSpPr/>
              <p:nvPr userDrawn="1"/>
            </p:nvSpPr>
            <p:spPr>
              <a:xfrm>
                <a:off x="10831295" y="994637"/>
                <a:ext cx="1235513" cy="306393"/>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7" name="Freeform: Shape 86">
                <a:extLst>
                  <a:ext uri="{FF2B5EF4-FFF2-40B4-BE49-F238E27FC236}">
                    <a16:creationId xmlns:a16="http://schemas.microsoft.com/office/drawing/2014/main" id="{E4B604BF-320E-4376-A587-011BC2CA8CA6}"/>
                  </a:ext>
                </a:extLst>
              </p:cNvPr>
              <p:cNvSpPr/>
              <p:nvPr userDrawn="1"/>
            </p:nvSpPr>
            <p:spPr>
              <a:xfrm>
                <a:off x="9932932" y="994637"/>
                <a:ext cx="2133878" cy="1194661"/>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8" name="Freeform: Shape 87">
                <a:extLst>
                  <a:ext uri="{FF2B5EF4-FFF2-40B4-BE49-F238E27FC236}">
                    <a16:creationId xmlns:a16="http://schemas.microsoft.com/office/drawing/2014/main" id="{0B809B09-643B-49DC-8982-151ABD175F25}"/>
                  </a:ext>
                </a:extLst>
              </p:cNvPr>
              <p:cNvSpPr/>
              <p:nvPr userDrawn="1"/>
            </p:nvSpPr>
            <p:spPr>
              <a:xfrm>
                <a:off x="9478685" y="994637"/>
                <a:ext cx="2588125" cy="1644858"/>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9" name="Freeform: Shape 88">
                <a:extLst>
                  <a:ext uri="{FF2B5EF4-FFF2-40B4-BE49-F238E27FC236}">
                    <a16:creationId xmlns:a16="http://schemas.microsoft.com/office/drawing/2014/main" id="{9115E431-05A4-4C09-9CE0-20ED496E11D1}"/>
                  </a:ext>
                </a:extLst>
              </p:cNvPr>
              <p:cNvSpPr/>
              <p:nvPr userDrawn="1"/>
            </p:nvSpPr>
            <p:spPr>
              <a:xfrm>
                <a:off x="9032011" y="994637"/>
                <a:ext cx="3034793" cy="2091462"/>
              </a:xfrm>
              <a:custGeom>
                <a:avLst/>
                <a:gdLst>
                  <a:gd name="connsiteX0" fmla="*/ 0 w 1307691"/>
                  <a:gd name="connsiteY0" fmla="*/ 0 h 2900516"/>
                  <a:gd name="connsiteX1" fmla="*/ 0 w 1307691"/>
                  <a:gd name="connsiteY1" fmla="*/ 2900516 h 2900516"/>
                  <a:gd name="connsiteX2" fmla="*/ 1307691 w 1307691"/>
                  <a:gd name="connsiteY2" fmla="*/ 2900516 h 2900516"/>
                </a:gdLst>
                <a:ahLst/>
                <a:cxnLst>
                  <a:cxn ang="0">
                    <a:pos x="connsiteX0" y="connsiteY0"/>
                  </a:cxn>
                  <a:cxn ang="0">
                    <a:pos x="connsiteX1" y="connsiteY1"/>
                  </a:cxn>
                  <a:cxn ang="0">
                    <a:pos x="connsiteX2" y="connsiteY2"/>
                  </a:cxn>
                </a:cxnLst>
                <a:rect l="l" t="t" r="r" b="b"/>
                <a:pathLst>
                  <a:path w="1307691" h="2900516">
                    <a:moveTo>
                      <a:pt x="0" y="0"/>
                    </a:moveTo>
                    <a:lnTo>
                      <a:pt x="0" y="2900516"/>
                    </a:lnTo>
                    <a:lnTo>
                      <a:pt x="1307691" y="2900516"/>
                    </a:lnTo>
                  </a:path>
                </a:pathLst>
              </a:custGeom>
              <a:noFill/>
              <a:ln w="635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grpSp>
      <p:sp>
        <p:nvSpPr>
          <p:cNvPr id="33" name="Picture Placeholder 4">
            <a:extLst>
              <a:ext uri="{FF2B5EF4-FFF2-40B4-BE49-F238E27FC236}">
                <a16:creationId xmlns:a16="http://schemas.microsoft.com/office/drawing/2014/main" id="{B24DEC86-3BB6-49FF-90EE-A1E8B59221B3}"/>
              </a:ext>
            </a:extLst>
          </p:cNvPr>
          <p:cNvSpPr>
            <a:spLocks noGrp="1"/>
          </p:cNvSpPr>
          <p:nvPr>
            <p:ph type="pic" sz="quarter" idx="11" hasCustomPrompt="1"/>
          </p:nvPr>
        </p:nvSpPr>
        <p:spPr>
          <a:xfrm>
            <a:off x="391889" y="1000693"/>
            <a:ext cx="2917371" cy="2917371"/>
          </a:xfrm>
          <a:prstGeom prst="ellipse">
            <a:avLst/>
          </a:prstGeom>
          <a:ln>
            <a:solidFill>
              <a:schemeClr val="accent6"/>
            </a:solidFill>
          </a:ln>
        </p:spPr>
        <p:txBody>
          <a:bodyPr anchor="ctr"/>
          <a:lstStyle>
            <a:lvl1pPr marL="0" indent="0">
              <a:buNone/>
              <a:defRPr>
                <a:solidFill>
                  <a:schemeClr val="bg1"/>
                </a:solidFill>
                <a:latin typeface="Source Sans Pro" panose="020B0503030403020204" pitchFamily="34" charset="0"/>
              </a:defRPr>
            </a:lvl1pPr>
          </a:lstStyle>
          <a:p>
            <a:r>
              <a:rPr lang="en-US"/>
              <a:t>Right click to add headshot</a:t>
            </a: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309260" y="1451431"/>
            <a:ext cx="3294741"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570515" y="3429002"/>
            <a:ext cx="7692799" cy="2551113"/>
          </a:xfrm>
          <a:prstGeom prst="rect">
            <a:avLst/>
          </a:prstGeom>
        </p:spPr>
        <p:txBody>
          <a:bodyPr>
            <a:normAutofit/>
          </a:bodyPr>
          <a:lstStyle>
            <a:lvl1pPr marL="228589" indent="-228589">
              <a:lnSpc>
                <a:spcPct val="114000"/>
              </a:lnSpc>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
        <p:nvSpPr>
          <p:cNvPr id="30" name="Text Placeholder 24">
            <a:extLst>
              <a:ext uri="{FF2B5EF4-FFF2-40B4-BE49-F238E27FC236}">
                <a16:creationId xmlns:a16="http://schemas.microsoft.com/office/drawing/2014/main" id="{103038A0-7E02-4FFF-979A-35C1D132E0B4}"/>
              </a:ext>
            </a:extLst>
          </p:cNvPr>
          <p:cNvSpPr>
            <a:spLocks noGrp="1"/>
          </p:cNvSpPr>
          <p:nvPr>
            <p:ph type="body" sz="quarter" idx="19" hasCustomPrompt="1"/>
          </p:nvPr>
        </p:nvSpPr>
        <p:spPr>
          <a:xfrm>
            <a:off x="3309260" y="1828803"/>
            <a:ext cx="3294741" cy="449943"/>
          </a:xfrm>
          <a:prstGeom prst="rect">
            <a:avLst/>
          </a:prstGeom>
        </p:spPr>
        <p:txBody>
          <a:bodyPr>
            <a:normAutofit/>
          </a:bodyPr>
          <a:lstStyle>
            <a:lvl1pPr indent="0">
              <a:buNone/>
              <a:defRPr sz="2400" b="0">
                <a:solidFill>
                  <a:schemeClr val="bg1"/>
                </a:solidFill>
                <a:latin typeface="+mj-lt"/>
              </a:defRPr>
            </a:lvl1pPr>
          </a:lstStyle>
          <a:p>
            <a:pPr lvl="0"/>
            <a:r>
              <a:rPr lang="en-US"/>
              <a:t>Title</a:t>
            </a:r>
          </a:p>
        </p:txBody>
      </p:sp>
    </p:spTree>
    <p:extLst>
      <p:ext uri="{BB962C8B-B14F-4D97-AF65-F5344CB8AC3E}">
        <p14:creationId xmlns:p14="http://schemas.microsoft.com/office/powerpoint/2010/main" val="29261753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White Slides 3">
    <p:spTree>
      <p:nvGrpSpPr>
        <p:cNvPr id="1" name=""/>
        <p:cNvGrpSpPr/>
        <p:nvPr/>
      </p:nvGrpSpPr>
      <p:grpSpPr>
        <a:xfrm>
          <a:off x="0" y="0"/>
          <a:ext cx="0" cy="0"/>
          <a:chOff x="0" y="0"/>
          <a:chExt cx="0" cy="0"/>
        </a:xfrm>
      </p:grpSpPr>
      <p:sp>
        <p:nvSpPr>
          <p:cNvPr id="3" name="Title Placeholder 3">
            <a:extLst>
              <a:ext uri="{FF2B5EF4-FFF2-40B4-BE49-F238E27FC236}">
                <a16:creationId xmlns:a16="http://schemas.microsoft.com/office/drawing/2014/main" id="{D1A3D0C8-4AC9-4DAC-A7DA-B49FE7CB9580}"/>
              </a:ext>
            </a:extLst>
          </p:cNvPr>
          <p:cNvSpPr>
            <a:spLocks noGrp="1"/>
          </p:cNvSpPr>
          <p:nvPr>
            <p:ph type="title"/>
          </p:nvPr>
        </p:nvSpPr>
        <p:spPr>
          <a:xfrm>
            <a:off x="6592824" y="841248"/>
            <a:ext cx="5248656" cy="1325880"/>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4" name="Text Placeholder 34">
            <a:extLst>
              <a:ext uri="{FF2B5EF4-FFF2-40B4-BE49-F238E27FC236}">
                <a16:creationId xmlns:a16="http://schemas.microsoft.com/office/drawing/2014/main" id="{4CC98E46-63F0-4094-B38F-603F780615D4}"/>
              </a:ext>
            </a:extLst>
          </p:cNvPr>
          <p:cNvSpPr>
            <a:spLocks noGrp="1"/>
          </p:cNvSpPr>
          <p:nvPr>
            <p:ph type="body" sz="quarter" idx="10"/>
          </p:nvPr>
        </p:nvSpPr>
        <p:spPr>
          <a:xfrm>
            <a:off x="6592824" y="2971800"/>
            <a:ext cx="5257800" cy="3310128"/>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7CDCDE98-3AD8-4483-8223-D4D12269D622}"/>
              </a:ext>
            </a:extLst>
          </p:cNvPr>
          <p:cNvSpPr>
            <a:spLocks noGrp="1"/>
          </p:cNvSpPr>
          <p:nvPr>
            <p:ph type="body" sz="quarter" idx="11" hasCustomPrompt="1"/>
          </p:nvPr>
        </p:nvSpPr>
        <p:spPr>
          <a:xfrm>
            <a:off x="6592824" y="2185416"/>
            <a:ext cx="5248656" cy="438912"/>
          </a:xfrm>
          <a:prstGeom prst="rect">
            <a:avLst/>
          </a:prstGeom>
        </p:spPr>
        <p:txBody>
          <a:bodyPr anchor="ctr" anchorCtr="0"/>
          <a:lstStyle>
            <a:lvl1pPr marL="0" indent="0">
              <a:buNone/>
              <a:defRPr b="1">
                <a:latin typeface="+mj-lt"/>
              </a:defRPr>
            </a:lvl1pPr>
          </a:lstStyle>
          <a:p>
            <a:pPr lvl="0"/>
            <a:r>
              <a:rPr lang="en-US"/>
              <a:t>Subtitle</a:t>
            </a:r>
          </a:p>
        </p:txBody>
      </p:sp>
      <p:sp>
        <p:nvSpPr>
          <p:cNvPr id="6" name="Picture Placeholder 2">
            <a:extLst>
              <a:ext uri="{FF2B5EF4-FFF2-40B4-BE49-F238E27FC236}">
                <a16:creationId xmlns:a16="http://schemas.microsoft.com/office/drawing/2014/main" id="{C68740CE-3236-4C36-9586-1D65D0F7DC98}"/>
              </a:ext>
            </a:extLst>
          </p:cNvPr>
          <p:cNvSpPr>
            <a:spLocks noGrp="1" noChangeAspect="1"/>
          </p:cNvSpPr>
          <p:nvPr>
            <p:ph type="pic" idx="1"/>
          </p:nvPr>
        </p:nvSpPr>
        <p:spPr>
          <a:xfrm>
            <a:off x="2" y="-8037"/>
            <a:ext cx="6032311" cy="6866037"/>
          </a:xfrm>
          <a:prstGeom prst="rect">
            <a:avLst/>
          </a:prstGeom>
          <a:solidFill>
            <a:schemeClr val="bg1">
              <a:lumMod val="95000"/>
            </a:schemeClr>
          </a:solidFill>
        </p:spPr>
        <p:txBody>
          <a:bodyPr anchor="t"/>
          <a:lstStyle>
            <a:lvl1pPr marL="0" indent="0">
              <a:buNone/>
              <a:defRPr sz="2400">
                <a:latin typeface="Source Sans Pro" panose="020B0503030403020204" pitchFamily="34" charset="0"/>
              </a:defRPr>
            </a:lvl1pPr>
            <a:lvl2pPr marL="342882" indent="0">
              <a:buNone/>
              <a:defRPr sz="2100"/>
            </a:lvl2pPr>
            <a:lvl3pPr marL="685766" indent="0">
              <a:buNone/>
              <a:defRPr sz="1800"/>
            </a:lvl3pPr>
            <a:lvl4pPr marL="1028649" indent="0">
              <a:buNone/>
              <a:defRPr sz="1500"/>
            </a:lvl4pPr>
            <a:lvl5pPr marL="1371532" indent="0">
              <a:buNone/>
              <a:defRPr sz="1500"/>
            </a:lvl5pPr>
            <a:lvl6pPr marL="1714414" indent="0">
              <a:buNone/>
              <a:defRPr sz="1500"/>
            </a:lvl6pPr>
            <a:lvl7pPr marL="2057298" indent="0">
              <a:buNone/>
              <a:defRPr sz="1500"/>
            </a:lvl7pPr>
            <a:lvl8pPr marL="2400180" indent="0">
              <a:buNone/>
              <a:defRPr sz="1500"/>
            </a:lvl8pPr>
            <a:lvl9pPr marL="2743062" indent="0">
              <a:buNone/>
              <a:defRPr sz="1500"/>
            </a:lvl9pPr>
          </a:lstStyle>
          <a:p>
            <a:r>
              <a:rPr lang="en-US"/>
              <a:t>Click icon to add picture</a:t>
            </a:r>
          </a:p>
        </p:txBody>
      </p:sp>
    </p:spTree>
    <p:extLst>
      <p:ext uri="{BB962C8B-B14F-4D97-AF65-F5344CB8AC3E}">
        <p14:creationId xmlns:p14="http://schemas.microsoft.com/office/powerpoint/2010/main" val="34973812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White Slides 4">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C68740CE-3236-4C36-9586-1D65D0F7DC98}"/>
              </a:ext>
            </a:extLst>
          </p:cNvPr>
          <p:cNvSpPr>
            <a:spLocks noGrp="1" noChangeAspect="1"/>
          </p:cNvSpPr>
          <p:nvPr>
            <p:ph type="pic" idx="1"/>
          </p:nvPr>
        </p:nvSpPr>
        <p:spPr>
          <a:xfrm>
            <a:off x="6159691" y="-8037"/>
            <a:ext cx="6032311" cy="6866037"/>
          </a:xfrm>
          <a:prstGeom prst="rect">
            <a:avLst/>
          </a:prstGeom>
          <a:solidFill>
            <a:schemeClr val="bg1">
              <a:lumMod val="95000"/>
            </a:schemeClr>
          </a:solidFill>
        </p:spPr>
        <p:txBody>
          <a:bodyPr anchor="t"/>
          <a:lstStyle>
            <a:lvl1pPr marL="0" indent="0">
              <a:buNone/>
              <a:defRPr sz="2400">
                <a:latin typeface="Source Sans Pro" panose="020B0503030403020204" pitchFamily="34" charset="0"/>
              </a:defRPr>
            </a:lvl1pPr>
            <a:lvl2pPr marL="342882" indent="0">
              <a:buNone/>
              <a:defRPr sz="2100"/>
            </a:lvl2pPr>
            <a:lvl3pPr marL="685766" indent="0">
              <a:buNone/>
              <a:defRPr sz="1800"/>
            </a:lvl3pPr>
            <a:lvl4pPr marL="1028649" indent="0">
              <a:buNone/>
              <a:defRPr sz="1500"/>
            </a:lvl4pPr>
            <a:lvl5pPr marL="1371532" indent="0">
              <a:buNone/>
              <a:defRPr sz="1500"/>
            </a:lvl5pPr>
            <a:lvl6pPr marL="1714414" indent="0">
              <a:buNone/>
              <a:defRPr sz="1500"/>
            </a:lvl6pPr>
            <a:lvl7pPr marL="2057298" indent="0">
              <a:buNone/>
              <a:defRPr sz="1500"/>
            </a:lvl7pPr>
            <a:lvl8pPr marL="2400180" indent="0">
              <a:buNone/>
              <a:defRPr sz="1500"/>
            </a:lvl8pPr>
            <a:lvl9pPr marL="2743062" indent="0">
              <a:buNone/>
              <a:defRPr sz="1500"/>
            </a:lvl9pPr>
          </a:lstStyle>
          <a:p>
            <a:r>
              <a:rPr lang="en-US"/>
              <a:t>Click icon to add picture</a:t>
            </a:r>
          </a:p>
        </p:txBody>
      </p:sp>
      <p:sp>
        <p:nvSpPr>
          <p:cNvPr id="3" name="Title Placeholder 3">
            <a:extLst>
              <a:ext uri="{FF2B5EF4-FFF2-40B4-BE49-F238E27FC236}">
                <a16:creationId xmlns:a16="http://schemas.microsoft.com/office/drawing/2014/main" id="{D1A3D0C8-4AC9-4DAC-A7DA-B49FE7CB9580}"/>
              </a:ext>
            </a:extLst>
          </p:cNvPr>
          <p:cNvSpPr>
            <a:spLocks noGrp="1"/>
          </p:cNvSpPr>
          <p:nvPr>
            <p:ph type="title"/>
          </p:nvPr>
        </p:nvSpPr>
        <p:spPr>
          <a:xfrm>
            <a:off x="353393" y="841248"/>
            <a:ext cx="5248656" cy="1325880"/>
          </a:xfrm>
          <a:prstGeom prst="rect">
            <a:avLst/>
          </a:prstGeom>
        </p:spPr>
        <p:txBody>
          <a:bodyPr anchor="ctr"/>
          <a:lstStyle/>
          <a:p>
            <a:pPr marL="0" lvl="0" indent="0">
              <a:spcBef>
                <a:spcPts val="1000"/>
              </a:spcBef>
              <a:buFont typeface="Arial" panose="020B0604020202020204" pitchFamily="34" charset="0"/>
            </a:pPr>
            <a:r>
              <a:rPr lang="en-US"/>
              <a:t>Click to edit Master title</a:t>
            </a:r>
          </a:p>
        </p:txBody>
      </p:sp>
      <p:sp>
        <p:nvSpPr>
          <p:cNvPr id="4" name="Text Placeholder 34">
            <a:extLst>
              <a:ext uri="{FF2B5EF4-FFF2-40B4-BE49-F238E27FC236}">
                <a16:creationId xmlns:a16="http://schemas.microsoft.com/office/drawing/2014/main" id="{4CC98E46-63F0-4094-B38F-603F780615D4}"/>
              </a:ext>
            </a:extLst>
          </p:cNvPr>
          <p:cNvSpPr>
            <a:spLocks noGrp="1"/>
          </p:cNvSpPr>
          <p:nvPr>
            <p:ph type="body" sz="quarter" idx="10"/>
          </p:nvPr>
        </p:nvSpPr>
        <p:spPr>
          <a:xfrm>
            <a:off x="353393" y="2971800"/>
            <a:ext cx="5257800" cy="3310128"/>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7CDCDE98-3AD8-4483-8223-D4D12269D622}"/>
              </a:ext>
            </a:extLst>
          </p:cNvPr>
          <p:cNvSpPr>
            <a:spLocks noGrp="1"/>
          </p:cNvSpPr>
          <p:nvPr>
            <p:ph type="body" sz="quarter" idx="11" hasCustomPrompt="1"/>
          </p:nvPr>
        </p:nvSpPr>
        <p:spPr>
          <a:xfrm>
            <a:off x="353393" y="2185416"/>
            <a:ext cx="5248656"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40315251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39405" y="566928"/>
            <a:ext cx="10991088"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96" y="0"/>
            <a:ext cx="12193399"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39405" y="1847088"/>
            <a:ext cx="10991088" cy="4343400"/>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39405" y="1316736"/>
            <a:ext cx="10991088"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41985970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39406" y="566928"/>
            <a:ext cx="10991087"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3156284" y="3156284"/>
            <a:ext cx="6858000"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39405" y="1847088"/>
            <a:ext cx="10991088" cy="4343400"/>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39406" y="1316736"/>
            <a:ext cx="10991087"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4831511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39406" y="566928"/>
            <a:ext cx="10991087"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duotone>
              <a:schemeClr val="accent4">
                <a:shade val="45000"/>
                <a:satMod val="135000"/>
              </a:schemeClr>
              <a:prstClr val="white"/>
            </a:duotone>
            <a:extLst>
              <a:ext uri="{28A0092B-C50C-407E-A947-70E740481C1C}">
                <a14:useLocalDpi xmlns:a14="http://schemas.microsoft.com/office/drawing/2010/main"/>
              </a:ext>
            </a:extLst>
          </a:blip>
          <a:srcRect/>
          <a:stretch/>
        </p:blipFill>
        <p:spPr>
          <a:xfrm>
            <a:off x="-1396" y="0"/>
            <a:ext cx="12193399"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39405" y="1847088"/>
            <a:ext cx="10991088" cy="4343400"/>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39406" y="1316736"/>
            <a:ext cx="10991087"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1536211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39405" y="566928"/>
            <a:ext cx="10991088"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duotone>
              <a:schemeClr val="accent4">
                <a:shade val="45000"/>
                <a:satMod val="135000"/>
              </a:schemeClr>
              <a:prstClr val="white"/>
            </a:duotone>
            <a:extLst>
              <a:ext uri="{28A0092B-C50C-407E-A947-70E740481C1C}">
                <a14:useLocalDpi xmlns:a14="http://schemas.microsoft.com/office/drawing/2010/main"/>
              </a:ext>
            </a:extLst>
          </a:blip>
          <a:srcRect/>
          <a:stretch/>
        </p:blipFill>
        <p:spPr>
          <a:xfrm rot="16200000">
            <a:off x="-3156284" y="3156284"/>
            <a:ext cx="6858000"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39405" y="1847088"/>
            <a:ext cx="10991088" cy="4343400"/>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39405" y="1316736"/>
            <a:ext cx="10991088"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29067265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ody -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7917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Body - 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41FC38-369C-3976-2C8B-D148381E531B}"/>
              </a:ext>
            </a:extLst>
          </p:cNvPr>
          <p:cNvSpPr/>
          <p:nvPr userDrawn="1"/>
        </p:nvSpPr>
        <p:spPr>
          <a:xfrm>
            <a:off x="8072845" y="-3"/>
            <a:ext cx="4119155" cy="68580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2766838D-DB9A-EAF2-E9EF-7AC2F9CE8FF9}"/>
              </a:ext>
            </a:extLst>
          </p:cNvPr>
          <p:cNvPicPr>
            <a:picLocks noChangeAspect="1"/>
          </p:cNvPicPr>
          <p:nvPr userDrawn="1"/>
        </p:nvPicPr>
        <p:blipFill rotWithShape="1">
          <a:blip r:embed="rId2" cstate="screen">
            <a:duotone>
              <a:prstClr val="black"/>
              <a:schemeClr val="tx2">
                <a:tint val="45000"/>
                <a:satMod val="400000"/>
              </a:schemeClr>
            </a:duotone>
            <a:extLst>
              <a:ext uri="{28A0092B-C50C-407E-A947-70E740481C1C}">
                <a14:useLocalDpi xmlns:a14="http://schemas.microsoft.com/office/drawing/2010/main"/>
              </a:ext>
            </a:extLst>
          </a:blip>
          <a:srcRect/>
          <a:stretch/>
        </p:blipFill>
        <p:spPr>
          <a:xfrm rot="10800000">
            <a:off x="7916535" y="1"/>
            <a:ext cx="3774133" cy="2269319"/>
          </a:xfrm>
          <a:prstGeom prst="rect">
            <a:avLst/>
          </a:prstGeom>
        </p:spPr>
      </p:pic>
      <p:pic>
        <p:nvPicPr>
          <p:cNvPr id="3" name="Picture 2" descr="Icon&#10;&#10;Description automatically generated">
            <a:extLst>
              <a:ext uri="{FF2B5EF4-FFF2-40B4-BE49-F238E27FC236}">
                <a16:creationId xmlns:a16="http://schemas.microsoft.com/office/drawing/2014/main" id="{11F6C67E-2EC4-AC73-34C6-68C7EC9BB7B8}"/>
              </a:ext>
            </a:extLst>
          </p:cNvPr>
          <p:cNvPicPr>
            <a:picLocks noChangeAspect="1"/>
          </p:cNvPicPr>
          <p:nvPr userDrawn="1"/>
        </p:nvPicPr>
        <p:blipFill rotWithShape="1">
          <a:blip r:embed="rId3" cstate="screen">
            <a:duotone>
              <a:prstClr val="black"/>
              <a:schemeClr val="tx2">
                <a:tint val="45000"/>
                <a:satMod val="400000"/>
              </a:schemeClr>
            </a:duotone>
            <a:extLst>
              <a:ext uri="{28A0092B-C50C-407E-A947-70E740481C1C}">
                <a14:useLocalDpi xmlns:a14="http://schemas.microsoft.com/office/drawing/2010/main"/>
              </a:ext>
            </a:extLst>
          </a:blip>
          <a:srcRect/>
          <a:stretch/>
        </p:blipFill>
        <p:spPr>
          <a:xfrm rot="16200000">
            <a:off x="7858335" y="2237201"/>
            <a:ext cx="6037215" cy="2630119"/>
          </a:xfrm>
          <a:prstGeom prst="rect">
            <a:avLst/>
          </a:prstGeom>
        </p:spPr>
      </p:pic>
      <p:sp>
        <p:nvSpPr>
          <p:cNvPr id="5" name="Oval 4">
            <a:extLst>
              <a:ext uri="{FF2B5EF4-FFF2-40B4-BE49-F238E27FC236}">
                <a16:creationId xmlns:a16="http://schemas.microsoft.com/office/drawing/2014/main" id="{AB155E7F-9568-E2A1-A602-4C1FD4853186}"/>
              </a:ext>
            </a:extLst>
          </p:cNvPr>
          <p:cNvSpPr/>
          <p:nvPr userDrawn="1"/>
        </p:nvSpPr>
        <p:spPr>
          <a:xfrm>
            <a:off x="11604193"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accent3"/>
                </a:solidFill>
                <a:latin typeface="+mj-lt"/>
              </a:rPr>
              <a:t>‹#›</a:t>
            </a:fld>
            <a:endParaRPr lang="en-US" sz="1600">
              <a:solidFill>
                <a:schemeClr val="accent3"/>
              </a:solidFill>
              <a:latin typeface="+mj-lt"/>
            </a:endParaRPr>
          </a:p>
        </p:txBody>
      </p:sp>
    </p:spTree>
    <p:extLst>
      <p:ext uri="{BB962C8B-B14F-4D97-AF65-F5344CB8AC3E}">
        <p14:creationId xmlns:p14="http://schemas.microsoft.com/office/powerpoint/2010/main" val="16297550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9"/>
            <a:ext cx="8920944" cy="10764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5" y="873174"/>
            <a:ext cx="8022588"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7" y="2071422"/>
            <a:ext cx="7692799" cy="2551113"/>
          </a:xfrm>
          <a:prstGeom prst="rect">
            <a:avLst/>
          </a:prstGeom>
        </p:spPr>
        <p:txBody>
          <a:bodyPr>
            <a:normAutofit/>
          </a:bodyPr>
          <a:lstStyle>
            <a:lvl1pPr marL="228589" indent="-228589">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42433195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9"/>
            <a:ext cx="8920944" cy="1076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5" y="873174"/>
            <a:ext cx="7692799"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7" y="2071422"/>
            <a:ext cx="7692799" cy="2551113"/>
          </a:xfrm>
          <a:prstGeom prst="rect">
            <a:avLst/>
          </a:prstGeom>
        </p:spPr>
        <p:txBody>
          <a:bodyPr>
            <a:normAutofit/>
          </a:bodyPr>
          <a:lstStyle>
            <a:lvl1pPr marL="228589" indent="-228589">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11695982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9"/>
            <a:ext cx="8920944" cy="1076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5" y="873174"/>
            <a:ext cx="7804415"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7" y="2071422"/>
            <a:ext cx="7692799" cy="2551113"/>
          </a:xfrm>
          <a:prstGeom prst="rect">
            <a:avLst/>
          </a:prstGeom>
        </p:spPr>
        <p:txBody>
          <a:bodyPr>
            <a:normAutofit/>
          </a:bodyPr>
          <a:lstStyle>
            <a:lvl1pPr marL="228589" indent="-228589">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34843924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9"/>
            <a:ext cx="8920944" cy="10764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6" y="873174"/>
            <a:ext cx="7692797"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7" y="2071422"/>
            <a:ext cx="7692799" cy="2551113"/>
          </a:xfrm>
          <a:prstGeom prst="rect">
            <a:avLst/>
          </a:prstGeom>
        </p:spPr>
        <p:txBody>
          <a:bodyPr>
            <a:normAutofit/>
          </a:bodyPr>
          <a:lstStyle>
            <a:lvl1pPr marL="228589" indent="-228589">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123321498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9"/>
            <a:ext cx="8920944" cy="10764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6" y="873174"/>
            <a:ext cx="7692797" cy="449943"/>
          </a:xfrm>
          <a:prstGeom prst="rect">
            <a:avLst/>
          </a:prstGeom>
        </p:spPr>
        <p:txBody>
          <a:bodyPr>
            <a:normAutofit/>
          </a:bodyPr>
          <a:lstStyle>
            <a:lvl1pPr indent="0">
              <a:buNone/>
              <a:defRPr sz="2400" b="1">
                <a:solidFill>
                  <a:schemeClr val="bg1"/>
                </a:solidFill>
                <a:latin typeface="+mj-lt"/>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7" y="2071422"/>
            <a:ext cx="7692799" cy="2551113"/>
          </a:xfrm>
          <a:prstGeom prst="rect">
            <a:avLst/>
          </a:prstGeom>
        </p:spPr>
        <p:txBody>
          <a:bodyPr>
            <a:normAutofit/>
          </a:bodyPr>
          <a:lstStyle>
            <a:lvl1pPr marL="228589" indent="-228589">
              <a:buFont typeface="Wingdings" panose="05000000000000000000" pitchFamily="2" charset="2"/>
              <a:buChar char="§"/>
              <a:defRPr sz="1600">
                <a:solidFill>
                  <a:schemeClr val="tx1"/>
                </a:solidFill>
                <a:latin typeface="+mn-lt"/>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15210157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White Slides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0CD2-1D57-45C0-A094-C5A3F98EB2A9}"/>
              </a:ext>
            </a:extLst>
          </p:cNvPr>
          <p:cNvSpPr>
            <a:spLocks noGrp="1"/>
          </p:cNvSpPr>
          <p:nvPr>
            <p:ph type="title"/>
          </p:nvPr>
        </p:nvSpPr>
        <p:spPr>
          <a:xfrm>
            <a:off x="548640" y="173736"/>
            <a:ext cx="7251192" cy="731520"/>
          </a:xfrm>
          <a:prstGeom prst="rect">
            <a:avLst/>
          </a:prstGeom>
        </p:spPr>
        <p:txBody>
          <a:bodyPr/>
          <a:lstStyle/>
          <a:p>
            <a:r>
              <a:rPr lang="en-US"/>
              <a:t>Click to edit Master title style</a:t>
            </a:r>
          </a:p>
        </p:txBody>
      </p:sp>
      <p:sp>
        <p:nvSpPr>
          <p:cNvPr id="3" name="Rectangle 2">
            <a:extLst>
              <a:ext uri="{FF2B5EF4-FFF2-40B4-BE49-F238E27FC236}">
                <a16:creationId xmlns:a16="http://schemas.microsoft.com/office/drawing/2014/main" id="{E881A353-92E1-440F-97F2-343D125697AF}"/>
              </a:ext>
            </a:extLst>
          </p:cNvPr>
          <p:cNvSpPr/>
          <p:nvPr userDrawn="1"/>
        </p:nvSpPr>
        <p:spPr>
          <a:xfrm>
            <a:off x="0" y="5079244"/>
            <a:ext cx="12192000" cy="11064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Rectangle 3">
            <a:extLst>
              <a:ext uri="{FF2B5EF4-FFF2-40B4-BE49-F238E27FC236}">
                <a16:creationId xmlns:a16="http://schemas.microsoft.com/office/drawing/2014/main" id="{060390A7-C216-4DC5-B2A5-C7ADCA8CA766}"/>
              </a:ext>
            </a:extLst>
          </p:cNvPr>
          <p:cNvSpPr/>
          <p:nvPr userDrawn="1"/>
        </p:nvSpPr>
        <p:spPr>
          <a:xfrm>
            <a:off x="0" y="1057061"/>
            <a:ext cx="12192000" cy="10783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solidFill>
                <a:srgbClr val="77BE41"/>
              </a:solidFill>
            </a:endParaRPr>
          </a:p>
        </p:txBody>
      </p:sp>
      <p:sp>
        <p:nvSpPr>
          <p:cNvPr id="5" name="Rectangle 4">
            <a:extLst>
              <a:ext uri="{FF2B5EF4-FFF2-40B4-BE49-F238E27FC236}">
                <a16:creationId xmlns:a16="http://schemas.microsoft.com/office/drawing/2014/main" id="{65514689-2AD1-42EF-AA42-28F39868DAC3}"/>
              </a:ext>
            </a:extLst>
          </p:cNvPr>
          <p:cNvSpPr/>
          <p:nvPr userDrawn="1"/>
        </p:nvSpPr>
        <p:spPr>
          <a:xfrm>
            <a:off x="-1" y="2074095"/>
            <a:ext cx="12192000" cy="10658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extLst>
              <a:ext uri="{FF2B5EF4-FFF2-40B4-BE49-F238E27FC236}">
                <a16:creationId xmlns:a16="http://schemas.microsoft.com/office/drawing/2014/main" id="{A06D4544-05E9-4A9C-8123-8642E4A1483B}"/>
              </a:ext>
            </a:extLst>
          </p:cNvPr>
          <p:cNvSpPr/>
          <p:nvPr userDrawn="1"/>
        </p:nvSpPr>
        <p:spPr>
          <a:xfrm>
            <a:off x="0" y="3069154"/>
            <a:ext cx="12192000" cy="10683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extLst>
              <a:ext uri="{FF2B5EF4-FFF2-40B4-BE49-F238E27FC236}">
                <a16:creationId xmlns:a16="http://schemas.microsoft.com/office/drawing/2014/main" id="{A59E22B6-F9AB-44E2-9452-350C54AF8E20}"/>
              </a:ext>
            </a:extLst>
          </p:cNvPr>
          <p:cNvSpPr/>
          <p:nvPr userDrawn="1"/>
        </p:nvSpPr>
        <p:spPr>
          <a:xfrm>
            <a:off x="0" y="4074199"/>
            <a:ext cx="12192000" cy="10579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Text Placeholder 4">
            <a:extLst>
              <a:ext uri="{FF2B5EF4-FFF2-40B4-BE49-F238E27FC236}">
                <a16:creationId xmlns:a16="http://schemas.microsoft.com/office/drawing/2014/main" id="{779EA82D-E6E2-46F8-8ADC-CF78FD756C66}"/>
              </a:ext>
            </a:extLst>
          </p:cNvPr>
          <p:cNvSpPr>
            <a:spLocks noGrp="1"/>
          </p:cNvSpPr>
          <p:nvPr>
            <p:ph type="body" sz="quarter" idx="10" hasCustomPrompt="1"/>
          </p:nvPr>
        </p:nvSpPr>
        <p:spPr>
          <a:xfrm>
            <a:off x="411482" y="1243789"/>
            <a:ext cx="2281281"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9" name="Text Placeholder 7">
            <a:extLst>
              <a:ext uri="{FF2B5EF4-FFF2-40B4-BE49-F238E27FC236}">
                <a16:creationId xmlns:a16="http://schemas.microsoft.com/office/drawing/2014/main" id="{BEC717CF-C314-4228-B60F-D2C90DE24496}"/>
              </a:ext>
            </a:extLst>
          </p:cNvPr>
          <p:cNvSpPr>
            <a:spLocks noGrp="1"/>
          </p:cNvSpPr>
          <p:nvPr>
            <p:ph type="body" sz="quarter" idx="11"/>
          </p:nvPr>
        </p:nvSpPr>
        <p:spPr>
          <a:xfrm>
            <a:off x="2784201" y="1360469"/>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
        <p:nvSpPr>
          <p:cNvPr id="10" name="Text Placeholder 4">
            <a:extLst>
              <a:ext uri="{FF2B5EF4-FFF2-40B4-BE49-F238E27FC236}">
                <a16:creationId xmlns:a16="http://schemas.microsoft.com/office/drawing/2014/main" id="{94F42EC0-1F53-41B0-96A8-93D4E1424D3B}"/>
              </a:ext>
            </a:extLst>
          </p:cNvPr>
          <p:cNvSpPr>
            <a:spLocks noGrp="1"/>
          </p:cNvSpPr>
          <p:nvPr>
            <p:ph type="body" sz="quarter" idx="12" hasCustomPrompt="1"/>
          </p:nvPr>
        </p:nvSpPr>
        <p:spPr>
          <a:xfrm>
            <a:off x="111940" y="2263325"/>
            <a:ext cx="2560320"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11" name="Text Placeholder 7">
            <a:extLst>
              <a:ext uri="{FF2B5EF4-FFF2-40B4-BE49-F238E27FC236}">
                <a16:creationId xmlns:a16="http://schemas.microsoft.com/office/drawing/2014/main" id="{E876746D-6DAB-48D4-A01A-712D87F1D239}"/>
              </a:ext>
            </a:extLst>
          </p:cNvPr>
          <p:cNvSpPr>
            <a:spLocks noGrp="1"/>
          </p:cNvSpPr>
          <p:nvPr>
            <p:ph type="body" sz="quarter" idx="13"/>
          </p:nvPr>
        </p:nvSpPr>
        <p:spPr>
          <a:xfrm>
            <a:off x="2784201" y="2371287"/>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
        <p:nvSpPr>
          <p:cNvPr id="12" name="Text Placeholder 4">
            <a:extLst>
              <a:ext uri="{FF2B5EF4-FFF2-40B4-BE49-F238E27FC236}">
                <a16:creationId xmlns:a16="http://schemas.microsoft.com/office/drawing/2014/main" id="{34389F7A-3663-4221-85EB-AA165F985654}"/>
              </a:ext>
            </a:extLst>
          </p:cNvPr>
          <p:cNvSpPr>
            <a:spLocks noGrp="1"/>
          </p:cNvSpPr>
          <p:nvPr>
            <p:ph type="body" sz="quarter" idx="14" hasCustomPrompt="1"/>
          </p:nvPr>
        </p:nvSpPr>
        <p:spPr>
          <a:xfrm>
            <a:off x="411482" y="5280032"/>
            <a:ext cx="2281281"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13" name="Text Placeholder 7">
            <a:extLst>
              <a:ext uri="{FF2B5EF4-FFF2-40B4-BE49-F238E27FC236}">
                <a16:creationId xmlns:a16="http://schemas.microsoft.com/office/drawing/2014/main" id="{1A2CD2F8-84A2-461E-8C70-0EF7133E19D3}"/>
              </a:ext>
            </a:extLst>
          </p:cNvPr>
          <p:cNvSpPr>
            <a:spLocks noGrp="1"/>
          </p:cNvSpPr>
          <p:nvPr>
            <p:ph type="body" sz="quarter" idx="15"/>
          </p:nvPr>
        </p:nvSpPr>
        <p:spPr>
          <a:xfrm>
            <a:off x="2784201" y="5396712"/>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
        <p:nvSpPr>
          <p:cNvPr id="14" name="Text Placeholder 4">
            <a:extLst>
              <a:ext uri="{FF2B5EF4-FFF2-40B4-BE49-F238E27FC236}">
                <a16:creationId xmlns:a16="http://schemas.microsoft.com/office/drawing/2014/main" id="{8FFF6539-74A8-4699-8CBE-F7A118C1066C}"/>
              </a:ext>
            </a:extLst>
          </p:cNvPr>
          <p:cNvSpPr>
            <a:spLocks noGrp="1"/>
          </p:cNvSpPr>
          <p:nvPr>
            <p:ph type="body" sz="quarter" idx="16" hasCustomPrompt="1"/>
          </p:nvPr>
        </p:nvSpPr>
        <p:spPr>
          <a:xfrm>
            <a:off x="411482" y="3250877"/>
            <a:ext cx="2281281"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15" name="Text Placeholder 7">
            <a:extLst>
              <a:ext uri="{FF2B5EF4-FFF2-40B4-BE49-F238E27FC236}">
                <a16:creationId xmlns:a16="http://schemas.microsoft.com/office/drawing/2014/main" id="{EEA8F3EE-F0E6-4BD2-BC86-0297E45C5CD6}"/>
              </a:ext>
            </a:extLst>
          </p:cNvPr>
          <p:cNvSpPr>
            <a:spLocks noGrp="1"/>
          </p:cNvSpPr>
          <p:nvPr>
            <p:ph type="body" sz="quarter" idx="17"/>
          </p:nvPr>
        </p:nvSpPr>
        <p:spPr>
          <a:xfrm>
            <a:off x="2784201" y="3367559"/>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
        <p:nvSpPr>
          <p:cNvPr id="16" name="Text Placeholder 4">
            <a:extLst>
              <a:ext uri="{FF2B5EF4-FFF2-40B4-BE49-F238E27FC236}">
                <a16:creationId xmlns:a16="http://schemas.microsoft.com/office/drawing/2014/main" id="{5304752A-AC08-4384-8021-53DBDE85FE78}"/>
              </a:ext>
            </a:extLst>
          </p:cNvPr>
          <p:cNvSpPr>
            <a:spLocks noGrp="1"/>
          </p:cNvSpPr>
          <p:nvPr>
            <p:ph type="body" sz="quarter" idx="18" hasCustomPrompt="1"/>
          </p:nvPr>
        </p:nvSpPr>
        <p:spPr>
          <a:xfrm>
            <a:off x="411482" y="4250757"/>
            <a:ext cx="2281281" cy="704851"/>
          </a:xfrm>
          <a:prstGeom prst="rect">
            <a:avLst/>
          </a:prstGeom>
        </p:spPr>
        <p:txBody>
          <a:bodyPr anchor="ctr" anchorCtr="0"/>
          <a:lstStyle>
            <a:lvl1pPr marL="0" indent="0" algn="r">
              <a:buNone/>
              <a:defRPr sz="6000" b="1">
                <a:solidFill>
                  <a:schemeClr val="bg1"/>
                </a:solidFill>
                <a:latin typeface="+mj-lt"/>
              </a:defRPr>
            </a:lvl1pPr>
          </a:lstStyle>
          <a:p>
            <a:pPr lvl="0"/>
            <a:r>
              <a:rPr lang="en-US"/>
              <a:t>#</a:t>
            </a:r>
          </a:p>
        </p:txBody>
      </p:sp>
      <p:sp>
        <p:nvSpPr>
          <p:cNvPr id="17" name="Text Placeholder 7">
            <a:extLst>
              <a:ext uri="{FF2B5EF4-FFF2-40B4-BE49-F238E27FC236}">
                <a16:creationId xmlns:a16="http://schemas.microsoft.com/office/drawing/2014/main" id="{35A7BC60-2FAB-4142-8535-E1D51E962FDC}"/>
              </a:ext>
            </a:extLst>
          </p:cNvPr>
          <p:cNvSpPr>
            <a:spLocks noGrp="1"/>
          </p:cNvSpPr>
          <p:nvPr>
            <p:ph type="body" sz="quarter" idx="19"/>
          </p:nvPr>
        </p:nvSpPr>
        <p:spPr>
          <a:xfrm>
            <a:off x="2784201" y="4367439"/>
            <a:ext cx="7498080" cy="471488"/>
          </a:xfrm>
          <a:prstGeom prst="rect">
            <a:avLst/>
          </a:prstGeom>
        </p:spPr>
        <p:txBody>
          <a:bodyPr anchor="ctr" anchorCtr="0"/>
          <a:lstStyle>
            <a:lvl1pPr marL="0" indent="0">
              <a:buNone/>
              <a:defRPr sz="2400" b="1">
                <a:solidFill>
                  <a:schemeClr val="bg1"/>
                </a:solidFill>
                <a:latin typeface="+mj-lt"/>
              </a:defRPr>
            </a:lvl1pPr>
          </a:lstStyle>
          <a:p>
            <a:pPr lvl="0"/>
            <a:r>
              <a:rPr lang="en-US"/>
              <a:t>Click to edit Master text</a:t>
            </a:r>
          </a:p>
        </p:txBody>
      </p:sp>
    </p:spTree>
    <p:extLst>
      <p:ext uri="{BB962C8B-B14F-4D97-AF65-F5344CB8AC3E}">
        <p14:creationId xmlns:p14="http://schemas.microsoft.com/office/powerpoint/2010/main" val="18043496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7_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39405" y="566928"/>
            <a:ext cx="10991088"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96" y="0"/>
            <a:ext cx="12193399"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39405" y="1847088"/>
            <a:ext cx="10991088" cy="4343400"/>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39405" y="1316736"/>
            <a:ext cx="10991088"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225242685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39406" y="566928"/>
            <a:ext cx="10991087"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3156284" y="3156284"/>
            <a:ext cx="6858000"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39405" y="1847088"/>
            <a:ext cx="10991088" cy="4343400"/>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39406" y="1316736"/>
            <a:ext cx="10991087"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19678202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6_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39406" y="566928"/>
            <a:ext cx="10991087"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duotone>
              <a:schemeClr val="accent4">
                <a:shade val="45000"/>
                <a:satMod val="135000"/>
              </a:schemeClr>
              <a:prstClr val="white"/>
            </a:duotone>
            <a:extLst>
              <a:ext uri="{28A0092B-C50C-407E-A947-70E740481C1C}">
                <a14:useLocalDpi xmlns:a14="http://schemas.microsoft.com/office/drawing/2010/main"/>
              </a:ext>
            </a:extLst>
          </a:blip>
          <a:srcRect/>
          <a:stretch/>
        </p:blipFill>
        <p:spPr>
          <a:xfrm>
            <a:off x="-1396" y="0"/>
            <a:ext cx="12193399"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39405" y="1847088"/>
            <a:ext cx="10991088" cy="4343400"/>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39406" y="1316736"/>
            <a:ext cx="10991087"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26176927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_White Slide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F7C3-73E3-4B4E-8A30-992A1739EE1A}"/>
              </a:ext>
            </a:extLst>
          </p:cNvPr>
          <p:cNvSpPr>
            <a:spLocks noGrp="1"/>
          </p:cNvSpPr>
          <p:nvPr>
            <p:ph type="title"/>
          </p:nvPr>
        </p:nvSpPr>
        <p:spPr>
          <a:xfrm>
            <a:off x="539405" y="566928"/>
            <a:ext cx="10991088" cy="731520"/>
          </a:xfrm>
          <a:prstGeom prst="rect">
            <a:avLst/>
          </a:prstGeom>
        </p:spPr>
        <p:txBody>
          <a:bodyPr/>
          <a:lstStyle/>
          <a:p>
            <a:r>
              <a:rPr lang="en-US"/>
              <a:t>Click to edit Master title style</a:t>
            </a:r>
          </a:p>
        </p:txBody>
      </p:sp>
      <p:pic>
        <p:nvPicPr>
          <p:cNvPr id="3" name="Picture 2" descr="Background pattern&#10;&#10;Description automatically generated">
            <a:extLst>
              <a:ext uri="{FF2B5EF4-FFF2-40B4-BE49-F238E27FC236}">
                <a16:creationId xmlns:a16="http://schemas.microsoft.com/office/drawing/2014/main" id="{02F088C3-852D-4919-B1CF-B7096B045F7B}"/>
              </a:ext>
            </a:extLst>
          </p:cNvPr>
          <p:cNvPicPr>
            <a:picLocks noChangeAspect="1"/>
          </p:cNvPicPr>
          <p:nvPr userDrawn="1"/>
        </p:nvPicPr>
        <p:blipFill rotWithShape="1">
          <a:blip r:embed="rId2" cstate="screen">
            <a:duotone>
              <a:schemeClr val="accent4">
                <a:shade val="45000"/>
                <a:satMod val="135000"/>
              </a:schemeClr>
              <a:prstClr val="white"/>
            </a:duotone>
            <a:extLst>
              <a:ext uri="{28A0092B-C50C-407E-A947-70E740481C1C}">
                <a14:useLocalDpi xmlns:a14="http://schemas.microsoft.com/office/drawing/2010/main"/>
              </a:ext>
            </a:extLst>
          </a:blip>
          <a:srcRect/>
          <a:stretch/>
        </p:blipFill>
        <p:spPr>
          <a:xfrm rot="16200000">
            <a:off x="-3156284" y="3156284"/>
            <a:ext cx="6858000" cy="545432"/>
          </a:xfrm>
          <a:prstGeom prst="rect">
            <a:avLst/>
          </a:prstGeom>
        </p:spPr>
      </p:pic>
      <p:sp>
        <p:nvSpPr>
          <p:cNvPr id="4" name="Text Placeholder 34">
            <a:extLst>
              <a:ext uri="{FF2B5EF4-FFF2-40B4-BE49-F238E27FC236}">
                <a16:creationId xmlns:a16="http://schemas.microsoft.com/office/drawing/2014/main" id="{A275F68B-04A3-4AA4-8595-512698B69B72}"/>
              </a:ext>
            </a:extLst>
          </p:cNvPr>
          <p:cNvSpPr>
            <a:spLocks noGrp="1"/>
          </p:cNvSpPr>
          <p:nvPr>
            <p:ph type="body" sz="quarter" idx="10"/>
          </p:nvPr>
        </p:nvSpPr>
        <p:spPr>
          <a:xfrm>
            <a:off x="539405" y="1847088"/>
            <a:ext cx="10991088" cy="4343400"/>
          </a:xfrm>
          <a:prstGeom prst="rect">
            <a:avLst/>
          </a:prstGeom>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6">
            <a:extLst>
              <a:ext uri="{FF2B5EF4-FFF2-40B4-BE49-F238E27FC236}">
                <a16:creationId xmlns:a16="http://schemas.microsoft.com/office/drawing/2014/main" id="{CCCF8682-69FD-4F4F-87FF-80016415A0D6}"/>
              </a:ext>
            </a:extLst>
          </p:cNvPr>
          <p:cNvSpPr>
            <a:spLocks noGrp="1"/>
          </p:cNvSpPr>
          <p:nvPr>
            <p:ph type="body" sz="quarter" idx="11" hasCustomPrompt="1"/>
          </p:nvPr>
        </p:nvSpPr>
        <p:spPr>
          <a:xfrm>
            <a:off x="539405" y="1316736"/>
            <a:ext cx="10991088" cy="438912"/>
          </a:xfrm>
          <a:prstGeom prst="rect">
            <a:avLst/>
          </a:prstGeom>
        </p:spPr>
        <p:txBody>
          <a:bodyPr anchor="ctr" anchorCtr="0"/>
          <a:lstStyle>
            <a:lvl1pPr marL="0" indent="0">
              <a:buNone/>
              <a:defRPr b="1">
                <a:latin typeface="+mj-lt"/>
              </a:defRPr>
            </a:lvl1pPr>
          </a:lstStyle>
          <a:p>
            <a:pPr lvl="0"/>
            <a:r>
              <a:rPr lang="en-US"/>
              <a:t>Subtitle</a:t>
            </a:r>
          </a:p>
        </p:txBody>
      </p:sp>
    </p:spTree>
    <p:extLst>
      <p:ext uri="{BB962C8B-B14F-4D97-AF65-F5344CB8AC3E}">
        <p14:creationId xmlns:p14="http://schemas.microsoft.com/office/powerpoint/2010/main" val="23384070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Body - 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41FC38-369C-3976-2C8B-D148381E531B}"/>
              </a:ext>
            </a:extLst>
          </p:cNvPr>
          <p:cNvSpPr/>
          <p:nvPr userDrawn="1"/>
        </p:nvSpPr>
        <p:spPr>
          <a:xfrm>
            <a:off x="8072845" y="-3"/>
            <a:ext cx="4119155" cy="68580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2766838D-DB9A-EAF2-E9EF-7AC2F9CE8FF9}"/>
              </a:ext>
            </a:extLst>
          </p:cNvPr>
          <p:cNvPicPr>
            <a:picLocks noChangeAspect="1"/>
          </p:cNvPicPr>
          <p:nvPr userDrawn="1"/>
        </p:nvPicPr>
        <p:blipFill rotWithShape="1">
          <a:blip r:embed="rId2" cstate="print">
            <a:duotone>
              <a:prstClr val="black"/>
              <a:schemeClr val="tx2">
                <a:tint val="45000"/>
                <a:satMod val="400000"/>
              </a:schemeClr>
            </a:duotone>
            <a:extLst>
              <a:ext uri="{28A0092B-C50C-407E-A947-70E740481C1C}">
                <a14:useLocalDpi xmlns:a14="http://schemas.microsoft.com/office/drawing/2010/main"/>
              </a:ext>
            </a:extLst>
          </a:blip>
          <a:srcRect/>
          <a:stretch/>
        </p:blipFill>
        <p:spPr>
          <a:xfrm rot="10800000">
            <a:off x="7916535" y="1"/>
            <a:ext cx="3774133" cy="2269319"/>
          </a:xfrm>
          <a:prstGeom prst="rect">
            <a:avLst/>
          </a:prstGeom>
        </p:spPr>
      </p:pic>
      <p:pic>
        <p:nvPicPr>
          <p:cNvPr id="3" name="Picture 2" descr="Icon&#10;&#10;Description automatically generated">
            <a:extLst>
              <a:ext uri="{FF2B5EF4-FFF2-40B4-BE49-F238E27FC236}">
                <a16:creationId xmlns:a16="http://schemas.microsoft.com/office/drawing/2014/main" id="{11F6C67E-2EC4-AC73-34C6-68C7EC9BB7B8}"/>
              </a:ext>
            </a:extLst>
          </p:cNvPr>
          <p:cNvPicPr>
            <a:picLocks noChangeAspect="1"/>
          </p:cNvPicPr>
          <p:nvPr userDrawn="1"/>
        </p:nvPicPr>
        <p:blipFill rotWithShape="1">
          <a:blip r:embed="rId3" cstate="print">
            <a:duotone>
              <a:prstClr val="black"/>
              <a:schemeClr val="tx2">
                <a:tint val="45000"/>
                <a:satMod val="400000"/>
              </a:schemeClr>
            </a:duotone>
            <a:extLst>
              <a:ext uri="{28A0092B-C50C-407E-A947-70E740481C1C}">
                <a14:useLocalDpi xmlns:a14="http://schemas.microsoft.com/office/drawing/2010/main"/>
              </a:ext>
            </a:extLst>
          </a:blip>
          <a:srcRect/>
          <a:stretch/>
        </p:blipFill>
        <p:spPr>
          <a:xfrm rot="16200000">
            <a:off x="7858335" y="2237201"/>
            <a:ext cx="6037215" cy="2630119"/>
          </a:xfrm>
          <a:prstGeom prst="rect">
            <a:avLst/>
          </a:prstGeom>
        </p:spPr>
      </p:pic>
      <p:sp>
        <p:nvSpPr>
          <p:cNvPr id="5" name="Oval 4">
            <a:extLst>
              <a:ext uri="{FF2B5EF4-FFF2-40B4-BE49-F238E27FC236}">
                <a16:creationId xmlns:a16="http://schemas.microsoft.com/office/drawing/2014/main" id="{AB155E7F-9568-E2A1-A602-4C1FD4853186}"/>
              </a:ext>
            </a:extLst>
          </p:cNvPr>
          <p:cNvSpPr/>
          <p:nvPr userDrawn="1"/>
        </p:nvSpPr>
        <p:spPr>
          <a:xfrm>
            <a:off x="11604193"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accent3"/>
                </a:solidFill>
                <a:latin typeface="+mj-lt"/>
              </a:rPr>
              <a:t>‹#›</a:t>
            </a:fld>
            <a:endParaRPr lang="en-US" sz="1600">
              <a:solidFill>
                <a:schemeClr val="accent3"/>
              </a:solidFill>
              <a:latin typeface="+mj-lt"/>
            </a:endParaRPr>
          </a:p>
        </p:txBody>
      </p:sp>
    </p:spTree>
    <p:extLst>
      <p:ext uri="{BB962C8B-B14F-4D97-AF65-F5344CB8AC3E}">
        <p14:creationId xmlns:p14="http://schemas.microsoft.com/office/powerpoint/2010/main" val="15048987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93490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6_Custom Layout">
    <p:bg>
      <p:bgPr>
        <a:solidFill>
          <a:schemeClr val="accent4"/>
        </a:solidFill>
        <a:effectLst/>
      </p:bgPr>
    </p:bg>
    <p:spTree>
      <p:nvGrpSpPr>
        <p:cNvPr id="1" name=""/>
        <p:cNvGrpSpPr/>
        <p:nvPr/>
      </p:nvGrpSpPr>
      <p:grpSpPr>
        <a:xfrm>
          <a:off x="0" y="0"/>
          <a:ext cx="0" cy="0"/>
          <a:chOff x="0" y="0"/>
          <a:chExt cx="0" cy="0"/>
        </a:xfrm>
      </p:grpSpPr>
      <p:pic>
        <p:nvPicPr>
          <p:cNvPr id="3" name="Picture 2" descr="A picture containing text, clock&#10;&#10;Description automatically generated">
            <a:extLst>
              <a:ext uri="{FF2B5EF4-FFF2-40B4-BE49-F238E27FC236}">
                <a16:creationId xmlns:a16="http://schemas.microsoft.com/office/drawing/2014/main" id="{16234393-2DEB-47BD-AFD7-F22AF26C37B3}"/>
              </a:ext>
            </a:extLst>
          </p:cNvPr>
          <p:cNvPicPr>
            <a:picLocks noChangeAspect="1"/>
          </p:cNvPicPr>
          <p:nvPr userDrawn="1"/>
        </p:nvPicPr>
        <p:blipFill rotWithShape="1">
          <a:blip r:embed="rId2" cstate="print">
            <a:duotone>
              <a:prstClr val="black"/>
              <a:schemeClr val="tx1">
                <a:tint val="45000"/>
                <a:satMod val="400000"/>
              </a:schemeClr>
            </a:duotone>
            <a:extLst>
              <a:ext uri="{28A0092B-C50C-407E-A947-70E740481C1C}">
                <a14:useLocalDpi xmlns:a14="http://schemas.microsoft.com/office/drawing/2010/main"/>
              </a:ext>
            </a:extLst>
          </a:blip>
          <a:srcRect/>
          <a:stretch/>
        </p:blipFill>
        <p:spPr>
          <a:xfrm>
            <a:off x="4523895" y="238832"/>
            <a:ext cx="6701615" cy="6619168"/>
          </a:xfrm>
          <a:prstGeom prst="rect">
            <a:avLst/>
          </a:prstGeom>
        </p:spPr>
      </p:pic>
      <p:sp>
        <p:nvSpPr>
          <p:cNvPr id="4" name="Text Placeholder 5">
            <a:extLst>
              <a:ext uri="{FF2B5EF4-FFF2-40B4-BE49-F238E27FC236}">
                <a16:creationId xmlns:a16="http://schemas.microsoft.com/office/drawing/2014/main" id="{7E2A77E9-310A-496A-8432-B243B55C203C}"/>
              </a:ext>
            </a:extLst>
          </p:cNvPr>
          <p:cNvSpPr>
            <a:spLocks noGrp="1"/>
          </p:cNvSpPr>
          <p:nvPr>
            <p:ph type="body" sz="quarter" idx="11" hasCustomPrompt="1"/>
          </p:nvPr>
        </p:nvSpPr>
        <p:spPr>
          <a:xfrm>
            <a:off x="701041" y="2920187"/>
            <a:ext cx="7090513" cy="938212"/>
          </a:xfrm>
          <a:prstGeom prst="rect">
            <a:avLst/>
          </a:prstGeom>
        </p:spPr>
        <p:txBody>
          <a:bodyPr anchor="ctr"/>
          <a:lstStyle>
            <a:lvl1pPr marL="0" indent="0">
              <a:buNone/>
              <a:defRPr sz="4800" b="1">
                <a:solidFill>
                  <a:schemeClr val="tx2"/>
                </a:solidFill>
                <a:latin typeface="Overpass" panose="020B0503020203020203" pitchFamily="34" charset="0"/>
              </a:defRPr>
            </a:lvl1pPr>
            <a:lvl2pPr marL="457189" indent="0">
              <a:buNone/>
              <a:defRPr/>
            </a:lvl2pPr>
          </a:lstStyle>
          <a:p>
            <a:pPr lvl="0"/>
            <a:r>
              <a:rPr lang="en-US"/>
              <a:t>Click here to insert title</a:t>
            </a:r>
          </a:p>
        </p:txBody>
      </p:sp>
      <p:sp>
        <p:nvSpPr>
          <p:cNvPr id="5" name="Text Placeholder 5">
            <a:extLst>
              <a:ext uri="{FF2B5EF4-FFF2-40B4-BE49-F238E27FC236}">
                <a16:creationId xmlns:a16="http://schemas.microsoft.com/office/drawing/2014/main" id="{307D23FA-F47E-4939-B5D6-A8CDEABEF3F4}"/>
              </a:ext>
            </a:extLst>
          </p:cNvPr>
          <p:cNvSpPr>
            <a:spLocks noGrp="1"/>
          </p:cNvSpPr>
          <p:nvPr>
            <p:ph type="body" sz="quarter" idx="12" hasCustomPrompt="1"/>
          </p:nvPr>
        </p:nvSpPr>
        <p:spPr>
          <a:xfrm>
            <a:off x="701040" y="1356267"/>
            <a:ext cx="3349085" cy="938212"/>
          </a:xfrm>
          <a:prstGeom prst="rect">
            <a:avLst/>
          </a:prstGeom>
        </p:spPr>
        <p:txBody>
          <a:bodyPr anchor="ctr"/>
          <a:lstStyle>
            <a:lvl1pPr marL="0" indent="0">
              <a:buNone/>
              <a:defRPr sz="1800" b="1">
                <a:solidFill>
                  <a:schemeClr val="tx2"/>
                </a:solidFill>
                <a:latin typeface="Overpass" panose="020B0503020203020203" pitchFamily="34" charset="0"/>
              </a:defRPr>
            </a:lvl1pPr>
            <a:lvl2pPr marL="457189" indent="0">
              <a:buNone/>
              <a:defRPr/>
            </a:lvl2pPr>
          </a:lstStyle>
          <a:p>
            <a:pPr lvl="0"/>
            <a:r>
              <a:rPr lang="en-US"/>
              <a:t>Click here to insert text.</a:t>
            </a:r>
          </a:p>
        </p:txBody>
      </p:sp>
    </p:spTree>
    <p:extLst>
      <p:ext uri="{BB962C8B-B14F-4D97-AF65-F5344CB8AC3E}">
        <p14:creationId xmlns:p14="http://schemas.microsoft.com/office/powerpoint/2010/main" val="375644229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500BB9B-A160-7CA5-1727-2D93BA6BE3AF}"/>
              </a:ext>
            </a:extLst>
          </p:cNvPr>
          <p:cNvGrpSpPr/>
          <p:nvPr userDrawn="1"/>
        </p:nvGrpSpPr>
        <p:grpSpPr>
          <a:xfrm>
            <a:off x="587809" y="6485648"/>
            <a:ext cx="3739643" cy="248633"/>
            <a:chOff x="212027" y="6512125"/>
            <a:chExt cx="3228488" cy="325446"/>
          </a:xfrm>
        </p:grpSpPr>
        <p:sp>
          <p:nvSpPr>
            <p:cNvPr id="3" name="TextBox 2">
              <a:extLst>
                <a:ext uri="{FF2B5EF4-FFF2-40B4-BE49-F238E27FC236}">
                  <a16:creationId xmlns:a16="http://schemas.microsoft.com/office/drawing/2014/main" id="{16A8D3E6-9517-049D-92A0-B7C608033BAA}"/>
                </a:ext>
              </a:extLst>
            </p:cNvPr>
            <p:cNvSpPr txBox="1"/>
            <p:nvPr userDrawn="1"/>
          </p:nvSpPr>
          <p:spPr>
            <a:xfrm>
              <a:off x="998355" y="6515282"/>
              <a:ext cx="2442160" cy="322289"/>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E5E5E5"/>
                </a:solidFill>
                <a:effectLst/>
                <a:uLnTx/>
                <a:uFillTx/>
                <a:latin typeface="Overpass Medium" panose="020B0503020203020203" pitchFamily="34" charset="0"/>
                <a:ea typeface="+mn-ea"/>
                <a:cs typeface="Arial" panose="020B0604020202020204" pitchFamily="34" charset="0"/>
              </a:endParaRPr>
            </a:p>
          </p:txBody>
        </p:sp>
        <p:sp>
          <p:nvSpPr>
            <p:cNvPr id="4" name="TextBox 3">
              <a:extLst>
                <a:ext uri="{FF2B5EF4-FFF2-40B4-BE49-F238E27FC236}">
                  <a16:creationId xmlns:a16="http://schemas.microsoft.com/office/drawing/2014/main" id="{D3F1C25C-677D-32A2-5002-86F5AC7B9B40}"/>
                </a:ext>
              </a:extLst>
            </p:cNvPr>
            <p:cNvSpPr txBox="1"/>
            <p:nvPr userDrawn="1"/>
          </p:nvSpPr>
          <p:spPr>
            <a:xfrm>
              <a:off x="212027" y="6512125"/>
              <a:ext cx="2910951" cy="322289"/>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5E5E5"/>
                  </a:solidFill>
                  <a:effectLst/>
                  <a:uLnTx/>
                  <a:uFillTx/>
                  <a:latin typeface="Overpass Medium" panose="020B0503020203020203" pitchFamily="34" charset="0"/>
                  <a:ea typeface="+mn-ea"/>
                  <a:cs typeface="+mn-cs"/>
                </a:rPr>
                <a:t>©2024 Nordic</a:t>
              </a:r>
              <a:r>
                <a:rPr kumimoji="0" lang="en-US" sz="1000" b="0" i="0" u="none" strike="noStrike" kern="1200" cap="none" spc="0" normalizeH="0" baseline="30000" noProof="0">
                  <a:ln>
                    <a:noFill/>
                  </a:ln>
                  <a:solidFill>
                    <a:srgbClr val="E5E5E5"/>
                  </a:solidFill>
                  <a:effectLst/>
                  <a:uLnTx/>
                  <a:uFillTx/>
                  <a:latin typeface="Overpass Medium" panose="020B0503020203020203" pitchFamily="34" charset="0"/>
                  <a:ea typeface="+mn-ea"/>
                  <a:cs typeface="+mn-cs"/>
                </a:rPr>
                <a:t>™</a:t>
              </a:r>
              <a:r>
                <a:rPr kumimoji="0" lang="en-US" sz="1000" b="0" i="0" u="none" strike="noStrike" kern="1200" cap="none" spc="0" normalizeH="0" baseline="0" noProof="0">
                  <a:ln>
                    <a:noFill/>
                  </a:ln>
                  <a:solidFill>
                    <a:srgbClr val="E5E5E5"/>
                  </a:solidFill>
                  <a:effectLst/>
                  <a:uLnTx/>
                  <a:uFillTx/>
                  <a:latin typeface="Overpass Medium" panose="020B0503020203020203" pitchFamily="34" charset="0"/>
                  <a:ea typeface="+mn-ea"/>
                  <a:cs typeface="+mn-cs"/>
                </a:rPr>
                <a:t>. All rights reserved. Confidential.</a:t>
              </a:r>
              <a:endParaRPr kumimoji="0" lang="en-US" sz="1000" b="0" i="0" u="none" strike="noStrike" kern="1200" cap="none" spc="0" normalizeH="0" baseline="0" noProof="0">
                <a:ln>
                  <a:noFill/>
                </a:ln>
                <a:solidFill>
                  <a:srgbClr val="E5E5E5"/>
                </a:solidFill>
                <a:effectLst/>
                <a:uLnTx/>
                <a:uFillTx/>
                <a:latin typeface="Overpass Medium" panose="020B0503020203020203" pitchFamily="34" charset="0"/>
                <a:ea typeface="+mn-ea"/>
                <a:cs typeface="Arial" panose="020B0604020202020204" pitchFamily="34" charset="0"/>
              </a:endParaRPr>
            </a:p>
          </p:txBody>
        </p:sp>
      </p:grpSp>
    </p:spTree>
    <p:extLst>
      <p:ext uri="{BB962C8B-B14F-4D97-AF65-F5344CB8AC3E}">
        <p14:creationId xmlns:p14="http://schemas.microsoft.com/office/powerpoint/2010/main" val="2580537597"/>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78EA-BDA0-5F4B-8DF3-5E9B6477E49F}"/>
              </a:ext>
            </a:extLst>
          </p:cNvPr>
          <p:cNvSpPr>
            <a:spLocks noGrp="1"/>
          </p:cNvSpPr>
          <p:nvPr>
            <p:ph type="title"/>
          </p:nvPr>
        </p:nvSpPr>
        <p:spPr>
          <a:xfrm>
            <a:off x="5475403" y="839641"/>
            <a:ext cx="5537264" cy="1325563"/>
          </a:xfrm>
          <a:prstGeom prst="rect">
            <a:avLst/>
          </a:prstGeom>
        </p:spPr>
        <p:txBody>
          <a:bodyPr anchor="ctr">
            <a:normAutofit/>
          </a:bodyPr>
          <a:lstStyle>
            <a:lvl1pPr>
              <a:defRPr lang="en-US" sz="3600" b="1" i="0" kern="1200" dirty="0">
                <a:solidFill>
                  <a:srgbClr val="78BE20"/>
                </a:solidFill>
                <a:latin typeface="Overpass" pitchFamily="2" charset="77"/>
                <a:ea typeface="+mj-ea"/>
                <a:cs typeface="Arial" panose="020B0604020202020204" pitchFamily="34" charset="0"/>
              </a:defRPr>
            </a:lvl1pPr>
          </a:lstStyle>
          <a:p>
            <a:r>
              <a:rPr lang="en-US"/>
              <a:t>Click to edit Master title</a:t>
            </a:r>
          </a:p>
        </p:txBody>
      </p:sp>
      <p:sp>
        <p:nvSpPr>
          <p:cNvPr id="6" name="Rectangle 5">
            <a:extLst>
              <a:ext uri="{FF2B5EF4-FFF2-40B4-BE49-F238E27FC236}">
                <a16:creationId xmlns:a16="http://schemas.microsoft.com/office/drawing/2014/main" id="{09544084-F33D-AE49-99BC-07C07C77723D}"/>
              </a:ext>
            </a:extLst>
          </p:cNvPr>
          <p:cNvSpPr/>
          <p:nvPr userDrawn="1"/>
        </p:nvSpPr>
        <p:spPr>
          <a:xfrm>
            <a:off x="0" y="3429003"/>
            <a:ext cx="12192000" cy="292565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5" name="Picture 4">
            <a:extLst>
              <a:ext uri="{FF2B5EF4-FFF2-40B4-BE49-F238E27FC236}">
                <a16:creationId xmlns:a16="http://schemas.microsoft.com/office/drawing/2014/main" id="{468D6309-4074-7144-BA8F-C5A0A114D193}"/>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94283" y="-161632"/>
            <a:ext cx="4678764" cy="6335733"/>
          </a:xfrm>
          <a:prstGeom prst="rect">
            <a:avLst/>
          </a:prstGeom>
        </p:spPr>
      </p:pic>
      <p:sp>
        <p:nvSpPr>
          <p:cNvPr id="4" name="Text Placeholder 3">
            <a:extLst>
              <a:ext uri="{FF2B5EF4-FFF2-40B4-BE49-F238E27FC236}">
                <a16:creationId xmlns:a16="http://schemas.microsoft.com/office/drawing/2014/main" id="{74DE0E02-40E2-EA44-8DCD-62D2D944A10E}"/>
              </a:ext>
            </a:extLst>
          </p:cNvPr>
          <p:cNvSpPr>
            <a:spLocks noGrp="1"/>
          </p:cNvSpPr>
          <p:nvPr>
            <p:ph type="body" sz="quarter" idx="11"/>
          </p:nvPr>
        </p:nvSpPr>
        <p:spPr>
          <a:xfrm>
            <a:off x="5475288" y="2165349"/>
            <a:ext cx="5537200" cy="3843339"/>
          </a:xfrm>
          <a:prstGeom prst="rect">
            <a:avLst/>
          </a:prstGeom>
        </p:spPr>
        <p:txBody>
          <a:bodyPr/>
          <a:lstStyle>
            <a:lvl1pPr marL="228584" indent="-228584">
              <a:buFont typeface="Wingdings" panose="05000000000000000000" pitchFamily="2" charset="2"/>
              <a:buChar char="§"/>
              <a:defRPr>
                <a:latin typeface="Source Sans Pro" panose="020B0503030403020204" pitchFamily="34" charset="0"/>
              </a:defRPr>
            </a:lvl1pPr>
            <a:lvl2pPr marL="685750" indent="-228584">
              <a:buFont typeface="Wingdings" panose="05000000000000000000" pitchFamily="2" charset="2"/>
              <a:buChar char="§"/>
              <a:defRPr>
                <a:latin typeface="Source Sans Pro" panose="020B0503030403020204" pitchFamily="34" charset="0"/>
              </a:defRPr>
            </a:lvl2pPr>
            <a:lvl3pPr marL="1142914" indent="-228584">
              <a:buFont typeface="Wingdings" panose="05000000000000000000" pitchFamily="2" charset="2"/>
              <a:buChar char="§"/>
              <a:defRPr>
                <a:latin typeface="Source Sans Pro" panose="020B0503030403020204" pitchFamily="34" charset="0"/>
              </a:defRPr>
            </a:lvl3pPr>
            <a:lvl4pPr marL="1600080" indent="-228584">
              <a:buFont typeface="Wingdings" panose="05000000000000000000" pitchFamily="2" charset="2"/>
              <a:buChar char="§"/>
              <a:defRPr>
                <a:latin typeface="Source Sans Pro" panose="020B0503030403020204" pitchFamily="34" charset="0"/>
              </a:defRPr>
            </a:lvl4pPr>
            <a:lvl5pPr marL="2057247" indent="-228584">
              <a:buFont typeface="Wingdings" panose="05000000000000000000" pitchFamily="2" charset="2"/>
              <a:buChar char="§"/>
              <a:defRPr>
                <a:latin typeface="Source Sans Pro" panose="020B0503030403020204" pitchFamily="34" charset="0"/>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9" name="TextBox 18">
            <a:extLst>
              <a:ext uri="{FF2B5EF4-FFF2-40B4-BE49-F238E27FC236}">
                <a16:creationId xmlns:a16="http://schemas.microsoft.com/office/drawing/2014/main" id="{B673D9C3-97C0-4D91-A9A6-5445CB424DF4}"/>
              </a:ext>
            </a:extLst>
          </p:cNvPr>
          <p:cNvSpPr txBox="1"/>
          <p:nvPr userDrawn="1"/>
        </p:nvSpPr>
        <p:spPr>
          <a:xfrm>
            <a:off x="1498633" y="6488055"/>
            <a:ext cx="2828819" cy="246221"/>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a:t>
            </a:r>
            <a:endParaRPr lang="en-US" sz="1000">
              <a:solidFill>
                <a:schemeClr val="bg1"/>
              </a:solidFill>
              <a:latin typeface="Overpass" panose="020B0503020203020203" pitchFamily="34" charset="0"/>
              <a:cs typeface="Arial" panose="020B0604020202020204" pitchFamily="34" charset="0"/>
            </a:endParaRPr>
          </a:p>
        </p:txBody>
      </p:sp>
    </p:spTree>
    <p:extLst>
      <p:ext uri="{BB962C8B-B14F-4D97-AF65-F5344CB8AC3E}">
        <p14:creationId xmlns:p14="http://schemas.microsoft.com/office/powerpoint/2010/main" val="1262684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pic>
        <p:nvPicPr>
          <p:cNvPr id="7" name="Picture 6" descr="Icon&#10;&#10;Description automatically generated">
            <a:extLst>
              <a:ext uri="{FF2B5EF4-FFF2-40B4-BE49-F238E27FC236}">
                <a16:creationId xmlns:a16="http://schemas.microsoft.com/office/drawing/2014/main" id="{88CE17C1-789D-9349-810A-D805E83606C6}"/>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6634"/>
          <a:stretch/>
        </p:blipFill>
        <p:spPr>
          <a:xfrm>
            <a:off x="1" y="-2266"/>
            <a:ext cx="3058160" cy="6860268"/>
          </a:xfrm>
          <a:prstGeom prst="rect">
            <a:avLst/>
          </a:prstGeom>
        </p:spPr>
      </p:pic>
      <p:sp>
        <p:nvSpPr>
          <p:cNvPr id="6" name="Text Placeholder 5">
            <a:extLst>
              <a:ext uri="{FF2B5EF4-FFF2-40B4-BE49-F238E27FC236}">
                <a16:creationId xmlns:a16="http://schemas.microsoft.com/office/drawing/2014/main" id="{FC2CCF97-0600-D24C-B0F0-C64700C8D708}"/>
              </a:ext>
            </a:extLst>
          </p:cNvPr>
          <p:cNvSpPr>
            <a:spLocks noGrp="1"/>
          </p:cNvSpPr>
          <p:nvPr>
            <p:ph type="body" sz="quarter" idx="11"/>
          </p:nvPr>
        </p:nvSpPr>
        <p:spPr>
          <a:xfrm>
            <a:off x="3497263" y="2081683"/>
            <a:ext cx="7962900" cy="3938588"/>
          </a:xfrm>
          <a:prstGeom prst="rect">
            <a:avLst/>
          </a:prstGeom>
        </p:spPr>
        <p:txBody>
          <a:bodyPr/>
          <a:lstStyle>
            <a:lvl1pPr marL="228584" indent="-228584">
              <a:buFont typeface="Wingdings" panose="05000000000000000000" pitchFamily="2" charset="2"/>
              <a:buChar char="§"/>
              <a:defRPr>
                <a:solidFill>
                  <a:schemeClr val="tx1"/>
                </a:solidFill>
                <a:latin typeface="Source Sans Pro" panose="020B0503030403020204" pitchFamily="34" charset="0"/>
              </a:defRPr>
            </a:lvl1pPr>
            <a:lvl2pPr marL="685750" indent="-228584">
              <a:buFont typeface="Wingdings" panose="05000000000000000000" pitchFamily="2" charset="2"/>
              <a:buChar char="§"/>
              <a:defRPr>
                <a:solidFill>
                  <a:schemeClr val="tx1"/>
                </a:solidFill>
                <a:latin typeface="Source Sans Pro" panose="020B0503030403020204" pitchFamily="34" charset="0"/>
              </a:defRPr>
            </a:lvl2pPr>
            <a:lvl3pPr marL="1142914" indent="-228584">
              <a:buFont typeface="Wingdings" panose="05000000000000000000" pitchFamily="2" charset="2"/>
              <a:buChar char="§"/>
              <a:defRPr>
                <a:solidFill>
                  <a:schemeClr val="tx1"/>
                </a:solidFill>
                <a:latin typeface="Source Sans Pro" panose="020B0503030403020204" pitchFamily="34" charset="0"/>
              </a:defRPr>
            </a:lvl3pPr>
            <a:lvl4pPr marL="1600080" indent="-228584">
              <a:buFont typeface="Wingdings" panose="05000000000000000000" pitchFamily="2" charset="2"/>
              <a:buChar char="§"/>
              <a:defRPr>
                <a:solidFill>
                  <a:schemeClr val="tx1"/>
                </a:solidFill>
                <a:latin typeface="Source Sans Pro" panose="020B0503030403020204" pitchFamily="34" charset="0"/>
              </a:defRPr>
            </a:lvl4pPr>
            <a:lvl5pPr marL="2057247" indent="-228584">
              <a:buFont typeface="Wingdings" panose="05000000000000000000" pitchFamily="2" charset="2"/>
              <a:buChar char="§"/>
              <a:defRPr>
                <a:solidFill>
                  <a:schemeClr val="tx1"/>
                </a:solidFill>
                <a:latin typeface="Source Sans Pro" panose="020B0503030403020204" pitchFamily="34" charset="0"/>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a:p>
            <a:pPr lvl="0"/>
            <a:endParaRPr lang="en-US"/>
          </a:p>
        </p:txBody>
      </p:sp>
      <p:sp>
        <p:nvSpPr>
          <p:cNvPr id="8" name="Title 1">
            <a:extLst>
              <a:ext uri="{FF2B5EF4-FFF2-40B4-BE49-F238E27FC236}">
                <a16:creationId xmlns:a16="http://schemas.microsoft.com/office/drawing/2014/main" id="{9785BB4C-758C-41ED-ACEE-FBF000AF44B0}"/>
              </a:ext>
            </a:extLst>
          </p:cNvPr>
          <p:cNvSpPr>
            <a:spLocks noGrp="1"/>
          </p:cNvSpPr>
          <p:nvPr>
            <p:ph type="title"/>
          </p:nvPr>
        </p:nvSpPr>
        <p:spPr>
          <a:xfrm>
            <a:off x="3497265" y="605745"/>
            <a:ext cx="7962955" cy="862943"/>
          </a:xfrm>
          <a:prstGeom prst="rect">
            <a:avLst/>
          </a:prstGeom>
        </p:spPr>
        <p:txBody>
          <a:bodyPr anchor="ctr">
            <a:normAutofit/>
          </a:bodyPr>
          <a:lstStyle>
            <a:lvl1pPr>
              <a:defRPr lang="en-US" sz="3600" b="1" i="0" kern="1200" dirty="0">
                <a:solidFill>
                  <a:srgbClr val="78BE20"/>
                </a:solidFill>
                <a:latin typeface="Overpass" pitchFamily="2" charset="77"/>
                <a:ea typeface="+mj-ea"/>
                <a:cs typeface="Arial" panose="020B0604020202020204" pitchFamily="34" charset="0"/>
              </a:defRPr>
            </a:lvl1pPr>
          </a:lstStyle>
          <a:p>
            <a:r>
              <a:rPr lang="en-US"/>
              <a:t>Click to edit Master title</a:t>
            </a:r>
          </a:p>
        </p:txBody>
      </p:sp>
      <p:sp>
        <p:nvSpPr>
          <p:cNvPr id="9" name="Text Placeholder 4">
            <a:extLst>
              <a:ext uri="{FF2B5EF4-FFF2-40B4-BE49-F238E27FC236}">
                <a16:creationId xmlns:a16="http://schemas.microsoft.com/office/drawing/2014/main" id="{D843571C-9E97-4DFA-A64C-B257E87DD358}"/>
              </a:ext>
            </a:extLst>
          </p:cNvPr>
          <p:cNvSpPr>
            <a:spLocks noGrp="1"/>
          </p:cNvSpPr>
          <p:nvPr>
            <p:ph type="body" sz="quarter" idx="12" hasCustomPrompt="1"/>
          </p:nvPr>
        </p:nvSpPr>
        <p:spPr>
          <a:xfrm>
            <a:off x="3502504" y="1468685"/>
            <a:ext cx="7957661" cy="439739"/>
          </a:xfrm>
          <a:prstGeom prst="rect">
            <a:avLst/>
          </a:prstGeom>
        </p:spPr>
        <p:txBody>
          <a:bodyPr anchor="ctr"/>
          <a:lstStyle>
            <a:lvl1pPr marL="0" indent="0">
              <a:buNone/>
              <a:defRPr lang="en-US" sz="2800" b="1" kern="1200">
                <a:solidFill>
                  <a:schemeClr val="tx1"/>
                </a:solidFill>
                <a:latin typeface="Overpass" panose="020B0503020203020203" pitchFamily="34" charset="0"/>
                <a:ea typeface="+mn-ea"/>
                <a:cs typeface="+mn-cs"/>
              </a:defRPr>
            </a:lvl1pPr>
          </a:lstStyle>
          <a:p>
            <a:pPr lvl="0"/>
            <a:r>
              <a:rPr lang="en-US"/>
              <a:t>Subtitle</a:t>
            </a:r>
          </a:p>
        </p:txBody>
      </p:sp>
    </p:spTree>
    <p:extLst>
      <p:ext uri="{BB962C8B-B14F-4D97-AF65-F5344CB8AC3E}">
        <p14:creationId xmlns:p14="http://schemas.microsoft.com/office/powerpoint/2010/main" val="3584046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3E53F691-6EE3-344E-9D74-A78A313A310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4"/>
            <a:ext cx="6285011" cy="6408329"/>
          </a:xfrm>
          <a:prstGeom prst="rect">
            <a:avLst/>
          </a:prstGeom>
        </p:spPr>
      </p:pic>
      <p:sp>
        <p:nvSpPr>
          <p:cNvPr id="8" name="Title 1">
            <a:extLst>
              <a:ext uri="{FF2B5EF4-FFF2-40B4-BE49-F238E27FC236}">
                <a16:creationId xmlns:a16="http://schemas.microsoft.com/office/drawing/2014/main" id="{58FBD500-2278-8942-8FBF-595DB95F0159}"/>
              </a:ext>
            </a:extLst>
          </p:cNvPr>
          <p:cNvSpPr>
            <a:spLocks noGrp="1"/>
          </p:cNvSpPr>
          <p:nvPr>
            <p:ph type="title"/>
          </p:nvPr>
        </p:nvSpPr>
        <p:spPr>
          <a:xfrm>
            <a:off x="6596745" y="839641"/>
            <a:ext cx="5251947" cy="1325563"/>
          </a:xfrm>
          <a:prstGeom prst="rect">
            <a:avLst/>
          </a:prstGeom>
        </p:spPr>
        <p:txBody>
          <a:bodyPr anchor="ctr">
            <a:normAutofit/>
          </a:bodyPr>
          <a:lstStyle>
            <a:lvl1pPr>
              <a:defRPr lang="en-US" sz="3600" b="1" i="0" kern="1200" dirty="0">
                <a:solidFill>
                  <a:srgbClr val="78BE20"/>
                </a:solidFill>
                <a:latin typeface="Overpass" pitchFamily="2" charset="77"/>
                <a:ea typeface="+mj-ea"/>
                <a:cs typeface="Arial" panose="020B0604020202020204" pitchFamily="34" charset="0"/>
              </a:defRPr>
            </a:lvl1pPr>
          </a:lstStyle>
          <a:p>
            <a:r>
              <a:rPr lang="en-US"/>
              <a:t>Click to edit Master title</a:t>
            </a:r>
          </a:p>
        </p:txBody>
      </p:sp>
      <p:sp>
        <p:nvSpPr>
          <p:cNvPr id="9" name="Text Placeholder 7">
            <a:extLst>
              <a:ext uri="{FF2B5EF4-FFF2-40B4-BE49-F238E27FC236}">
                <a16:creationId xmlns:a16="http://schemas.microsoft.com/office/drawing/2014/main" id="{25E22C06-0237-8C4A-96FA-D5FAE4548B91}"/>
              </a:ext>
            </a:extLst>
          </p:cNvPr>
          <p:cNvSpPr>
            <a:spLocks noGrp="1"/>
          </p:cNvSpPr>
          <p:nvPr>
            <p:ph type="body" sz="quarter" idx="11"/>
          </p:nvPr>
        </p:nvSpPr>
        <p:spPr>
          <a:xfrm>
            <a:off x="6596743" y="2837704"/>
            <a:ext cx="5253037" cy="3356909"/>
          </a:xfrm>
          <a:prstGeom prst="rect">
            <a:avLst/>
          </a:prstGeom>
        </p:spPr>
        <p:txBody>
          <a:bodyPr/>
          <a:lstStyle>
            <a:lvl1pPr marL="228584" indent="-228584">
              <a:buFont typeface="Wingdings" panose="05000000000000000000" pitchFamily="2" charset="2"/>
              <a:buChar char="§"/>
              <a:defRPr/>
            </a:lvl1pPr>
            <a:lvl2pPr marL="685750" indent="-228584">
              <a:buFont typeface="Wingdings" panose="05000000000000000000" pitchFamily="2" charset="2"/>
              <a:buChar char="§"/>
              <a:defRPr/>
            </a:lvl2pPr>
            <a:lvl3pPr marL="1142914" indent="-228584">
              <a:buFont typeface="Wingdings" panose="05000000000000000000" pitchFamily="2" charset="2"/>
              <a:buChar char="§"/>
              <a:defRPr/>
            </a:lvl3pPr>
            <a:lvl4pPr marL="1600080" indent="-228584">
              <a:buFont typeface="Wingdings" panose="05000000000000000000" pitchFamily="2" charset="2"/>
              <a:buChar char="§"/>
              <a:defRPr/>
            </a:lvl4pPr>
            <a:lvl5pPr marL="2057247" indent="-228584">
              <a:buFont typeface="Wingdings" panose="05000000000000000000" pitchFamily="2" charset="2"/>
              <a:buChar char="§"/>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2" name="Rectangle 11">
            <a:extLst>
              <a:ext uri="{FF2B5EF4-FFF2-40B4-BE49-F238E27FC236}">
                <a16:creationId xmlns:a16="http://schemas.microsoft.com/office/drawing/2014/main" id="{A4685DCA-A270-1B47-A53F-D59F60142308}"/>
              </a:ext>
            </a:extLst>
          </p:cNvPr>
          <p:cNvSpPr/>
          <p:nvPr userDrawn="1"/>
        </p:nvSpPr>
        <p:spPr>
          <a:xfrm>
            <a:off x="594280" y="6408329"/>
            <a:ext cx="210314" cy="215444"/>
          </a:xfrm>
          <a:prstGeom prst="rect">
            <a:avLst/>
          </a:prstGeom>
        </p:spPr>
        <p:txBody>
          <a:bodyPr wrap="none">
            <a:spAutoFit/>
          </a:bodyPr>
          <a:lstStyle/>
          <a:p>
            <a:r>
              <a:rPr lang="en-US" sz="800" b="0" i="0" kern="1200">
                <a:solidFill>
                  <a:schemeClr val="bg1"/>
                </a:solidFill>
                <a:effectLst/>
                <a:latin typeface="+mn-lt"/>
                <a:ea typeface="+mn-ea"/>
                <a:cs typeface="+mn-cs"/>
              </a:rPr>
              <a:t>.</a:t>
            </a:r>
            <a:endParaRPr lang="en-US" sz="1351"/>
          </a:p>
        </p:txBody>
      </p:sp>
      <p:sp>
        <p:nvSpPr>
          <p:cNvPr id="7" name="Text Placeholder 4">
            <a:extLst>
              <a:ext uri="{FF2B5EF4-FFF2-40B4-BE49-F238E27FC236}">
                <a16:creationId xmlns:a16="http://schemas.microsoft.com/office/drawing/2014/main" id="{1332E98A-D21E-4672-ACF3-7B039571889B}"/>
              </a:ext>
            </a:extLst>
          </p:cNvPr>
          <p:cNvSpPr>
            <a:spLocks noGrp="1"/>
          </p:cNvSpPr>
          <p:nvPr>
            <p:ph type="body" sz="quarter" idx="12" hasCustomPrompt="1"/>
          </p:nvPr>
        </p:nvSpPr>
        <p:spPr>
          <a:xfrm>
            <a:off x="6596745" y="2176893"/>
            <a:ext cx="5251947" cy="439739"/>
          </a:xfrm>
          <a:prstGeom prst="rect">
            <a:avLst/>
          </a:prstGeom>
        </p:spPr>
        <p:txBody>
          <a:bodyPr anchor="ctr"/>
          <a:lstStyle>
            <a:lvl1pPr marL="0" indent="0">
              <a:buNone/>
              <a:defRPr lang="en-US" sz="2800" b="1" kern="1200">
                <a:solidFill>
                  <a:schemeClr val="tx1"/>
                </a:solidFill>
                <a:latin typeface="Overpass" panose="020B0503020203020203" pitchFamily="34" charset="0"/>
                <a:ea typeface="+mn-ea"/>
                <a:cs typeface="+mn-cs"/>
              </a:defRPr>
            </a:lvl1pPr>
          </a:lstStyle>
          <a:p>
            <a:pPr lvl="0"/>
            <a:r>
              <a:rPr lang="en-US"/>
              <a:t>Subtitle</a:t>
            </a:r>
          </a:p>
        </p:txBody>
      </p:sp>
    </p:spTree>
    <p:extLst>
      <p:ext uri="{BB962C8B-B14F-4D97-AF65-F5344CB8AC3E}">
        <p14:creationId xmlns:p14="http://schemas.microsoft.com/office/powerpoint/2010/main" val="3898984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3E53F691-6EE3-344E-9D74-A78A313A310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4"/>
            <a:ext cx="6285011" cy="6408329"/>
          </a:xfrm>
          <a:prstGeom prst="rect">
            <a:avLst/>
          </a:prstGeom>
        </p:spPr>
      </p:pic>
      <p:sp>
        <p:nvSpPr>
          <p:cNvPr id="12" name="Rectangle 11">
            <a:extLst>
              <a:ext uri="{FF2B5EF4-FFF2-40B4-BE49-F238E27FC236}">
                <a16:creationId xmlns:a16="http://schemas.microsoft.com/office/drawing/2014/main" id="{A4685DCA-A270-1B47-A53F-D59F60142308}"/>
              </a:ext>
            </a:extLst>
          </p:cNvPr>
          <p:cNvSpPr/>
          <p:nvPr userDrawn="1"/>
        </p:nvSpPr>
        <p:spPr>
          <a:xfrm>
            <a:off x="594280" y="6408329"/>
            <a:ext cx="210314" cy="215444"/>
          </a:xfrm>
          <a:prstGeom prst="rect">
            <a:avLst/>
          </a:prstGeom>
        </p:spPr>
        <p:txBody>
          <a:bodyPr wrap="none">
            <a:spAutoFit/>
          </a:bodyPr>
          <a:lstStyle/>
          <a:p>
            <a:r>
              <a:rPr lang="en-US" sz="800" b="0" i="0" kern="1200">
                <a:solidFill>
                  <a:schemeClr val="bg1"/>
                </a:solidFill>
                <a:effectLst/>
                <a:latin typeface="+mn-lt"/>
                <a:ea typeface="+mn-ea"/>
                <a:cs typeface="+mn-cs"/>
              </a:rPr>
              <a:t>.</a:t>
            </a:r>
            <a:endParaRPr lang="en-US" sz="1351"/>
          </a:p>
        </p:txBody>
      </p:sp>
      <p:pic>
        <p:nvPicPr>
          <p:cNvPr id="7" name="Picture 6" descr="Logo&#10;&#10;Description automatically generated with medium confidence">
            <a:hlinkClick r:id="rId3"/>
            <a:extLst>
              <a:ext uri="{FF2B5EF4-FFF2-40B4-BE49-F238E27FC236}">
                <a16:creationId xmlns:a16="http://schemas.microsoft.com/office/drawing/2014/main" id="{61D64E02-A949-49E5-95FD-BC34C5CD08F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760345" y="5899601"/>
            <a:ext cx="1095457" cy="526571"/>
          </a:xfrm>
          <a:prstGeom prst="rect">
            <a:avLst/>
          </a:prstGeom>
        </p:spPr>
      </p:pic>
      <p:pic>
        <p:nvPicPr>
          <p:cNvPr id="11" name="Picture 10" descr="Text&#10;&#10;Description automatically generated">
            <a:hlinkClick r:id="rId5"/>
            <a:extLst>
              <a:ext uri="{FF2B5EF4-FFF2-40B4-BE49-F238E27FC236}">
                <a16:creationId xmlns:a16="http://schemas.microsoft.com/office/drawing/2014/main" id="{B80FD0C1-C853-4A48-98FC-3DCA626E8D4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8024858" y="5863304"/>
            <a:ext cx="2077983" cy="546837"/>
          </a:xfrm>
          <a:prstGeom prst="rect">
            <a:avLst/>
          </a:prstGeom>
        </p:spPr>
      </p:pic>
      <p:pic>
        <p:nvPicPr>
          <p:cNvPr id="13" name="Picture 12" descr="A picture containing text&#10;&#10;Description automatically generated">
            <a:hlinkClick r:id="rId7"/>
            <a:extLst>
              <a:ext uri="{FF2B5EF4-FFF2-40B4-BE49-F238E27FC236}">
                <a16:creationId xmlns:a16="http://schemas.microsoft.com/office/drawing/2014/main" id="{D9E97713-D1A7-4F25-AF9A-73709BD37FB8}"/>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10102837" y="5867643"/>
            <a:ext cx="1494883" cy="538159"/>
          </a:xfrm>
          <a:prstGeom prst="rect">
            <a:avLst/>
          </a:prstGeom>
        </p:spPr>
      </p:pic>
      <p:pic>
        <p:nvPicPr>
          <p:cNvPr id="14" name="Picture 13">
            <a:hlinkClick r:id="rId9"/>
            <a:extLst>
              <a:ext uri="{FF2B5EF4-FFF2-40B4-BE49-F238E27FC236}">
                <a16:creationId xmlns:a16="http://schemas.microsoft.com/office/drawing/2014/main" id="{18FA303C-09FD-4525-9C94-6CDE22E6500B}"/>
              </a:ext>
            </a:extLst>
          </p:cNvPr>
          <p:cNvPicPr>
            <a:picLocks noChangeAspect="1"/>
          </p:cNvPicPr>
          <p:nvPr userDrawn="1"/>
        </p:nvPicPr>
        <p:blipFill rotWithShape="1">
          <a:blip r:embed="rId10" cstate="email">
            <a:extLst>
              <a:ext uri="{28A0092B-C50C-407E-A947-70E740481C1C}">
                <a14:useLocalDpi xmlns:a14="http://schemas.microsoft.com/office/drawing/2010/main"/>
              </a:ext>
            </a:extLst>
          </a:blip>
          <a:srcRect/>
          <a:stretch/>
        </p:blipFill>
        <p:spPr>
          <a:xfrm>
            <a:off x="7528325" y="4820992"/>
            <a:ext cx="3537223" cy="916245"/>
          </a:xfrm>
          <a:prstGeom prst="rect">
            <a:avLst/>
          </a:prstGeom>
        </p:spPr>
      </p:pic>
      <p:sp>
        <p:nvSpPr>
          <p:cNvPr id="15" name="Title 1">
            <a:extLst>
              <a:ext uri="{FF2B5EF4-FFF2-40B4-BE49-F238E27FC236}">
                <a16:creationId xmlns:a16="http://schemas.microsoft.com/office/drawing/2014/main" id="{F9811298-EED9-4243-AF9C-D4CC0E25796B}"/>
              </a:ext>
            </a:extLst>
          </p:cNvPr>
          <p:cNvSpPr>
            <a:spLocks noGrp="1"/>
          </p:cNvSpPr>
          <p:nvPr>
            <p:ph type="title"/>
          </p:nvPr>
        </p:nvSpPr>
        <p:spPr>
          <a:xfrm>
            <a:off x="6596745" y="839641"/>
            <a:ext cx="5251947" cy="1325563"/>
          </a:xfrm>
          <a:prstGeom prst="rect">
            <a:avLst/>
          </a:prstGeom>
        </p:spPr>
        <p:txBody>
          <a:bodyPr anchor="ctr">
            <a:normAutofit/>
          </a:bodyPr>
          <a:lstStyle>
            <a:lvl1pPr>
              <a:defRPr lang="en-US" sz="3600" b="1" i="0" kern="1200" dirty="0">
                <a:solidFill>
                  <a:srgbClr val="78BE20"/>
                </a:solidFill>
                <a:latin typeface="Overpass" pitchFamily="2" charset="77"/>
                <a:ea typeface="+mj-ea"/>
                <a:cs typeface="Arial" panose="020B0604020202020204" pitchFamily="34" charset="0"/>
              </a:defRPr>
            </a:lvl1pPr>
          </a:lstStyle>
          <a:p>
            <a:r>
              <a:rPr lang="en-US"/>
              <a:t>Click to edit Master title</a:t>
            </a:r>
          </a:p>
        </p:txBody>
      </p:sp>
      <p:sp>
        <p:nvSpPr>
          <p:cNvPr id="16" name="Text Placeholder 7">
            <a:extLst>
              <a:ext uri="{FF2B5EF4-FFF2-40B4-BE49-F238E27FC236}">
                <a16:creationId xmlns:a16="http://schemas.microsoft.com/office/drawing/2014/main" id="{4266CDF7-4BCE-42E2-BB33-E8C8B94AD035}"/>
              </a:ext>
            </a:extLst>
          </p:cNvPr>
          <p:cNvSpPr>
            <a:spLocks noGrp="1"/>
          </p:cNvSpPr>
          <p:nvPr>
            <p:ph type="body" sz="quarter" idx="11"/>
          </p:nvPr>
        </p:nvSpPr>
        <p:spPr>
          <a:xfrm>
            <a:off x="6596743" y="2837704"/>
            <a:ext cx="5253037" cy="3356909"/>
          </a:xfrm>
          <a:prstGeom prst="rect">
            <a:avLst/>
          </a:prstGeom>
        </p:spPr>
        <p:txBody>
          <a:bodyPr/>
          <a:lstStyle>
            <a:lvl1pPr marL="228584" indent="-228584">
              <a:buFont typeface="Wingdings" panose="05000000000000000000" pitchFamily="2" charset="2"/>
              <a:buChar char="§"/>
              <a:defRPr/>
            </a:lvl1pPr>
            <a:lvl2pPr marL="685750" indent="-228584">
              <a:buFont typeface="Wingdings" panose="05000000000000000000" pitchFamily="2" charset="2"/>
              <a:buChar char="§"/>
              <a:defRPr/>
            </a:lvl2pPr>
            <a:lvl3pPr marL="1142914" indent="-228584">
              <a:buFont typeface="Wingdings" panose="05000000000000000000" pitchFamily="2" charset="2"/>
              <a:buChar char="§"/>
              <a:defRPr/>
            </a:lvl3pPr>
            <a:lvl4pPr marL="1600080" indent="-228584">
              <a:buFont typeface="Wingdings" panose="05000000000000000000" pitchFamily="2" charset="2"/>
              <a:buChar char="§"/>
              <a:defRPr/>
            </a:lvl4pPr>
            <a:lvl5pPr marL="2057247" indent="-228584">
              <a:buFont typeface="Wingdings" panose="05000000000000000000" pitchFamily="2" charset="2"/>
              <a:buChar char="§"/>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7" name="Text Placeholder 4">
            <a:extLst>
              <a:ext uri="{FF2B5EF4-FFF2-40B4-BE49-F238E27FC236}">
                <a16:creationId xmlns:a16="http://schemas.microsoft.com/office/drawing/2014/main" id="{7D619C45-9D79-49BF-B7C0-48AEB5D5CB84}"/>
              </a:ext>
            </a:extLst>
          </p:cNvPr>
          <p:cNvSpPr>
            <a:spLocks noGrp="1"/>
          </p:cNvSpPr>
          <p:nvPr>
            <p:ph type="body" sz="quarter" idx="12" hasCustomPrompt="1"/>
          </p:nvPr>
        </p:nvSpPr>
        <p:spPr>
          <a:xfrm>
            <a:off x="6596745" y="2176893"/>
            <a:ext cx="5251947" cy="439739"/>
          </a:xfrm>
          <a:prstGeom prst="rect">
            <a:avLst/>
          </a:prstGeom>
        </p:spPr>
        <p:txBody>
          <a:bodyPr anchor="ctr"/>
          <a:lstStyle>
            <a:lvl1pPr marL="0" indent="0">
              <a:buNone/>
              <a:defRPr lang="en-US" sz="2800" b="1" kern="1200">
                <a:solidFill>
                  <a:schemeClr val="tx1"/>
                </a:solidFill>
                <a:latin typeface="Overpass" panose="020B0503020203020203" pitchFamily="34" charset="0"/>
                <a:ea typeface="+mn-ea"/>
                <a:cs typeface="+mn-cs"/>
              </a:defRPr>
            </a:lvl1pPr>
          </a:lstStyle>
          <a:p>
            <a:pPr lvl="0"/>
            <a:r>
              <a:rPr lang="en-US"/>
              <a:t>Subtitle</a:t>
            </a:r>
          </a:p>
        </p:txBody>
      </p:sp>
    </p:spTree>
    <p:extLst>
      <p:ext uri="{BB962C8B-B14F-4D97-AF65-F5344CB8AC3E}">
        <p14:creationId xmlns:p14="http://schemas.microsoft.com/office/powerpoint/2010/main" val="227649299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pic>
        <p:nvPicPr>
          <p:cNvPr id="15" name="Picture 14" descr="Diagram&#10;&#10;Description automatically generated">
            <a:extLst>
              <a:ext uri="{FF2B5EF4-FFF2-40B4-BE49-F238E27FC236}">
                <a16:creationId xmlns:a16="http://schemas.microsoft.com/office/drawing/2014/main" id="{3A9A963F-1CC4-D243-9EC0-0D03A1833E4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032" y="0"/>
            <a:ext cx="5392357" cy="5299349"/>
          </a:xfrm>
          <a:prstGeom prst="rect">
            <a:avLst/>
          </a:prstGeom>
        </p:spPr>
      </p:pic>
      <p:pic>
        <p:nvPicPr>
          <p:cNvPr id="16" name="Picture 15" descr="A person holding a clipboard&#10;&#10;Description automatically generated with low confidence">
            <a:extLst>
              <a:ext uri="{FF2B5EF4-FFF2-40B4-BE49-F238E27FC236}">
                <a16:creationId xmlns:a16="http://schemas.microsoft.com/office/drawing/2014/main" id="{2B6C08DE-8343-B24F-93DD-902026A074A4}"/>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3" y="565264"/>
            <a:ext cx="4811399" cy="6292736"/>
          </a:xfrm>
          <a:prstGeom prst="rect">
            <a:avLst/>
          </a:prstGeom>
        </p:spPr>
      </p:pic>
      <p:sp>
        <p:nvSpPr>
          <p:cNvPr id="7" name="Title 1">
            <a:extLst>
              <a:ext uri="{FF2B5EF4-FFF2-40B4-BE49-F238E27FC236}">
                <a16:creationId xmlns:a16="http://schemas.microsoft.com/office/drawing/2014/main" id="{504FD8E2-A43E-4CD6-A3C2-1AF35C54CF49}"/>
              </a:ext>
            </a:extLst>
          </p:cNvPr>
          <p:cNvSpPr>
            <a:spLocks noGrp="1"/>
          </p:cNvSpPr>
          <p:nvPr>
            <p:ph type="title"/>
          </p:nvPr>
        </p:nvSpPr>
        <p:spPr>
          <a:xfrm>
            <a:off x="6096001" y="848605"/>
            <a:ext cx="5251947" cy="1325563"/>
          </a:xfrm>
          <a:prstGeom prst="rect">
            <a:avLst/>
          </a:prstGeom>
        </p:spPr>
        <p:txBody>
          <a:bodyPr anchor="ctr">
            <a:normAutofit/>
          </a:bodyPr>
          <a:lstStyle>
            <a:lvl1pPr>
              <a:defRPr lang="en-US" sz="3600" b="1" i="0" kern="1200" dirty="0">
                <a:solidFill>
                  <a:srgbClr val="78BE20"/>
                </a:solidFill>
                <a:latin typeface="Overpass" pitchFamily="2" charset="77"/>
                <a:ea typeface="+mj-ea"/>
                <a:cs typeface="Arial" panose="020B0604020202020204" pitchFamily="34" charset="0"/>
              </a:defRPr>
            </a:lvl1pPr>
          </a:lstStyle>
          <a:p>
            <a:r>
              <a:rPr lang="en-US"/>
              <a:t>Click to edit Master title</a:t>
            </a:r>
          </a:p>
        </p:txBody>
      </p:sp>
      <p:sp>
        <p:nvSpPr>
          <p:cNvPr id="10" name="Text Placeholder 7">
            <a:extLst>
              <a:ext uri="{FF2B5EF4-FFF2-40B4-BE49-F238E27FC236}">
                <a16:creationId xmlns:a16="http://schemas.microsoft.com/office/drawing/2014/main" id="{818668B5-A494-4BA8-904E-16C808ABB543}"/>
              </a:ext>
            </a:extLst>
          </p:cNvPr>
          <p:cNvSpPr>
            <a:spLocks noGrp="1"/>
          </p:cNvSpPr>
          <p:nvPr>
            <p:ph type="body" sz="quarter" idx="11"/>
          </p:nvPr>
        </p:nvSpPr>
        <p:spPr>
          <a:xfrm>
            <a:off x="6096000" y="2846668"/>
            <a:ext cx="5253037" cy="3356909"/>
          </a:xfrm>
          <a:prstGeom prst="rect">
            <a:avLst/>
          </a:prstGeom>
        </p:spPr>
        <p:txBody>
          <a:bodyPr/>
          <a:lstStyle>
            <a:lvl1pPr marL="228584" indent="-228584">
              <a:buFont typeface="Wingdings" panose="05000000000000000000" pitchFamily="2" charset="2"/>
              <a:buChar char="§"/>
              <a:defRPr/>
            </a:lvl1pPr>
            <a:lvl2pPr marL="685750" indent="-228584">
              <a:buFont typeface="Wingdings" panose="05000000000000000000" pitchFamily="2" charset="2"/>
              <a:buChar char="§"/>
              <a:defRPr/>
            </a:lvl2pPr>
            <a:lvl3pPr marL="1142914" indent="-228584">
              <a:buFont typeface="Wingdings" panose="05000000000000000000" pitchFamily="2" charset="2"/>
              <a:buChar char="§"/>
              <a:defRPr/>
            </a:lvl3pPr>
            <a:lvl4pPr marL="1600080" indent="-228584">
              <a:buFont typeface="Wingdings" panose="05000000000000000000" pitchFamily="2" charset="2"/>
              <a:buChar char="§"/>
              <a:defRPr/>
            </a:lvl4pPr>
            <a:lvl5pPr marL="2057247" indent="-228584">
              <a:buFont typeface="Wingdings" panose="05000000000000000000" pitchFamily="2" charset="2"/>
              <a:buChar char="§"/>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323C4F89-CBB1-4B91-B6BF-521143669AAB}"/>
              </a:ext>
            </a:extLst>
          </p:cNvPr>
          <p:cNvSpPr>
            <a:spLocks noGrp="1"/>
          </p:cNvSpPr>
          <p:nvPr>
            <p:ph type="body" sz="quarter" idx="12" hasCustomPrompt="1"/>
          </p:nvPr>
        </p:nvSpPr>
        <p:spPr>
          <a:xfrm>
            <a:off x="6096001" y="2185857"/>
            <a:ext cx="5251947" cy="439739"/>
          </a:xfrm>
          <a:prstGeom prst="rect">
            <a:avLst/>
          </a:prstGeom>
        </p:spPr>
        <p:txBody>
          <a:bodyPr anchor="ctr"/>
          <a:lstStyle>
            <a:lvl1pPr marL="0" indent="0">
              <a:buNone/>
              <a:defRPr lang="en-US" sz="2800" b="1" kern="1200">
                <a:solidFill>
                  <a:schemeClr val="tx1"/>
                </a:solidFill>
                <a:latin typeface="Overpass" panose="020B0503020203020203" pitchFamily="34" charset="0"/>
                <a:ea typeface="+mn-ea"/>
                <a:cs typeface="+mn-cs"/>
              </a:defRPr>
            </a:lvl1pPr>
          </a:lstStyle>
          <a:p>
            <a:pPr lvl="0"/>
            <a:r>
              <a:rPr lang="en-US"/>
              <a:t>Subtitle</a:t>
            </a:r>
          </a:p>
        </p:txBody>
      </p:sp>
    </p:spTree>
    <p:extLst>
      <p:ext uri="{BB962C8B-B14F-4D97-AF65-F5344CB8AC3E}">
        <p14:creationId xmlns:p14="http://schemas.microsoft.com/office/powerpoint/2010/main" val="54282875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Body -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26014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3E9EB-9E74-E549-3CC5-B4323FE4638C}"/>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6D0817-20BD-E3AD-C17E-18DA191AE34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38811977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ody -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712080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Body - 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E41FC38-369C-3976-2C8B-D148381E531B}"/>
              </a:ext>
            </a:extLst>
          </p:cNvPr>
          <p:cNvSpPr/>
          <p:nvPr userDrawn="1"/>
        </p:nvSpPr>
        <p:spPr>
          <a:xfrm>
            <a:off x="8072845" y="-3"/>
            <a:ext cx="4119155" cy="685800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Arial" panose="020B0604020202020204" pitchFamily="34" charset="0"/>
            </a:endParaRPr>
          </a:p>
        </p:txBody>
      </p:sp>
      <p:pic>
        <p:nvPicPr>
          <p:cNvPr id="2" name="Picture 1" descr="Icon&#10;&#10;Description automatically generated">
            <a:extLst>
              <a:ext uri="{FF2B5EF4-FFF2-40B4-BE49-F238E27FC236}">
                <a16:creationId xmlns:a16="http://schemas.microsoft.com/office/drawing/2014/main" id="{2766838D-DB9A-EAF2-E9EF-7AC2F9CE8FF9}"/>
              </a:ext>
            </a:extLst>
          </p:cNvPr>
          <p:cNvPicPr>
            <a:picLocks noChangeAspect="1"/>
          </p:cNvPicPr>
          <p:nvPr userDrawn="1"/>
        </p:nvPicPr>
        <p:blipFill rotWithShape="1">
          <a:blip r:embed="rId2" cstate="screen">
            <a:duotone>
              <a:prstClr val="black"/>
              <a:schemeClr val="tx2">
                <a:tint val="45000"/>
                <a:satMod val="400000"/>
              </a:schemeClr>
            </a:duotone>
            <a:extLst>
              <a:ext uri="{28A0092B-C50C-407E-A947-70E740481C1C}">
                <a14:useLocalDpi xmlns:a14="http://schemas.microsoft.com/office/drawing/2010/main"/>
              </a:ext>
            </a:extLst>
          </a:blip>
          <a:srcRect b="7074"/>
          <a:stretch/>
        </p:blipFill>
        <p:spPr>
          <a:xfrm rot="10800000">
            <a:off x="7916534" y="-1"/>
            <a:ext cx="3774133" cy="2269319"/>
          </a:xfrm>
          <a:prstGeom prst="rect">
            <a:avLst/>
          </a:prstGeom>
        </p:spPr>
      </p:pic>
      <p:pic>
        <p:nvPicPr>
          <p:cNvPr id="3" name="Picture 2" descr="Icon&#10;&#10;Description automatically generated">
            <a:extLst>
              <a:ext uri="{FF2B5EF4-FFF2-40B4-BE49-F238E27FC236}">
                <a16:creationId xmlns:a16="http://schemas.microsoft.com/office/drawing/2014/main" id="{11F6C67E-2EC4-AC73-34C6-68C7EC9BB7B8}"/>
              </a:ext>
            </a:extLst>
          </p:cNvPr>
          <p:cNvPicPr>
            <a:picLocks noChangeAspect="1"/>
          </p:cNvPicPr>
          <p:nvPr userDrawn="1"/>
        </p:nvPicPr>
        <p:blipFill rotWithShape="1">
          <a:blip r:embed="rId2" cstate="screen">
            <a:duotone>
              <a:prstClr val="black"/>
              <a:schemeClr val="tx2">
                <a:tint val="45000"/>
                <a:satMod val="400000"/>
              </a:schemeClr>
            </a:duotone>
            <a:extLst>
              <a:ext uri="{28A0092B-C50C-407E-A947-70E740481C1C}">
                <a14:useLocalDpi xmlns:a14="http://schemas.microsoft.com/office/drawing/2010/main"/>
              </a:ext>
            </a:extLst>
          </a:blip>
          <a:srcRect b="32672"/>
          <a:stretch/>
        </p:blipFill>
        <p:spPr>
          <a:xfrm rot="16200000">
            <a:off x="7858334" y="2237199"/>
            <a:ext cx="6037215" cy="2630119"/>
          </a:xfrm>
          <a:prstGeom prst="rect">
            <a:avLst/>
          </a:prstGeom>
        </p:spPr>
      </p:pic>
      <p:sp>
        <p:nvSpPr>
          <p:cNvPr id="5" name="Oval 4">
            <a:extLst>
              <a:ext uri="{FF2B5EF4-FFF2-40B4-BE49-F238E27FC236}">
                <a16:creationId xmlns:a16="http://schemas.microsoft.com/office/drawing/2014/main" id="{AB155E7F-9568-E2A1-A602-4C1FD4853186}"/>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accent3"/>
                </a:solidFill>
                <a:latin typeface="Arial" panose="020B0604020202020204" pitchFamily="34" charset="0"/>
              </a:rPr>
              <a:t>‹#›</a:t>
            </a:fld>
            <a:endParaRPr lang="en-US" sz="1600">
              <a:solidFill>
                <a:schemeClr val="accent3"/>
              </a:solidFill>
              <a:latin typeface="Arial" panose="020B0604020202020204" pitchFamily="34" charset="0"/>
            </a:endParaRPr>
          </a:p>
        </p:txBody>
      </p:sp>
    </p:spTree>
    <p:extLst>
      <p:ext uri="{BB962C8B-B14F-4D97-AF65-F5344CB8AC3E}">
        <p14:creationId xmlns:p14="http://schemas.microsoft.com/office/powerpoint/2010/main" val="3019176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4" y="873173"/>
            <a:ext cx="8022588" cy="449943"/>
          </a:xfrm>
          <a:prstGeom prst="rect">
            <a:avLst/>
          </a:prstGeom>
        </p:spPr>
        <p:txBody>
          <a:bodyPr>
            <a:normAutofit/>
          </a:bodyPr>
          <a:lstStyle>
            <a:lvl1pPr indent="0">
              <a:buNone/>
              <a:defRPr sz="2400" b="1">
                <a:solidFill>
                  <a:schemeClr val="bg1"/>
                </a:solidFill>
                <a:latin typeface="Arial" panose="020B0604020202020204" pitchFamily="34" charset="0"/>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Arial" panose="020B0604020202020204" pitchFamily="34" charset="0"/>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6723075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4" y="873173"/>
            <a:ext cx="7692799" cy="449943"/>
          </a:xfrm>
          <a:prstGeom prst="rect">
            <a:avLst/>
          </a:prstGeom>
        </p:spPr>
        <p:txBody>
          <a:bodyPr>
            <a:normAutofit/>
          </a:bodyPr>
          <a:lstStyle>
            <a:lvl1pPr indent="0">
              <a:buNone/>
              <a:defRPr sz="2400" b="1">
                <a:solidFill>
                  <a:schemeClr val="bg1"/>
                </a:solidFill>
                <a:latin typeface="Arial" panose="020B0604020202020204" pitchFamily="34" charset="0"/>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Arial" panose="020B0604020202020204" pitchFamily="34" charset="0"/>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236926118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4" y="873173"/>
            <a:ext cx="7804415" cy="449943"/>
          </a:xfrm>
          <a:prstGeom prst="rect">
            <a:avLst/>
          </a:prstGeom>
        </p:spPr>
        <p:txBody>
          <a:bodyPr>
            <a:normAutofit/>
          </a:bodyPr>
          <a:lstStyle>
            <a:lvl1pPr indent="0">
              <a:buNone/>
              <a:defRPr sz="2400" b="1">
                <a:solidFill>
                  <a:schemeClr val="bg1"/>
                </a:solidFill>
                <a:latin typeface="Arial" panose="020B0604020202020204" pitchFamily="34" charset="0"/>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Arial" panose="020B0604020202020204" pitchFamily="34" charset="0"/>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377793650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5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5" y="873173"/>
            <a:ext cx="7692797" cy="449943"/>
          </a:xfrm>
          <a:prstGeom prst="rect">
            <a:avLst/>
          </a:prstGeom>
        </p:spPr>
        <p:txBody>
          <a:bodyPr>
            <a:normAutofit/>
          </a:bodyPr>
          <a:lstStyle>
            <a:lvl1pPr indent="0">
              <a:buNone/>
              <a:defRPr sz="2400" b="1">
                <a:solidFill>
                  <a:schemeClr val="bg1"/>
                </a:solidFill>
                <a:latin typeface="Arial" panose="020B0604020202020204" pitchFamily="34" charset="0"/>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Arial" panose="020B0604020202020204" pitchFamily="34" charset="0"/>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366848028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_White Slides 2">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4445CE9-B171-4780-A3D3-CEC028720BF3}"/>
              </a:ext>
            </a:extLst>
          </p:cNvPr>
          <p:cNvSpPr/>
          <p:nvPr userDrawn="1"/>
        </p:nvSpPr>
        <p:spPr>
          <a:xfrm>
            <a:off x="3271055" y="559898"/>
            <a:ext cx="8920944" cy="107649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 Placeholder 24">
            <a:extLst>
              <a:ext uri="{FF2B5EF4-FFF2-40B4-BE49-F238E27FC236}">
                <a16:creationId xmlns:a16="http://schemas.microsoft.com/office/drawing/2014/main" id="{E405E79C-C8D3-4788-AAA1-36AFE553FA1D}"/>
              </a:ext>
            </a:extLst>
          </p:cNvPr>
          <p:cNvSpPr>
            <a:spLocks noGrp="1"/>
          </p:cNvSpPr>
          <p:nvPr>
            <p:ph type="body" sz="quarter" idx="17" hasCustomPrompt="1"/>
          </p:nvPr>
        </p:nvSpPr>
        <p:spPr>
          <a:xfrm>
            <a:off x="3271055" y="873173"/>
            <a:ext cx="7692797" cy="449943"/>
          </a:xfrm>
          <a:prstGeom prst="rect">
            <a:avLst/>
          </a:prstGeom>
        </p:spPr>
        <p:txBody>
          <a:bodyPr>
            <a:normAutofit/>
          </a:bodyPr>
          <a:lstStyle>
            <a:lvl1pPr indent="0">
              <a:buNone/>
              <a:defRPr sz="2400" b="1">
                <a:solidFill>
                  <a:schemeClr val="bg1"/>
                </a:solidFill>
                <a:latin typeface="Arial" panose="020B0604020202020204" pitchFamily="34" charset="0"/>
              </a:defRPr>
            </a:lvl1pPr>
          </a:lstStyle>
          <a:p>
            <a:pPr lvl="0"/>
            <a:r>
              <a:rPr lang="en-US"/>
              <a:t>NAME</a:t>
            </a:r>
          </a:p>
        </p:txBody>
      </p:sp>
      <p:sp>
        <p:nvSpPr>
          <p:cNvPr id="29" name="Text Placeholder 5">
            <a:extLst>
              <a:ext uri="{FF2B5EF4-FFF2-40B4-BE49-F238E27FC236}">
                <a16:creationId xmlns:a16="http://schemas.microsoft.com/office/drawing/2014/main" id="{25C86FF1-6D71-4723-A416-325AA1EAD2B2}"/>
              </a:ext>
            </a:extLst>
          </p:cNvPr>
          <p:cNvSpPr>
            <a:spLocks noGrp="1"/>
          </p:cNvSpPr>
          <p:nvPr>
            <p:ph type="body" sz="quarter" idx="18"/>
          </p:nvPr>
        </p:nvSpPr>
        <p:spPr>
          <a:xfrm>
            <a:off x="3271055" y="2071421"/>
            <a:ext cx="7692799" cy="2551113"/>
          </a:xfrm>
          <a:prstGeom prst="rect">
            <a:avLst/>
          </a:prstGeom>
        </p:spPr>
        <p:txBody>
          <a:bodyPr>
            <a:normAutofit/>
          </a:bodyPr>
          <a:lstStyle>
            <a:lvl1pPr marL="228594" indent="-228594">
              <a:buFont typeface="Wingdings" panose="05000000000000000000" pitchFamily="2" charset="2"/>
              <a:buChar char="§"/>
              <a:defRPr sz="1600">
                <a:solidFill>
                  <a:schemeClr val="tx1"/>
                </a:solidFill>
                <a:latin typeface="Arial" panose="020B0604020202020204" pitchFamily="34" charset="0"/>
              </a:defRPr>
            </a:lvl1pPr>
            <a:lvl2pPr>
              <a:defRPr sz="1400"/>
            </a:lvl2pPr>
            <a:lvl3pPr>
              <a:defRPr sz="1200"/>
            </a:lvl3pPr>
            <a:lvl4pPr>
              <a:defRPr sz="1100"/>
            </a:lvl4pPr>
            <a:lvl5pPr>
              <a:defRPr sz="1100"/>
            </a:lvl5pPr>
          </a:lstStyle>
          <a:p>
            <a:pPr lvl="0"/>
            <a:r>
              <a:rPr lang="en-US"/>
              <a:t>Click to edit Master text</a:t>
            </a:r>
          </a:p>
        </p:txBody>
      </p:sp>
    </p:spTree>
    <p:extLst>
      <p:ext uri="{BB962C8B-B14F-4D97-AF65-F5344CB8AC3E}">
        <p14:creationId xmlns:p14="http://schemas.microsoft.com/office/powerpoint/2010/main" val="365171673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White Slides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0CD2-1D57-45C0-A094-C5A3F98EB2A9}"/>
              </a:ext>
            </a:extLst>
          </p:cNvPr>
          <p:cNvSpPr>
            <a:spLocks noGrp="1"/>
          </p:cNvSpPr>
          <p:nvPr>
            <p:ph type="title"/>
          </p:nvPr>
        </p:nvSpPr>
        <p:spPr>
          <a:xfrm>
            <a:off x="548640" y="173736"/>
            <a:ext cx="7251192" cy="731520"/>
          </a:xfrm>
          <a:prstGeom prst="rect">
            <a:avLst/>
          </a:prstGeom>
        </p:spPr>
        <p:txBody>
          <a:bodyPr/>
          <a:lstStyle>
            <a:lvl1pPr>
              <a:defRPr>
                <a:latin typeface="Arial" panose="020B0604020202020204"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E881A353-92E1-440F-97F2-343D125697AF}"/>
              </a:ext>
            </a:extLst>
          </p:cNvPr>
          <p:cNvSpPr/>
          <p:nvPr userDrawn="1"/>
        </p:nvSpPr>
        <p:spPr>
          <a:xfrm>
            <a:off x="0" y="5079244"/>
            <a:ext cx="12192000" cy="11064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4" name="Rectangle 3">
            <a:extLst>
              <a:ext uri="{FF2B5EF4-FFF2-40B4-BE49-F238E27FC236}">
                <a16:creationId xmlns:a16="http://schemas.microsoft.com/office/drawing/2014/main" id="{060390A7-C216-4DC5-B2A5-C7ADCA8CA766}"/>
              </a:ext>
            </a:extLst>
          </p:cNvPr>
          <p:cNvSpPr/>
          <p:nvPr userDrawn="1"/>
        </p:nvSpPr>
        <p:spPr>
          <a:xfrm>
            <a:off x="0" y="1057061"/>
            <a:ext cx="12192000" cy="107830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solidFill>
                <a:srgbClr val="77BE41"/>
              </a:solidFill>
              <a:latin typeface="Arial" panose="020B0604020202020204" pitchFamily="34" charset="0"/>
            </a:endParaRPr>
          </a:p>
        </p:txBody>
      </p:sp>
      <p:sp>
        <p:nvSpPr>
          <p:cNvPr id="5" name="Rectangle 4">
            <a:extLst>
              <a:ext uri="{FF2B5EF4-FFF2-40B4-BE49-F238E27FC236}">
                <a16:creationId xmlns:a16="http://schemas.microsoft.com/office/drawing/2014/main" id="{65514689-2AD1-42EF-AA42-28F39868DAC3}"/>
              </a:ext>
            </a:extLst>
          </p:cNvPr>
          <p:cNvSpPr/>
          <p:nvPr userDrawn="1"/>
        </p:nvSpPr>
        <p:spPr>
          <a:xfrm>
            <a:off x="-1" y="2074094"/>
            <a:ext cx="12192000" cy="10658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6" name="Rectangle 5">
            <a:extLst>
              <a:ext uri="{FF2B5EF4-FFF2-40B4-BE49-F238E27FC236}">
                <a16:creationId xmlns:a16="http://schemas.microsoft.com/office/drawing/2014/main" id="{A06D4544-05E9-4A9C-8123-8642E4A1483B}"/>
              </a:ext>
            </a:extLst>
          </p:cNvPr>
          <p:cNvSpPr/>
          <p:nvPr userDrawn="1"/>
        </p:nvSpPr>
        <p:spPr>
          <a:xfrm>
            <a:off x="0" y="3069153"/>
            <a:ext cx="12192000" cy="10683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7" name="Rectangle 6">
            <a:extLst>
              <a:ext uri="{FF2B5EF4-FFF2-40B4-BE49-F238E27FC236}">
                <a16:creationId xmlns:a16="http://schemas.microsoft.com/office/drawing/2014/main" id="{A59E22B6-F9AB-44E2-9452-350C54AF8E20}"/>
              </a:ext>
            </a:extLst>
          </p:cNvPr>
          <p:cNvSpPr/>
          <p:nvPr userDrawn="1"/>
        </p:nvSpPr>
        <p:spPr>
          <a:xfrm>
            <a:off x="0" y="4074198"/>
            <a:ext cx="12192000" cy="10579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latin typeface="Arial" panose="020B0604020202020204" pitchFamily="34" charset="0"/>
            </a:endParaRPr>
          </a:p>
        </p:txBody>
      </p:sp>
      <p:sp>
        <p:nvSpPr>
          <p:cNvPr id="8" name="Text Placeholder 4">
            <a:extLst>
              <a:ext uri="{FF2B5EF4-FFF2-40B4-BE49-F238E27FC236}">
                <a16:creationId xmlns:a16="http://schemas.microsoft.com/office/drawing/2014/main" id="{779EA82D-E6E2-46F8-8ADC-CF78FD756C66}"/>
              </a:ext>
            </a:extLst>
          </p:cNvPr>
          <p:cNvSpPr>
            <a:spLocks noGrp="1"/>
          </p:cNvSpPr>
          <p:nvPr>
            <p:ph type="body" sz="quarter" idx="10" hasCustomPrompt="1"/>
          </p:nvPr>
        </p:nvSpPr>
        <p:spPr>
          <a:xfrm>
            <a:off x="411481" y="1243788"/>
            <a:ext cx="2281281" cy="704851"/>
          </a:xfrm>
          <a:prstGeom prst="rect">
            <a:avLst/>
          </a:prstGeom>
        </p:spPr>
        <p:txBody>
          <a:bodyPr anchor="ctr" anchorCtr="0"/>
          <a:lstStyle>
            <a:lvl1pPr marL="0" indent="0" algn="r">
              <a:buNone/>
              <a:defRPr sz="6000" b="1">
                <a:solidFill>
                  <a:schemeClr val="bg1"/>
                </a:solidFill>
                <a:latin typeface="Arial" panose="020B0604020202020204" pitchFamily="34" charset="0"/>
              </a:defRPr>
            </a:lvl1pPr>
          </a:lstStyle>
          <a:p>
            <a:pPr lvl="0"/>
            <a:r>
              <a:rPr lang="en-US"/>
              <a:t>#</a:t>
            </a:r>
          </a:p>
        </p:txBody>
      </p:sp>
      <p:sp>
        <p:nvSpPr>
          <p:cNvPr id="9" name="Text Placeholder 7">
            <a:extLst>
              <a:ext uri="{FF2B5EF4-FFF2-40B4-BE49-F238E27FC236}">
                <a16:creationId xmlns:a16="http://schemas.microsoft.com/office/drawing/2014/main" id="{BEC717CF-C314-4228-B60F-D2C90DE24496}"/>
              </a:ext>
            </a:extLst>
          </p:cNvPr>
          <p:cNvSpPr>
            <a:spLocks noGrp="1"/>
          </p:cNvSpPr>
          <p:nvPr>
            <p:ph type="body" sz="quarter" idx="11"/>
          </p:nvPr>
        </p:nvSpPr>
        <p:spPr>
          <a:xfrm>
            <a:off x="2784201" y="1360469"/>
            <a:ext cx="7498080" cy="471488"/>
          </a:xfrm>
          <a:prstGeom prst="rect">
            <a:avLst/>
          </a:prstGeom>
        </p:spPr>
        <p:txBody>
          <a:bodyPr anchor="ctr" anchorCtr="0"/>
          <a:lstStyle>
            <a:lvl1pPr marL="0" indent="0">
              <a:buNone/>
              <a:defRPr sz="2400" b="1">
                <a:solidFill>
                  <a:schemeClr val="bg1"/>
                </a:solidFill>
                <a:latin typeface="Arial" panose="020B0604020202020204" pitchFamily="34" charset="0"/>
              </a:defRPr>
            </a:lvl1pPr>
          </a:lstStyle>
          <a:p>
            <a:pPr lvl="0"/>
            <a:r>
              <a:rPr lang="en-US"/>
              <a:t>Click to edit Master text</a:t>
            </a:r>
          </a:p>
        </p:txBody>
      </p:sp>
      <p:sp>
        <p:nvSpPr>
          <p:cNvPr id="10" name="Text Placeholder 4">
            <a:extLst>
              <a:ext uri="{FF2B5EF4-FFF2-40B4-BE49-F238E27FC236}">
                <a16:creationId xmlns:a16="http://schemas.microsoft.com/office/drawing/2014/main" id="{94F42EC0-1F53-41B0-96A8-93D4E1424D3B}"/>
              </a:ext>
            </a:extLst>
          </p:cNvPr>
          <p:cNvSpPr>
            <a:spLocks noGrp="1"/>
          </p:cNvSpPr>
          <p:nvPr>
            <p:ph type="body" sz="quarter" idx="12" hasCustomPrompt="1"/>
          </p:nvPr>
        </p:nvSpPr>
        <p:spPr>
          <a:xfrm>
            <a:off x="111940" y="2263324"/>
            <a:ext cx="2560320" cy="704851"/>
          </a:xfrm>
          <a:prstGeom prst="rect">
            <a:avLst/>
          </a:prstGeom>
        </p:spPr>
        <p:txBody>
          <a:bodyPr anchor="ctr" anchorCtr="0"/>
          <a:lstStyle>
            <a:lvl1pPr marL="0" indent="0" algn="r">
              <a:buNone/>
              <a:defRPr sz="6000" b="1">
                <a:solidFill>
                  <a:schemeClr val="bg1"/>
                </a:solidFill>
                <a:latin typeface="Arial" panose="020B0604020202020204" pitchFamily="34" charset="0"/>
              </a:defRPr>
            </a:lvl1pPr>
          </a:lstStyle>
          <a:p>
            <a:pPr lvl="0"/>
            <a:r>
              <a:rPr lang="en-US"/>
              <a:t>#</a:t>
            </a:r>
          </a:p>
        </p:txBody>
      </p:sp>
      <p:sp>
        <p:nvSpPr>
          <p:cNvPr id="11" name="Text Placeholder 7">
            <a:extLst>
              <a:ext uri="{FF2B5EF4-FFF2-40B4-BE49-F238E27FC236}">
                <a16:creationId xmlns:a16="http://schemas.microsoft.com/office/drawing/2014/main" id="{E876746D-6DAB-48D4-A01A-712D87F1D239}"/>
              </a:ext>
            </a:extLst>
          </p:cNvPr>
          <p:cNvSpPr>
            <a:spLocks noGrp="1"/>
          </p:cNvSpPr>
          <p:nvPr>
            <p:ph type="body" sz="quarter" idx="13"/>
          </p:nvPr>
        </p:nvSpPr>
        <p:spPr>
          <a:xfrm>
            <a:off x="2784201" y="2371287"/>
            <a:ext cx="7498080" cy="471488"/>
          </a:xfrm>
          <a:prstGeom prst="rect">
            <a:avLst/>
          </a:prstGeom>
        </p:spPr>
        <p:txBody>
          <a:bodyPr anchor="ctr" anchorCtr="0"/>
          <a:lstStyle>
            <a:lvl1pPr marL="0" indent="0">
              <a:buNone/>
              <a:defRPr sz="2400" b="1">
                <a:solidFill>
                  <a:schemeClr val="bg1"/>
                </a:solidFill>
                <a:latin typeface="Arial" panose="020B0604020202020204" pitchFamily="34" charset="0"/>
              </a:defRPr>
            </a:lvl1pPr>
          </a:lstStyle>
          <a:p>
            <a:pPr lvl="0"/>
            <a:r>
              <a:rPr lang="en-US"/>
              <a:t>Click to edit Master text</a:t>
            </a:r>
          </a:p>
        </p:txBody>
      </p:sp>
      <p:sp>
        <p:nvSpPr>
          <p:cNvPr id="12" name="Text Placeholder 4">
            <a:extLst>
              <a:ext uri="{FF2B5EF4-FFF2-40B4-BE49-F238E27FC236}">
                <a16:creationId xmlns:a16="http://schemas.microsoft.com/office/drawing/2014/main" id="{34389F7A-3663-4221-85EB-AA165F985654}"/>
              </a:ext>
            </a:extLst>
          </p:cNvPr>
          <p:cNvSpPr>
            <a:spLocks noGrp="1"/>
          </p:cNvSpPr>
          <p:nvPr>
            <p:ph type="body" sz="quarter" idx="14" hasCustomPrompt="1"/>
          </p:nvPr>
        </p:nvSpPr>
        <p:spPr>
          <a:xfrm>
            <a:off x="411481" y="5280031"/>
            <a:ext cx="2281281" cy="704851"/>
          </a:xfrm>
          <a:prstGeom prst="rect">
            <a:avLst/>
          </a:prstGeom>
        </p:spPr>
        <p:txBody>
          <a:bodyPr anchor="ctr" anchorCtr="0"/>
          <a:lstStyle>
            <a:lvl1pPr marL="0" indent="0" algn="r">
              <a:buNone/>
              <a:defRPr sz="6000" b="1">
                <a:solidFill>
                  <a:schemeClr val="bg1"/>
                </a:solidFill>
                <a:latin typeface="Arial" panose="020B0604020202020204" pitchFamily="34" charset="0"/>
              </a:defRPr>
            </a:lvl1pPr>
          </a:lstStyle>
          <a:p>
            <a:pPr lvl="0"/>
            <a:r>
              <a:rPr lang="en-US"/>
              <a:t>#</a:t>
            </a:r>
          </a:p>
        </p:txBody>
      </p:sp>
      <p:sp>
        <p:nvSpPr>
          <p:cNvPr id="13" name="Text Placeholder 7">
            <a:extLst>
              <a:ext uri="{FF2B5EF4-FFF2-40B4-BE49-F238E27FC236}">
                <a16:creationId xmlns:a16="http://schemas.microsoft.com/office/drawing/2014/main" id="{1A2CD2F8-84A2-461E-8C70-0EF7133E19D3}"/>
              </a:ext>
            </a:extLst>
          </p:cNvPr>
          <p:cNvSpPr>
            <a:spLocks noGrp="1"/>
          </p:cNvSpPr>
          <p:nvPr>
            <p:ph type="body" sz="quarter" idx="15"/>
          </p:nvPr>
        </p:nvSpPr>
        <p:spPr>
          <a:xfrm>
            <a:off x="2784201" y="5396712"/>
            <a:ext cx="7498080" cy="471488"/>
          </a:xfrm>
          <a:prstGeom prst="rect">
            <a:avLst/>
          </a:prstGeom>
        </p:spPr>
        <p:txBody>
          <a:bodyPr anchor="ctr" anchorCtr="0"/>
          <a:lstStyle>
            <a:lvl1pPr marL="0" indent="0">
              <a:buNone/>
              <a:defRPr sz="2400" b="1">
                <a:solidFill>
                  <a:schemeClr val="bg1"/>
                </a:solidFill>
                <a:latin typeface="Arial" panose="020B0604020202020204" pitchFamily="34" charset="0"/>
              </a:defRPr>
            </a:lvl1pPr>
          </a:lstStyle>
          <a:p>
            <a:pPr lvl="0"/>
            <a:r>
              <a:rPr lang="en-US"/>
              <a:t>Click to edit Master text</a:t>
            </a:r>
          </a:p>
        </p:txBody>
      </p:sp>
      <p:sp>
        <p:nvSpPr>
          <p:cNvPr id="14" name="Text Placeholder 4">
            <a:extLst>
              <a:ext uri="{FF2B5EF4-FFF2-40B4-BE49-F238E27FC236}">
                <a16:creationId xmlns:a16="http://schemas.microsoft.com/office/drawing/2014/main" id="{8FFF6539-74A8-4699-8CBE-F7A118C1066C}"/>
              </a:ext>
            </a:extLst>
          </p:cNvPr>
          <p:cNvSpPr>
            <a:spLocks noGrp="1"/>
          </p:cNvSpPr>
          <p:nvPr>
            <p:ph type="body" sz="quarter" idx="16" hasCustomPrompt="1"/>
          </p:nvPr>
        </p:nvSpPr>
        <p:spPr>
          <a:xfrm>
            <a:off x="411481" y="3250877"/>
            <a:ext cx="2281281" cy="704851"/>
          </a:xfrm>
          <a:prstGeom prst="rect">
            <a:avLst/>
          </a:prstGeom>
        </p:spPr>
        <p:txBody>
          <a:bodyPr anchor="ctr" anchorCtr="0"/>
          <a:lstStyle>
            <a:lvl1pPr marL="0" indent="0" algn="r">
              <a:buNone/>
              <a:defRPr sz="6000" b="1">
                <a:solidFill>
                  <a:schemeClr val="bg1"/>
                </a:solidFill>
                <a:latin typeface="Arial" panose="020B0604020202020204" pitchFamily="34" charset="0"/>
              </a:defRPr>
            </a:lvl1pPr>
          </a:lstStyle>
          <a:p>
            <a:pPr lvl="0"/>
            <a:r>
              <a:rPr lang="en-US"/>
              <a:t>#</a:t>
            </a:r>
          </a:p>
        </p:txBody>
      </p:sp>
      <p:sp>
        <p:nvSpPr>
          <p:cNvPr id="15" name="Text Placeholder 7">
            <a:extLst>
              <a:ext uri="{FF2B5EF4-FFF2-40B4-BE49-F238E27FC236}">
                <a16:creationId xmlns:a16="http://schemas.microsoft.com/office/drawing/2014/main" id="{EEA8F3EE-F0E6-4BD2-BC86-0297E45C5CD6}"/>
              </a:ext>
            </a:extLst>
          </p:cNvPr>
          <p:cNvSpPr>
            <a:spLocks noGrp="1"/>
          </p:cNvSpPr>
          <p:nvPr>
            <p:ph type="body" sz="quarter" idx="17"/>
          </p:nvPr>
        </p:nvSpPr>
        <p:spPr>
          <a:xfrm>
            <a:off x="2784201" y="3367559"/>
            <a:ext cx="7498080" cy="471488"/>
          </a:xfrm>
          <a:prstGeom prst="rect">
            <a:avLst/>
          </a:prstGeom>
        </p:spPr>
        <p:txBody>
          <a:bodyPr anchor="ctr" anchorCtr="0"/>
          <a:lstStyle>
            <a:lvl1pPr marL="0" indent="0">
              <a:buNone/>
              <a:defRPr sz="2400" b="1">
                <a:solidFill>
                  <a:schemeClr val="bg1"/>
                </a:solidFill>
                <a:latin typeface="Arial" panose="020B0604020202020204" pitchFamily="34" charset="0"/>
              </a:defRPr>
            </a:lvl1pPr>
          </a:lstStyle>
          <a:p>
            <a:pPr lvl="0"/>
            <a:r>
              <a:rPr lang="en-US"/>
              <a:t>Click to edit Master text</a:t>
            </a:r>
          </a:p>
        </p:txBody>
      </p:sp>
      <p:sp>
        <p:nvSpPr>
          <p:cNvPr id="16" name="Text Placeholder 4">
            <a:extLst>
              <a:ext uri="{FF2B5EF4-FFF2-40B4-BE49-F238E27FC236}">
                <a16:creationId xmlns:a16="http://schemas.microsoft.com/office/drawing/2014/main" id="{5304752A-AC08-4384-8021-53DBDE85FE78}"/>
              </a:ext>
            </a:extLst>
          </p:cNvPr>
          <p:cNvSpPr>
            <a:spLocks noGrp="1"/>
          </p:cNvSpPr>
          <p:nvPr>
            <p:ph type="body" sz="quarter" idx="18" hasCustomPrompt="1"/>
          </p:nvPr>
        </p:nvSpPr>
        <p:spPr>
          <a:xfrm>
            <a:off x="411481" y="4250757"/>
            <a:ext cx="2281281" cy="704851"/>
          </a:xfrm>
          <a:prstGeom prst="rect">
            <a:avLst/>
          </a:prstGeom>
        </p:spPr>
        <p:txBody>
          <a:bodyPr anchor="ctr" anchorCtr="0"/>
          <a:lstStyle>
            <a:lvl1pPr marL="0" indent="0" algn="r">
              <a:buNone/>
              <a:defRPr sz="6000" b="1">
                <a:solidFill>
                  <a:schemeClr val="bg1"/>
                </a:solidFill>
                <a:latin typeface="Arial" panose="020B0604020202020204" pitchFamily="34" charset="0"/>
              </a:defRPr>
            </a:lvl1pPr>
          </a:lstStyle>
          <a:p>
            <a:pPr lvl="0"/>
            <a:r>
              <a:rPr lang="en-US"/>
              <a:t>#</a:t>
            </a:r>
          </a:p>
        </p:txBody>
      </p:sp>
      <p:sp>
        <p:nvSpPr>
          <p:cNvPr id="17" name="Text Placeholder 7">
            <a:extLst>
              <a:ext uri="{FF2B5EF4-FFF2-40B4-BE49-F238E27FC236}">
                <a16:creationId xmlns:a16="http://schemas.microsoft.com/office/drawing/2014/main" id="{35A7BC60-2FAB-4142-8535-E1D51E962FDC}"/>
              </a:ext>
            </a:extLst>
          </p:cNvPr>
          <p:cNvSpPr>
            <a:spLocks noGrp="1"/>
          </p:cNvSpPr>
          <p:nvPr>
            <p:ph type="body" sz="quarter" idx="19"/>
          </p:nvPr>
        </p:nvSpPr>
        <p:spPr>
          <a:xfrm>
            <a:off x="2784201" y="4367439"/>
            <a:ext cx="7498080" cy="471488"/>
          </a:xfrm>
          <a:prstGeom prst="rect">
            <a:avLst/>
          </a:prstGeom>
        </p:spPr>
        <p:txBody>
          <a:bodyPr anchor="ctr" anchorCtr="0"/>
          <a:lstStyle>
            <a:lvl1pPr marL="0" indent="0">
              <a:buNone/>
              <a:defRPr sz="2400" b="1">
                <a:solidFill>
                  <a:schemeClr val="bg1"/>
                </a:solidFill>
                <a:latin typeface="Arial" panose="020B0604020202020204" pitchFamily="34" charset="0"/>
              </a:defRPr>
            </a:lvl1pPr>
          </a:lstStyle>
          <a:p>
            <a:pPr lvl="0"/>
            <a:r>
              <a:rPr lang="en-US"/>
              <a:t>Click to edit Master text</a:t>
            </a:r>
          </a:p>
        </p:txBody>
      </p:sp>
    </p:spTree>
    <p:extLst>
      <p:ext uri="{BB962C8B-B14F-4D97-AF65-F5344CB8AC3E}">
        <p14:creationId xmlns:p14="http://schemas.microsoft.com/office/powerpoint/2010/main" val="1839289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theme" Target="../theme/theme2.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36.xml"/><Relationship Id="rId7" Type="http://schemas.openxmlformats.org/officeDocument/2006/relationships/slideLayout" Target="../slideLayouts/slideLayout40.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slideLayout" Target="../slideLayouts/slideLayout61.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theme" Target="../theme/theme4.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67.xml"/><Relationship Id="rId7" Type="http://schemas.openxmlformats.org/officeDocument/2006/relationships/theme" Target="../theme/theme5.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5" Type="http://schemas.openxmlformats.org/officeDocument/2006/relationships/slideLayout" Target="../slideLayouts/slideLayout69.xml"/><Relationship Id="rId4" Type="http://schemas.openxmlformats.org/officeDocument/2006/relationships/slideLayout" Target="../slideLayouts/slideLayout68.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7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5" Type="http://schemas.openxmlformats.org/officeDocument/2006/relationships/slideLayout" Target="../slideLayouts/slideLayout76.xml"/><Relationship Id="rId4" Type="http://schemas.openxmlformats.org/officeDocument/2006/relationships/slideLayout" Target="../slideLayouts/slideLayout75.xml"/><Relationship Id="rId9"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7A60760-6ECF-490C-9C7E-2DEA3C1D084A}"/>
              </a:ext>
            </a:extLst>
          </p:cNvPr>
          <p:cNvGrpSpPr/>
          <p:nvPr userDrawn="1"/>
        </p:nvGrpSpPr>
        <p:grpSpPr>
          <a:xfrm>
            <a:off x="587809" y="6485634"/>
            <a:ext cx="3739643" cy="248633"/>
            <a:chOff x="212027" y="6512125"/>
            <a:chExt cx="3228488" cy="325447"/>
          </a:xfrm>
        </p:grpSpPr>
        <p:sp>
          <p:nvSpPr>
            <p:cNvPr id="9" name="TextBox 8">
              <a:extLst>
                <a:ext uri="{FF2B5EF4-FFF2-40B4-BE49-F238E27FC236}">
                  <a16:creationId xmlns:a16="http://schemas.microsoft.com/office/drawing/2014/main" id="{F45BB9F6-8731-4CD8-AD4C-8A2B2C541337}"/>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rgbClr val="898989"/>
                  </a:solidFill>
                  <a:effectLst/>
                  <a:latin typeface="Overpass" panose="020B0503020203020203" pitchFamily="34" charset="0"/>
                  <a:ea typeface="+mn-ea"/>
                  <a:cs typeface="+mn-cs"/>
                </a:rPr>
                <a:t>©2023 Nordic</a:t>
              </a:r>
              <a:r>
                <a:rPr lang="en-US" sz="1000" b="0" i="0" kern="1200" baseline="30000">
                  <a:solidFill>
                    <a:srgbClr val="898989"/>
                  </a:solidFill>
                  <a:effectLst/>
                  <a:latin typeface="Overpass" panose="020B0503020203020203" pitchFamily="34" charset="0"/>
                  <a:ea typeface="+mn-ea"/>
                  <a:cs typeface="+mn-cs"/>
                </a:rPr>
                <a:t>™</a:t>
              </a:r>
              <a:r>
                <a:rPr lang="en-US" sz="1000" b="0" i="0" kern="1200">
                  <a:solidFill>
                    <a:srgbClr val="898989"/>
                  </a:solidFill>
                  <a:effectLst/>
                  <a:latin typeface="Overpass" panose="020B0503020203020203" pitchFamily="34" charset="0"/>
                  <a:ea typeface="+mn-ea"/>
                  <a:cs typeface="+mn-cs"/>
                </a:rPr>
                <a:t>. All rights reserved. Confidential.</a:t>
              </a:r>
              <a:endParaRPr lang="en-US" sz="1000">
                <a:solidFill>
                  <a:srgbClr val="898989"/>
                </a:solidFill>
                <a:latin typeface="Overpass" panose="020B0503020203020203" pitchFamily="34" charset="0"/>
                <a:cs typeface="Arial" panose="020B0604020202020204" pitchFamily="34" charset="0"/>
              </a:endParaRPr>
            </a:p>
          </p:txBody>
        </p:sp>
        <p:sp>
          <p:nvSpPr>
            <p:cNvPr id="10" name="TextBox 9">
              <a:extLst>
                <a:ext uri="{FF2B5EF4-FFF2-40B4-BE49-F238E27FC236}">
                  <a16:creationId xmlns:a16="http://schemas.microsoft.com/office/drawing/2014/main" id="{F18416BA-9160-4FD7-90B2-D6B68AD6DFC9}"/>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grpSp>
        <p:nvGrpSpPr>
          <p:cNvPr id="19" name="Group 18">
            <a:extLst>
              <a:ext uri="{FF2B5EF4-FFF2-40B4-BE49-F238E27FC236}">
                <a16:creationId xmlns:a16="http://schemas.microsoft.com/office/drawing/2014/main" id="{1066038D-D381-41C3-9B1F-69E35B4B6B02}"/>
              </a:ext>
            </a:extLst>
          </p:cNvPr>
          <p:cNvGrpSpPr/>
          <p:nvPr userDrawn="1"/>
        </p:nvGrpSpPr>
        <p:grpSpPr>
          <a:xfrm>
            <a:off x="10233286" y="6353913"/>
            <a:ext cx="1859309" cy="488403"/>
            <a:chOff x="10233285" y="6353913"/>
            <a:chExt cx="1859309" cy="488403"/>
          </a:xfrm>
        </p:grpSpPr>
        <p:grpSp>
          <p:nvGrpSpPr>
            <p:cNvPr id="20" name="Group 19">
              <a:extLst>
                <a:ext uri="{FF2B5EF4-FFF2-40B4-BE49-F238E27FC236}">
                  <a16:creationId xmlns:a16="http://schemas.microsoft.com/office/drawing/2014/main" id="{27CBEF9A-8AF9-4E4A-9378-684DFE03DA8E}"/>
                </a:ext>
              </a:extLst>
            </p:cNvPr>
            <p:cNvGrpSpPr>
              <a:grpSpLocks noChangeAspect="1"/>
            </p:cNvGrpSpPr>
            <p:nvPr userDrawn="1"/>
          </p:nvGrpSpPr>
          <p:grpSpPr>
            <a:xfrm>
              <a:off x="10233285" y="6463060"/>
              <a:ext cx="1381500" cy="272839"/>
              <a:chOff x="13039725" y="3148013"/>
              <a:chExt cx="4814888" cy="950913"/>
            </a:xfrm>
            <a:solidFill>
              <a:schemeClr val="bg1"/>
            </a:solidFill>
          </p:grpSpPr>
          <p:sp>
            <p:nvSpPr>
              <p:cNvPr id="22" name="Freeform 6">
                <a:extLst>
                  <a:ext uri="{FF2B5EF4-FFF2-40B4-BE49-F238E27FC236}">
                    <a16:creationId xmlns:a16="http://schemas.microsoft.com/office/drawing/2014/main" id="{CFDAB7E0-9333-4811-AC26-EE7B53CCE6B1}"/>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3" name="Freeform 7">
                <a:extLst>
                  <a:ext uri="{FF2B5EF4-FFF2-40B4-BE49-F238E27FC236}">
                    <a16:creationId xmlns:a16="http://schemas.microsoft.com/office/drawing/2014/main" id="{A696CF8D-E636-4D6D-AEB4-E19485790A64}"/>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4" name="Freeform 8">
                <a:extLst>
                  <a:ext uri="{FF2B5EF4-FFF2-40B4-BE49-F238E27FC236}">
                    <a16:creationId xmlns:a16="http://schemas.microsoft.com/office/drawing/2014/main" id="{C2A495F4-903C-4A63-9C95-F4295A78CE12}"/>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5" name="Rectangle 9">
                <a:extLst>
                  <a:ext uri="{FF2B5EF4-FFF2-40B4-BE49-F238E27FC236}">
                    <a16:creationId xmlns:a16="http://schemas.microsoft.com/office/drawing/2014/main" id="{73B95520-AA23-4BAC-973B-CD6B45C13124}"/>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26" name="Freeform 10">
                <a:extLst>
                  <a:ext uri="{FF2B5EF4-FFF2-40B4-BE49-F238E27FC236}">
                    <a16:creationId xmlns:a16="http://schemas.microsoft.com/office/drawing/2014/main" id="{737A4D43-B880-4A84-843A-A56CF0AD6475}"/>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7" name="Freeform 11">
                <a:extLst>
                  <a:ext uri="{FF2B5EF4-FFF2-40B4-BE49-F238E27FC236}">
                    <a16:creationId xmlns:a16="http://schemas.microsoft.com/office/drawing/2014/main" id="{57D57E14-B7E7-41F7-9029-D3A08A1C6A7E}"/>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8" name="Freeform 12">
                <a:extLst>
                  <a:ext uri="{FF2B5EF4-FFF2-40B4-BE49-F238E27FC236}">
                    <a16:creationId xmlns:a16="http://schemas.microsoft.com/office/drawing/2014/main" id="{8DCC9382-EFA5-4652-83C4-21216E081177}"/>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29" name="Freeform 13">
                <a:extLst>
                  <a:ext uri="{FF2B5EF4-FFF2-40B4-BE49-F238E27FC236}">
                    <a16:creationId xmlns:a16="http://schemas.microsoft.com/office/drawing/2014/main" id="{D6EE8356-AB8A-4F95-B296-5C74C028A207}"/>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0" name="Freeform 14">
                <a:extLst>
                  <a:ext uri="{FF2B5EF4-FFF2-40B4-BE49-F238E27FC236}">
                    <a16:creationId xmlns:a16="http://schemas.microsoft.com/office/drawing/2014/main" id="{C80F1B96-BBD2-48EE-972F-35CF9BC7BF94}"/>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1" name="Freeform 15">
                <a:extLst>
                  <a:ext uri="{FF2B5EF4-FFF2-40B4-BE49-F238E27FC236}">
                    <a16:creationId xmlns:a16="http://schemas.microsoft.com/office/drawing/2014/main" id="{11C30679-F6F8-4BDB-90D0-C3223D6192A6}"/>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2" name="Freeform 16">
                <a:extLst>
                  <a:ext uri="{FF2B5EF4-FFF2-40B4-BE49-F238E27FC236}">
                    <a16:creationId xmlns:a16="http://schemas.microsoft.com/office/drawing/2014/main" id="{C2455266-E7DA-4388-A1E8-80C65233B60E}"/>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33" name="Freeform 17">
                <a:extLst>
                  <a:ext uri="{FF2B5EF4-FFF2-40B4-BE49-F238E27FC236}">
                    <a16:creationId xmlns:a16="http://schemas.microsoft.com/office/drawing/2014/main" id="{1B95DA58-B84F-4BFA-B04A-AC57BD3073E0}"/>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
          <p:nvSpPr>
            <p:cNvPr id="21" name="Oval 20">
              <a:extLst>
                <a:ext uri="{FF2B5EF4-FFF2-40B4-BE49-F238E27FC236}">
                  <a16:creationId xmlns:a16="http://schemas.microsoft.com/office/drawing/2014/main" id="{560DA0FE-1A3C-46F6-802D-7F3AFA709D45}"/>
                </a:ext>
              </a:extLst>
            </p:cNvPr>
            <p:cNvSpPr/>
            <p:nvPr userDrawn="1"/>
          </p:nvSpPr>
          <p:spPr>
            <a:xfrm>
              <a:off x="1160419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spTree>
    <p:extLst>
      <p:ext uri="{BB962C8B-B14F-4D97-AF65-F5344CB8AC3E}">
        <p14:creationId xmlns:p14="http://schemas.microsoft.com/office/powerpoint/2010/main" val="241095206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txStyles>
    <p:title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p:titleStyle>
    <p:bodyStyle>
      <a:lvl1pPr marL="228594" indent="-228594" algn="l" defTabSz="914377"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0ECFCF80-3B18-7337-4199-F2D2015F1F81}"/>
              </a:ext>
            </a:extLst>
          </p:cNvPr>
          <p:cNvSpPr/>
          <p:nvPr userDrawn="1"/>
        </p:nvSpPr>
        <p:spPr>
          <a:xfrm>
            <a:off x="11632941"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sp>
        <p:nvSpPr>
          <p:cNvPr id="2" name="Oval 1">
            <a:extLst>
              <a:ext uri="{FF2B5EF4-FFF2-40B4-BE49-F238E27FC236}">
                <a16:creationId xmlns:a16="http://schemas.microsoft.com/office/drawing/2014/main" id="{83C010A9-1240-7CD9-64C3-51AE14DB9804}"/>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accent3"/>
                </a:solidFill>
                <a:latin typeface="+mj-lt"/>
              </a:rPr>
              <a:t>‹#›</a:t>
            </a:fld>
            <a:endParaRPr lang="en-US" sz="1600">
              <a:solidFill>
                <a:schemeClr val="accent3"/>
              </a:solidFill>
              <a:latin typeface="+mj-lt"/>
            </a:endParaRPr>
          </a:p>
        </p:txBody>
      </p:sp>
    </p:spTree>
    <p:extLst>
      <p:ext uri="{BB962C8B-B14F-4D97-AF65-F5344CB8AC3E}">
        <p14:creationId xmlns:p14="http://schemas.microsoft.com/office/powerpoint/2010/main" val="314107161"/>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 id="2147483812" r:id="rId18"/>
    <p:sldLayoutId id="2147483813" r:id="rId19"/>
    <p:sldLayoutId id="2147483814" r:id="rId20"/>
    <p:sldLayoutId id="2147483815" r:id="rId21"/>
    <p:sldLayoutId id="2147483818" r:id="rId22"/>
    <p:sldLayoutId id="2147483816" r:id="rId23"/>
  </p:sldLayoutIdLst>
  <p:txStyles>
    <p:title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p:titleStyle>
    <p:bodyStyle>
      <a:lvl1pPr marL="228594" indent="-228594" algn="l" defTabSz="914377"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1A4D6B7-6EC1-49CE-9EB5-376A16C56F89}"/>
              </a:ext>
            </a:extLst>
          </p:cNvPr>
          <p:cNvGrpSpPr>
            <a:grpSpLocks noChangeAspect="1"/>
          </p:cNvGrpSpPr>
          <p:nvPr userDrawn="1"/>
        </p:nvGrpSpPr>
        <p:grpSpPr>
          <a:xfrm>
            <a:off x="10233286" y="6463062"/>
            <a:ext cx="1381500" cy="272839"/>
            <a:chOff x="13039725" y="3148013"/>
            <a:chExt cx="4814888" cy="950913"/>
          </a:xfrm>
          <a:solidFill>
            <a:schemeClr val="bg1"/>
          </a:solidFill>
        </p:grpSpPr>
        <p:sp>
          <p:nvSpPr>
            <p:cNvPr id="15" name="Freeform 6">
              <a:extLst>
                <a:ext uri="{FF2B5EF4-FFF2-40B4-BE49-F238E27FC236}">
                  <a16:creationId xmlns:a16="http://schemas.microsoft.com/office/drawing/2014/main" id="{18302FF1-41A8-4BB1-A7E3-C6CD2E91592E}"/>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6" name="Freeform 7">
              <a:extLst>
                <a:ext uri="{FF2B5EF4-FFF2-40B4-BE49-F238E27FC236}">
                  <a16:creationId xmlns:a16="http://schemas.microsoft.com/office/drawing/2014/main" id="{469D8549-5A2D-4B59-9194-880DA3257CCE}"/>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7" name="Freeform 8">
              <a:extLst>
                <a:ext uri="{FF2B5EF4-FFF2-40B4-BE49-F238E27FC236}">
                  <a16:creationId xmlns:a16="http://schemas.microsoft.com/office/drawing/2014/main" id="{B1AD8912-DF4D-4738-B6FC-80D9AD2950D2}"/>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8" name="Rectangle 9">
              <a:extLst>
                <a:ext uri="{FF2B5EF4-FFF2-40B4-BE49-F238E27FC236}">
                  <a16:creationId xmlns:a16="http://schemas.microsoft.com/office/drawing/2014/main" id="{475B03C1-5576-49FD-A0DC-33BDCB2D52E5}"/>
                </a:ext>
              </a:extLst>
            </p:cNvPr>
            <p:cNvSpPr>
              <a:spLocks noChangeArrowheads="1"/>
            </p:cNvSpPr>
            <p:nvPr userDrawn="1"/>
          </p:nvSpPr>
          <p:spPr bwMode="auto">
            <a:xfrm>
              <a:off x="16746538" y="3162300"/>
              <a:ext cx="182563" cy="9223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19" name="Freeform 10">
              <a:extLst>
                <a:ext uri="{FF2B5EF4-FFF2-40B4-BE49-F238E27FC236}">
                  <a16:creationId xmlns:a16="http://schemas.microsoft.com/office/drawing/2014/main" id="{8C89A29E-202A-4687-A898-DEFF5701EB61}"/>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0" name="Freeform 11">
              <a:extLst>
                <a:ext uri="{FF2B5EF4-FFF2-40B4-BE49-F238E27FC236}">
                  <a16:creationId xmlns:a16="http://schemas.microsoft.com/office/drawing/2014/main" id="{7743A047-B2AA-4392-B62D-9E8581A49C67}"/>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1" name="Freeform 12">
              <a:extLst>
                <a:ext uri="{FF2B5EF4-FFF2-40B4-BE49-F238E27FC236}">
                  <a16:creationId xmlns:a16="http://schemas.microsoft.com/office/drawing/2014/main" id="{059670A4-A324-440E-89BF-84D2EC58057F}"/>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2" name="Freeform 13">
              <a:extLst>
                <a:ext uri="{FF2B5EF4-FFF2-40B4-BE49-F238E27FC236}">
                  <a16:creationId xmlns:a16="http://schemas.microsoft.com/office/drawing/2014/main" id="{2F45A1FA-1570-46AD-83BB-506A920A22D6}"/>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3" name="Freeform 14">
              <a:extLst>
                <a:ext uri="{FF2B5EF4-FFF2-40B4-BE49-F238E27FC236}">
                  <a16:creationId xmlns:a16="http://schemas.microsoft.com/office/drawing/2014/main" id="{B8A5B194-E3BA-490C-A311-024B6F7268F6}"/>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4" name="Freeform 15">
              <a:extLst>
                <a:ext uri="{FF2B5EF4-FFF2-40B4-BE49-F238E27FC236}">
                  <a16:creationId xmlns:a16="http://schemas.microsoft.com/office/drawing/2014/main" id="{A2B99960-D259-4813-8EB4-14EB4402A56A}"/>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5" name="Freeform 16">
              <a:extLst>
                <a:ext uri="{FF2B5EF4-FFF2-40B4-BE49-F238E27FC236}">
                  <a16:creationId xmlns:a16="http://schemas.microsoft.com/office/drawing/2014/main" id="{FD942094-4B31-479D-8443-9F104FE3A6E5}"/>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sp>
          <p:nvSpPr>
            <p:cNvPr id="26" name="Freeform 17">
              <a:extLst>
                <a:ext uri="{FF2B5EF4-FFF2-40B4-BE49-F238E27FC236}">
                  <a16:creationId xmlns:a16="http://schemas.microsoft.com/office/drawing/2014/main" id="{A30986EC-4EAB-4B9F-9572-8AE162EDB5D0}"/>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1"/>
            </a:p>
          </p:txBody>
        </p:sp>
      </p:grpSp>
      <p:sp>
        <p:nvSpPr>
          <p:cNvPr id="8" name="Oval 7">
            <a:extLst>
              <a:ext uri="{FF2B5EF4-FFF2-40B4-BE49-F238E27FC236}">
                <a16:creationId xmlns:a16="http://schemas.microsoft.com/office/drawing/2014/main" id="{7B5723D0-EDC6-45D2-A14C-79DAFFC9EBF8}"/>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Overpass" panose="02000803030000020004" pitchFamily="2" charset="0"/>
              </a:rPr>
              <a:t>‹#›</a:t>
            </a:fld>
            <a:endParaRPr lang="en-US" sz="1600">
              <a:solidFill>
                <a:schemeClr val="bg1"/>
              </a:solidFill>
              <a:latin typeface="Overpass" panose="02000803030000020004" pitchFamily="2" charset="0"/>
            </a:endParaRPr>
          </a:p>
        </p:txBody>
      </p:sp>
      <p:grpSp>
        <p:nvGrpSpPr>
          <p:cNvPr id="10" name="Group 9">
            <a:extLst>
              <a:ext uri="{FF2B5EF4-FFF2-40B4-BE49-F238E27FC236}">
                <a16:creationId xmlns:a16="http://schemas.microsoft.com/office/drawing/2014/main" id="{D892477C-1DDC-4CB7-AD40-DFB92BBD1887}"/>
              </a:ext>
            </a:extLst>
          </p:cNvPr>
          <p:cNvGrpSpPr/>
          <p:nvPr userDrawn="1"/>
        </p:nvGrpSpPr>
        <p:grpSpPr>
          <a:xfrm>
            <a:off x="587809" y="6485634"/>
            <a:ext cx="3739643" cy="248633"/>
            <a:chOff x="212027" y="6512125"/>
            <a:chExt cx="3228488" cy="325447"/>
          </a:xfrm>
        </p:grpSpPr>
        <p:sp>
          <p:nvSpPr>
            <p:cNvPr id="11" name="TextBox 10">
              <a:extLst>
                <a:ext uri="{FF2B5EF4-FFF2-40B4-BE49-F238E27FC236}">
                  <a16:creationId xmlns:a16="http://schemas.microsoft.com/office/drawing/2014/main" id="{D602DEB8-A0BE-41F5-B649-5FB04C23220A}"/>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©2021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12" name="TextBox 11">
              <a:extLst>
                <a:ext uri="{FF2B5EF4-FFF2-40B4-BE49-F238E27FC236}">
                  <a16:creationId xmlns:a16="http://schemas.microsoft.com/office/drawing/2014/main" id="{B428F5F6-37E7-41BB-8AD5-676012D1D1F9}"/>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grpSp>
        <p:nvGrpSpPr>
          <p:cNvPr id="27" name="Group 26">
            <a:extLst>
              <a:ext uri="{FF2B5EF4-FFF2-40B4-BE49-F238E27FC236}">
                <a16:creationId xmlns:a16="http://schemas.microsoft.com/office/drawing/2014/main" id="{84FA422E-0C94-E656-F99C-CE048B2034C2}"/>
              </a:ext>
            </a:extLst>
          </p:cNvPr>
          <p:cNvGrpSpPr/>
          <p:nvPr userDrawn="1"/>
        </p:nvGrpSpPr>
        <p:grpSpPr>
          <a:xfrm>
            <a:off x="622505" y="6421206"/>
            <a:ext cx="3739643" cy="248633"/>
            <a:chOff x="212027" y="6512125"/>
            <a:chExt cx="3228488" cy="325447"/>
          </a:xfrm>
        </p:grpSpPr>
        <p:sp>
          <p:nvSpPr>
            <p:cNvPr id="28" name="TextBox 27">
              <a:extLst>
                <a:ext uri="{FF2B5EF4-FFF2-40B4-BE49-F238E27FC236}">
                  <a16:creationId xmlns:a16="http://schemas.microsoft.com/office/drawing/2014/main" id="{27DF1E9F-B5EF-E3F9-2262-9BED625D785F}"/>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©2023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29" name="TextBox 28">
              <a:extLst>
                <a:ext uri="{FF2B5EF4-FFF2-40B4-BE49-F238E27FC236}">
                  <a16:creationId xmlns:a16="http://schemas.microsoft.com/office/drawing/2014/main" id="{3A1EC3D0-0D4B-F205-84C8-11805CEE6CD4}"/>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sp>
        <p:nvSpPr>
          <p:cNvPr id="30" name="Oval 29">
            <a:extLst>
              <a:ext uri="{FF2B5EF4-FFF2-40B4-BE49-F238E27FC236}">
                <a16:creationId xmlns:a16="http://schemas.microsoft.com/office/drawing/2014/main" id="{C48DEC80-FE0A-8336-C60C-75E2009FE9B5}"/>
              </a:ext>
            </a:extLst>
          </p:cNvPr>
          <p:cNvSpPr/>
          <p:nvPr userDrawn="1"/>
        </p:nvSpPr>
        <p:spPr>
          <a:xfrm>
            <a:off x="11638888" y="6289485"/>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bg1"/>
                </a:solidFill>
                <a:latin typeface="+mj-lt"/>
              </a:rPr>
              <a:t>‹#›</a:t>
            </a:fld>
            <a:endParaRPr lang="en-US" sz="1600">
              <a:solidFill>
                <a:schemeClr val="bg1"/>
              </a:solidFill>
              <a:latin typeface="+mj-lt"/>
            </a:endParaRPr>
          </a:p>
        </p:txBody>
      </p:sp>
      <p:grpSp>
        <p:nvGrpSpPr>
          <p:cNvPr id="44" name="Group 43">
            <a:extLst>
              <a:ext uri="{FF2B5EF4-FFF2-40B4-BE49-F238E27FC236}">
                <a16:creationId xmlns:a16="http://schemas.microsoft.com/office/drawing/2014/main" id="{39CDE2B5-4988-2D6A-E9D1-E9AA6D212407}"/>
              </a:ext>
            </a:extLst>
          </p:cNvPr>
          <p:cNvGrpSpPr>
            <a:grpSpLocks noChangeAspect="1"/>
          </p:cNvGrpSpPr>
          <p:nvPr userDrawn="1"/>
        </p:nvGrpSpPr>
        <p:grpSpPr>
          <a:xfrm>
            <a:off x="10238243" y="6468017"/>
            <a:ext cx="1381500" cy="272839"/>
            <a:chOff x="13039725" y="3148013"/>
            <a:chExt cx="4814888" cy="950913"/>
          </a:xfrm>
          <a:solidFill>
            <a:schemeClr val="bg1"/>
          </a:solidFill>
        </p:grpSpPr>
        <p:sp>
          <p:nvSpPr>
            <p:cNvPr id="45" name="Freeform 6">
              <a:extLst>
                <a:ext uri="{FF2B5EF4-FFF2-40B4-BE49-F238E27FC236}">
                  <a16:creationId xmlns:a16="http://schemas.microsoft.com/office/drawing/2014/main" id="{FCEB7B50-F5B2-B291-C19C-7F0871614B63}"/>
                </a:ext>
              </a:extLst>
            </p:cNvPr>
            <p:cNvSpPr>
              <a:spLocks/>
            </p:cNvSpPr>
            <p:nvPr userDrawn="1"/>
          </p:nvSpPr>
          <p:spPr bwMode="auto">
            <a:xfrm>
              <a:off x="13039725" y="3162300"/>
              <a:ext cx="744538" cy="920750"/>
            </a:xfrm>
            <a:custGeom>
              <a:avLst/>
              <a:gdLst>
                <a:gd name="T0" fmla="*/ 505 w 647"/>
                <a:gd name="T1" fmla="*/ 798 h 798"/>
                <a:gd name="T2" fmla="*/ 212 w 647"/>
                <a:gd name="T3" fmla="*/ 363 h 798"/>
                <a:gd name="T4" fmla="*/ 180 w 647"/>
                <a:gd name="T5" fmla="*/ 314 h 798"/>
                <a:gd name="T6" fmla="*/ 156 w 647"/>
                <a:gd name="T7" fmla="*/ 273 h 798"/>
                <a:gd name="T8" fmla="*/ 156 w 647"/>
                <a:gd name="T9" fmla="*/ 306 h 798"/>
                <a:gd name="T10" fmla="*/ 157 w 647"/>
                <a:gd name="T11" fmla="*/ 355 h 798"/>
                <a:gd name="T12" fmla="*/ 158 w 647"/>
                <a:gd name="T13" fmla="*/ 405 h 798"/>
                <a:gd name="T14" fmla="*/ 158 w 647"/>
                <a:gd name="T15" fmla="*/ 447 h 798"/>
                <a:gd name="T16" fmla="*/ 158 w 647"/>
                <a:gd name="T17" fmla="*/ 798 h 798"/>
                <a:gd name="T18" fmla="*/ 0 w 647"/>
                <a:gd name="T19" fmla="*/ 798 h 798"/>
                <a:gd name="T20" fmla="*/ 0 w 647"/>
                <a:gd name="T21" fmla="*/ 0 h 798"/>
                <a:gd name="T22" fmla="*/ 154 w 647"/>
                <a:gd name="T23" fmla="*/ 0 h 798"/>
                <a:gd name="T24" fmla="*/ 435 w 647"/>
                <a:gd name="T25" fmla="*/ 422 h 798"/>
                <a:gd name="T26" fmla="*/ 467 w 647"/>
                <a:gd name="T27" fmla="*/ 471 h 798"/>
                <a:gd name="T28" fmla="*/ 491 w 647"/>
                <a:gd name="T29" fmla="*/ 512 h 798"/>
                <a:gd name="T30" fmla="*/ 491 w 647"/>
                <a:gd name="T31" fmla="*/ 479 h 798"/>
                <a:gd name="T32" fmla="*/ 490 w 647"/>
                <a:gd name="T33" fmla="*/ 431 h 798"/>
                <a:gd name="T34" fmla="*/ 489 w 647"/>
                <a:gd name="T35" fmla="*/ 380 h 798"/>
                <a:gd name="T36" fmla="*/ 489 w 647"/>
                <a:gd name="T37" fmla="*/ 338 h 798"/>
                <a:gd name="T38" fmla="*/ 489 w 647"/>
                <a:gd name="T39" fmla="*/ 0 h 798"/>
                <a:gd name="T40" fmla="*/ 647 w 647"/>
                <a:gd name="T41" fmla="*/ 0 h 798"/>
                <a:gd name="T42" fmla="*/ 647 w 647"/>
                <a:gd name="T43" fmla="*/ 798 h 798"/>
                <a:gd name="T44" fmla="*/ 505 w 647"/>
                <a:gd name="T45" fmla="*/ 798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7" h="798">
                  <a:moveTo>
                    <a:pt x="505" y="798"/>
                  </a:moveTo>
                  <a:cubicBezTo>
                    <a:pt x="212" y="363"/>
                    <a:pt x="212" y="363"/>
                    <a:pt x="212" y="363"/>
                  </a:cubicBezTo>
                  <a:cubicBezTo>
                    <a:pt x="202" y="348"/>
                    <a:pt x="191" y="331"/>
                    <a:pt x="180" y="314"/>
                  </a:cubicBezTo>
                  <a:cubicBezTo>
                    <a:pt x="169" y="297"/>
                    <a:pt x="161" y="283"/>
                    <a:pt x="156" y="273"/>
                  </a:cubicBezTo>
                  <a:cubicBezTo>
                    <a:pt x="156" y="280"/>
                    <a:pt x="156" y="291"/>
                    <a:pt x="156" y="306"/>
                  </a:cubicBezTo>
                  <a:cubicBezTo>
                    <a:pt x="157" y="321"/>
                    <a:pt x="157" y="337"/>
                    <a:pt x="157" y="355"/>
                  </a:cubicBezTo>
                  <a:cubicBezTo>
                    <a:pt x="157" y="372"/>
                    <a:pt x="157" y="388"/>
                    <a:pt x="158" y="405"/>
                  </a:cubicBezTo>
                  <a:cubicBezTo>
                    <a:pt x="158" y="422"/>
                    <a:pt x="158" y="436"/>
                    <a:pt x="158" y="447"/>
                  </a:cubicBezTo>
                  <a:cubicBezTo>
                    <a:pt x="158" y="798"/>
                    <a:pt x="158" y="798"/>
                    <a:pt x="158" y="798"/>
                  </a:cubicBezTo>
                  <a:cubicBezTo>
                    <a:pt x="0" y="798"/>
                    <a:pt x="0" y="798"/>
                    <a:pt x="0" y="798"/>
                  </a:cubicBezTo>
                  <a:cubicBezTo>
                    <a:pt x="0" y="0"/>
                    <a:pt x="0" y="0"/>
                    <a:pt x="0" y="0"/>
                  </a:cubicBezTo>
                  <a:cubicBezTo>
                    <a:pt x="154" y="0"/>
                    <a:pt x="154" y="0"/>
                    <a:pt x="154" y="0"/>
                  </a:cubicBezTo>
                  <a:cubicBezTo>
                    <a:pt x="435" y="422"/>
                    <a:pt x="435" y="422"/>
                    <a:pt x="435" y="422"/>
                  </a:cubicBezTo>
                  <a:cubicBezTo>
                    <a:pt x="445" y="437"/>
                    <a:pt x="456" y="453"/>
                    <a:pt x="467" y="471"/>
                  </a:cubicBezTo>
                  <a:cubicBezTo>
                    <a:pt x="478" y="488"/>
                    <a:pt x="486" y="502"/>
                    <a:pt x="491" y="512"/>
                  </a:cubicBezTo>
                  <a:cubicBezTo>
                    <a:pt x="491" y="505"/>
                    <a:pt x="491" y="493"/>
                    <a:pt x="491" y="479"/>
                  </a:cubicBezTo>
                  <a:cubicBezTo>
                    <a:pt x="490" y="464"/>
                    <a:pt x="490" y="448"/>
                    <a:pt x="490" y="431"/>
                  </a:cubicBezTo>
                  <a:cubicBezTo>
                    <a:pt x="490" y="414"/>
                    <a:pt x="490" y="397"/>
                    <a:pt x="489" y="380"/>
                  </a:cubicBezTo>
                  <a:cubicBezTo>
                    <a:pt x="489" y="363"/>
                    <a:pt x="489" y="349"/>
                    <a:pt x="489" y="338"/>
                  </a:cubicBezTo>
                  <a:cubicBezTo>
                    <a:pt x="489" y="0"/>
                    <a:pt x="489" y="0"/>
                    <a:pt x="489" y="0"/>
                  </a:cubicBezTo>
                  <a:cubicBezTo>
                    <a:pt x="647" y="0"/>
                    <a:pt x="647" y="0"/>
                    <a:pt x="647" y="0"/>
                  </a:cubicBezTo>
                  <a:cubicBezTo>
                    <a:pt x="647" y="798"/>
                    <a:pt x="647" y="798"/>
                    <a:pt x="647" y="798"/>
                  </a:cubicBezTo>
                  <a:lnTo>
                    <a:pt x="505" y="79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6" name="Freeform 7">
              <a:extLst>
                <a:ext uri="{FF2B5EF4-FFF2-40B4-BE49-F238E27FC236}">
                  <a16:creationId xmlns:a16="http://schemas.microsoft.com/office/drawing/2014/main" id="{467020F1-442A-6EF6-7CF1-0CE0D00466BF}"/>
                </a:ext>
              </a:extLst>
            </p:cNvPr>
            <p:cNvSpPr>
              <a:spLocks noEditPoints="1"/>
            </p:cNvSpPr>
            <p:nvPr userDrawn="1"/>
          </p:nvSpPr>
          <p:spPr bwMode="auto">
            <a:xfrm>
              <a:off x="14989175" y="3162300"/>
              <a:ext cx="744538" cy="920750"/>
            </a:xfrm>
            <a:custGeom>
              <a:avLst/>
              <a:gdLst>
                <a:gd name="T0" fmla="*/ 608 w 647"/>
                <a:gd name="T1" fmla="*/ 401 h 798"/>
                <a:gd name="T2" fmla="*/ 647 w 647"/>
                <a:gd name="T3" fmla="*/ 253 h 798"/>
                <a:gd name="T4" fmla="*/ 625 w 647"/>
                <a:gd name="T5" fmla="*/ 142 h 798"/>
                <a:gd name="T6" fmla="*/ 565 w 647"/>
                <a:gd name="T7" fmla="*/ 63 h 798"/>
                <a:gd name="T8" fmla="*/ 478 w 647"/>
                <a:gd name="T9" fmla="*/ 15 h 798"/>
                <a:gd name="T10" fmla="*/ 372 w 647"/>
                <a:gd name="T11" fmla="*/ 0 h 798"/>
                <a:gd name="T12" fmla="*/ 0 w 647"/>
                <a:gd name="T13" fmla="*/ 0 h 798"/>
                <a:gd name="T14" fmla="*/ 0 w 647"/>
                <a:gd name="T15" fmla="*/ 798 h 798"/>
                <a:gd name="T16" fmla="*/ 158 w 647"/>
                <a:gd name="T17" fmla="*/ 798 h 798"/>
                <a:gd name="T18" fmla="*/ 158 w 647"/>
                <a:gd name="T19" fmla="*/ 511 h 798"/>
                <a:gd name="T20" fmla="*/ 320 w 647"/>
                <a:gd name="T21" fmla="*/ 511 h 798"/>
                <a:gd name="T22" fmla="*/ 462 w 647"/>
                <a:gd name="T23" fmla="*/ 798 h 798"/>
                <a:gd name="T24" fmla="*/ 647 w 647"/>
                <a:gd name="T25" fmla="*/ 798 h 798"/>
                <a:gd name="T26" fmla="*/ 494 w 647"/>
                <a:gd name="T27" fmla="*/ 488 h 798"/>
                <a:gd name="T28" fmla="*/ 608 w 647"/>
                <a:gd name="T29" fmla="*/ 401 h 798"/>
                <a:gd name="T30" fmla="*/ 368 w 647"/>
                <a:gd name="T31" fmla="*/ 360 h 798"/>
                <a:gd name="T32" fmla="*/ 158 w 647"/>
                <a:gd name="T33" fmla="*/ 360 h 798"/>
                <a:gd name="T34" fmla="*/ 158 w 647"/>
                <a:gd name="T35" fmla="*/ 156 h 798"/>
                <a:gd name="T36" fmla="*/ 368 w 647"/>
                <a:gd name="T37" fmla="*/ 156 h 798"/>
                <a:gd name="T38" fmla="*/ 452 w 647"/>
                <a:gd name="T39" fmla="*/ 180 h 798"/>
                <a:gd name="T40" fmla="*/ 482 w 647"/>
                <a:gd name="T41" fmla="*/ 257 h 798"/>
                <a:gd name="T42" fmla="*/ 368 w 647"/>
                <a:gd name="T43" fmla="*/ 36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08" y="401"/>
                  </a:moveTo>
                  <a:cubicBezTo>
                    <a:pt x="634" y="363"/>
                    <a:pt x="647" y="313"/>
                    <a:pt x="647" y="253"/>
                  </a:cubicBezTo>
                  <a:cubicBezTo>
                    <a:pt x="647" y="211"/>
                    <a:pt x="639" y="174"/>
                    <a:pt x="625" y="142"/>
                  </a:cubicBezTo>
                  <a:cubicBezTo>
                    <a:pt x="610" y="111"/>
                    <a:pt x="591" y="84"/>
                    <a:pt x="565" y="63"/>
                  </a:cubicBezTo>
                  <a:cubicBezTo>
                    <a:pt x="540" y="42"/>
                    <a:pt x="511" y="26"/>
                    <a:pt x="478" y="15"/>
                  </a:cubicBezTo>
                  <a:cubicBezTo>
                    <a:pt x="444" y="5"/>
                    <a:pt x="409" y="0"/>
                    <a:pt x="372" y="0"/>
                  </a:cubicBezTo>
                  <a:cubicBezTo>
                    <a:pt x="0" y="0"/>
                    <a:pt x="0" y="0"/>
                    <a:pt x="0" y="0"/>
                  </a:cubicBezTo>
                  <a:cubicBezTo>
                    <a:pt x="0" y="798"/>
                    <a:pt x="0" y="798"/>
                    <a:pt x="0" y="798"/>
                  </a:cubicBezTo>
                  <a:cubicBezTo>
                    <a:pt x="158" y="798"/>
                    <a:pt x="158" y="798"/>
                    <a:pt x="158" y="798"/>
                  </a:cubicBezTo>
                  <a:cubicBezTo>
                    <a:pt x="158" y="511"/>
                    <a:pt x="158" y="511"/>
                    <a:pt x="158" y="511"/>
                  </a:cubicBezTo>
                  <a:cubicBezTo>
                    <a:pt x="320" y="511"/>
                    <a:pt x="320" y="511"/>
                    <a:pt x="320" y="511"/>
                  </a:cubicBezTo>
                  <a:cubicBezTo>
                    <a:pt x="462" y="798"/>
                    <a:pt x="462" y="798"/>
                    <a:pt x="462" y="798"/>
                  </a:cubicBezTo>
                  <a:cubicBezTo>
                    <a:pt x="647" y="798"/>
                    <a:pt x="647" y="798"/>
                    <a:pt x="647" y="798"/>
                  </a:cubicBezTo>
                  <a:cubicBezTo>
                    <a:pt x="494" y="488"/>
                    <a:pt x="494" y="488"/>
                    <a:pt x="494" y="488"/>
                  </a:cubicBezTo>
                  <a:cubicBezTo>
                    <a:pt x="545" y="468"/>
                    <a:pt x="583" y="439"/>
                    <a:pt x="608" y="401"/>
                  </a:cubicBezTo>
                  <a:close/>
                  <a:moveTo>
                    <a:pt x="368" y="360"/>
                  </a:moveTo>
                  <a:cubicBezTo>
                    <a:pt x="158" y="360"/>
                    <a:pt x="158" y="360"/>
                    <a:pt x="158" y="360"/>
                  </a:cubicBezTo>
                  <a:cubicBezTo>
                    <a:pt x="158" y="156"/>
                    <a:pt x="158" y="156"/>
                    <a:pt x="158" y="156"/>
                  </a:cubicBezTo>
                  <a:cubicBezTo>
                    <a:pt x="368" y="156"/>
                    <a:pt x="368" y="156"/>
                    <a:pt x="368" y="156"/>
                  </a:cubicBezTo>
                  <a:cubicBezTo>
                    <a:pt x="404" y="156"/>
                    <a:pt x="432" y="164"/>
                    <a:pt x="452" y="180"/>
                  </a:cubicBezTo>
                  <a:cubicBezTo>
                    <a:pt x="472" y="195"/>
                    <a:pt x="482" y="221"/>
                    <a:pt x="482" y="257"/>
                  </a:cubicBezTo>
                  <a:cubicBezTo>
                    <a:pt x="482" y="326"/>
                    <a:pt x="444" y="360"/>
                    <a:pt x="368" y="36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7" name="Freeform 8">
              <a:extLst>
                <a:ext uri="{FF2B5EF4-FFF2-40B4-BE49-F238E27FC236}">
                  <a16:creationId xmlns:a16="http://schemas.microsoft.com/office/drawing/2014/main" id="{31D5C493-65CB-B426-4498-76808FDB7462}"/>
                </a:ext>
              </a:extLst>
            </p:cNvPr>
            <p:cNvSpPr>
              <a:spLocks noEditPoints="1"/>
            </p:cNvSpPr>
            <p:nvPr userDrawn="1"/>
          </p:nvSpPr>
          <p:spPr bwMode="auto">
            <a:xfrm>
              <a:off x="15878175" y="3162300"/>
              <a:ext cx="744538" cy="920750"/>
            </a:xfrm>
            <a:custGeom>
              <a:avLst/>
              <a:gdLst>
                <a:gd name="T0" fmla="*/ 616 w 647"/>
                <a:gd name="T1" fmla="*/ 214 h 798"/>
                <a:gd name="T2" fmla="*/ 533 w 647"/>
                <a:gd name="T3" fmla="*/ 90 h 798"/>
                <a:gd name="T4" fmla="*/ 408 w 647"/>
                <a:gd name="T5" fmla="*/ 21 h 798"/>
                <a:gd name="T6" fmla="*/ 250 w 647"/>
                <a:gd name="T7" fmla="*/ 0 h 798"/>
                <a:gd name="T8" fmla="*/ 0 w 647"/>
                <a:gd name="T9" fmla="*/ 0 h 798"/>
                <a:gd name="T10" fmla="*/ 0 w 647"/>
                <a:gd name="T11" fmla="*/ 798 h 798"/>
                <a:gd name="T12" fmla="*/ 238 w 647"/>
                <a:gd name="T13" fmla="*/ 798 h 798"/>
                <a:gd name="T14" fmla="*/ 388 w 647"/>
                <a:gd name="T15" fmla="*/ 776 h 798"/>
                <a:gd name="T16" fmla="*/ 519 w 647"/>
                <a:gd name="T17" fmla="*/ 704 h 798"/>
                <a:gd name="T18" fmla="*/ 612 w 647"/>
                <a:gd name="T19" fmla="*/ 580 h 798"/>
                <a:gd name="T20" fmla="*/ 647 w 647"/>
                <a:gd name="T21" fmla="*/ 399 h 798"/>
                <a:gd name="T22" fmla="*/ 616 w 647"/>
                <a:gd name="T23" fmla="*/ 214 h 798"/>
                <a:gd name="T24" fmla="*/ 468 w 647"/>
                <a:gd name="T25" fmla="*/ 499 h 798"/>
                <a:gd name="T26" fmla="*/ 423 w 647"/>
                <a:gd name="T27" fmla="*/ 575 h 798"/>
                <a:gd name="T28" fmla="*/ 347 w 647"/>
                <a:gd name="T29" fmla="*/ 625 h 798"/>
                <a:gd name="T30" fmla="*/ 237 w 647"/>
                <a:gd name="T31" fmla="*/ 642 h 798"/>
                <a:gd name="T32" fmla="*/ 158 w 647"/>
                <a:gd name="T33" fmla="*/ 642 h 798"/>
                <a:gd name="T34" fmla="*/ 158 w 647"/>
                <a:gd name="T35" fmla="*/ 156 h 798"/>
                <a:gd name="T36" fmla="*/ 243 w 647"/>
                <a:gd name="T37" fmla="*/ 156 h 798"/>
                <a:gd name="T38" fmla="*/ 426 w 647"/>
                <a:gd name="T39" fmla="*/ 217 h 798"/>
                <a:gd name="T40" fmla="*/ 482 w 647"/>
                <a:gd name="T41" fmla="*/ 399 h 798"/>
                <a:gd name="T42" fmla="*/ 468 w 647"/>
                <a:gd name="T43" fmla="*/ 49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47" h="798">
                  <a:moveTo>
                    <a:pt x="616" y="214"/>
                  </a:moveTo>
                  <a:cubicBezTo>
                    <a:pt x="596" y="163"/>
                    <a:pt x="568" y="122"/>
                    <a:pt x="533" y="90"/>
                  </a:cubicBezTo>
                  <a:cubicBezTo>
                    <a:pt x="498" y="58"/>
                    <a:pt x="456" y="35"/>
                    <a:pt x="408" y="21"/>
                  </a:cubicBezTo>
                  <a:cubicBezTo>
                    <a:pt x="359" y="7"/>
                    <a:pt x="307" y="0"/>
                    <a:pt x="250" y="0"/>
                  </a:cubicBezTo>
                  <a:cubicBezTo>
                    <a:pt x="0" y="0"/>
                    <a:pt x="0" y="0"/>
                    <a:pt x="0" y="0"/>
                  </a:cubicBezTo>
                  <a:cubicBezTo>
                    <a:pt x="0" y="798"/>
                    <a:pt x="0" y="798"/>
                    <a:pt x="0" y="798"/>
                  </a:cubicBezTo>
                  <a:cubicBezTo>
                    <a:pt x="238" y="798"/>
                    <a:pt x="238" y="798"/>
                    <a:pt x="238" y="798"/>
                  </a:cubicBezTo>
                  <a:cubicBezTo>
                    <a:pt x="289" y="798"/>
                    <a:pt x="339" y="791"/>
                    <a:pt x="388" y="776"/>
                  </a:cubicBezTo>
                  <a:cubicBezTo>
                    <a:pt x="437" y="760"/>
                    <a:pt x="481" y="737"/>
                    <a:pt x="519" y="704"/>
                  </a:cubicBezTo>
                  <a:cubicBezTo>
                    <a:pt x="558" y="672"/>
                    <a:pt x="589" y="631"/>
                    <a:pt x="612" y="580"/>
                  </a:cubicBezTo>
                  <a:cubicBezTo>
                    <a:pt x="635" y="529"/>
                    <a:pt x="647" y="469"/>
                    <a:pt x="647" y="399"/>
                  </a:cubicBezTo>
                  <a:cubicBezTo>
                    <a:pt x="647" y="326"/>
                    <a:pt x="637" y="264"/>
                    <a:pt x="616" y="214"/>
                  </a:cubicBezTo>
                  <a:close/>
                  <a:moveTo>
                    <a:pt x="468" y="499"/>
                  </a:moveTo>
                  <a:cubicBezTo>
                    <a:pt x="458" y="529"/>
                    <a:pt x="443" y="554"/>
                    <a:pt x="423" y="575"/>
                  </a:cubicBezTo>
                  <a:cubicBezTo>
                    <a:pt x="403" y="596"/>
                    <a:pt x="378" y="613"/>
                    <a:pt x="347" y="625"/>
                  </a:cubicBezTo>
                  <a:cubicBezTo>
                    <a:pt x="316" y="636"/>
                    <a:pt x="279" y="642"/>
                    <a:pt x="237" y="642"/>
                  </a:cubicBezTo>
                  <a:cubicBezTo>
                    <a:pt x="158" y="642"/>
                    <a:pt x="158" y="642"/>
                    <a:pt x="158" y="642"/>
                  </a:cubicBezTo>
                  <a:cubicBezTo>
                    <a:pt x="158" y="156"/>
                    <a:pt x="158" y="156"/>
                    <a:pt x="158" y="156"/>
                  </a:cubicBezTo>
                  <a:cubicBezTo>
                    <a:pt x="243" y="156"/>
                    <a:pt x="243" y="156"/>
                    <a:pt x="243" y="156"/>
                  </a:cubicBezTo>
                  <a:cubicBezTo>
                    <a:pt x="328" y="156"/>
                    <a:pt x="389" y="177"/>
                    <a:pt x="426" y="217"/>
                  </a:cubicBezTo>
                  <a:cubicBezTo>
                    <a:pt x="464" y="258"/>
                    <a:pt x="482" y="318"/>
                    <a:pt x="482" y="399"/>
                  </a:cubicBezTo>
                  <a:cubicBezTo>
                    <a:pt x="482" y="436"/>
                    <a:pt x="477" y="469"/>
                    <a:pt x="468" y="4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48" name="Rectangle 9">
              <a:extLst>
                <a:ext uri="{FF2B5EF4-FFF2-40B4-BE49-F238E27FC236}">
                  <a16:creationId xmlns:a16="http://schemas.microsoft.com/office/drawing/2014/main" id="{200DB7A5-B511-4DB2-6932-D35755F4E5AE}"/>
                </a:ext>
              </a:extLst>
            </p:cNvPr>
            <p:cNvSpPr>
              <a:spLocks noChangeArrowheads="1"/>
            </p:cNvSpPr>
            <p:nvPr userDrawn="1"/>
          </p:nvSpPr>
          <p:spPr bwMode="auto">
            <a:xfrm>
              <a:off x="16746538" y="3162300"/>
              <a:ext cx="182563" cy="922338"/>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sz="1351"/>
            </a:p>
          </p:txBody>
        </p:sp>
        <p:sp>
          <p:nvSpPr>
            <p:cNvPr id="49" name="Freeform 10">
              <a:extLst>
                <a:ext uri="{FF2B5EF4-FFF2-40B4-BE49-F238E27FC236}">
                  <a16:creationId xmlns:a16="http://schemas.microsoft.com/office/drawing/2014/main" id="{5E3D8205-9303-F094-F6BF-B9441D56A54C}"/>
                </a:ext>
              </a:extLst>
            </p:cNvPr>
            <p:cNvSpPr>
              <a:spLocks/>
            </p:cNvSpPr>
            <p:nvPr userDrawn="1"/>
          </p:nvSpPr>
          <p:spPr bwMode="auto">
            <a:xfrm>
              <a:off x="17057688" y="3148013"/>
              <a:ext cx="746125" cy="950913"/>
            </a:xfrm>
            <a:custGeom>
              <a:avLst/>
              <a:gdLst>
                <a:gd name="T0" fmla="*/ 499 w 647"/>
                <a:gd name="T1" fmla="*/ 245 h 823"/>
                <a:gd name="T2" fmla="*/ 442 w 647"/>
                <a:gd name="T3" fmla="*/ 181 h 823"/>
                <a:gd name="T4" fmla="*/ 353 w 647"/>
                <a:gd name="T5" fmla="*/ 158 h 823"/>
                <a:gd name="T6" fmla="*/ 273 w 647"/>
                <a:gd name="T7" fmla="*/ 177 h 823"/>
                <a:gd name="T8" fmla="*/ 213 w 647"/>
                <a:gd name="T9" fmla="*/ 229 h 823"/>
                <a:gd name="T10" fmla="*/ 177 w 647"/>
                <a:gd name="T11" fmla="*/ 309 h 823"/>
                <a:gd name="T12" fmla="*/ 164 w 647"/>
                <a:gd name="T13" fmla="*/ 411 h 823"/>
                <a:gd name="T14" fmla="*/ 177 w 647"/>
                <a:gd name="T15" fmla="*/ 511 h 823"/>
                <a:gd name="T16" fmla="*/ 214 w 647"/>
                <a:gd name="T17" fmla="*/ 592 h 823"/>
                <a:gd name="T18" fmla="*/ 274 w 647"/>
                <a:gd name="T19" fmla="*/ 645 h 823"/>
                <a:gd name="T20" fmla="*/ 354 w 647"/>
                <a:gd name="T21" fmla="*/ 664 h 823"/>
                <a:gd name="T22" fmla="*/ 443 w 647"/>
                <a:gd name="T23" fmla="*/ 641 h 823"/>
                <a:gd name="T24" fmla="*/ 510 w 647"/>
                <a:gd name="T25" fmla="*/ 563 h 823"/>
                <a:gd name="T26" fmla="*/ 645 w 647"/>
                <a:gd name="T27" fmla="*/ 643 h 823"/>
                <a:gd name="T28" fmla="*/ 531 w 647"/>
                <a:gd name="T29" fmla="*/ 776 h 823"/>
                <a:gd name="T30" fmla="*/ 349 w 647"/>
                <a:gd name="T31" fmla="*/ 823 h 823"/>
                <a:gd name="T32" fmla="*/ 207 w 647"/>
                <a:gd name="T33" fmla="*/ 794 h 823"/>
                <a:gd name="T34" fmla="*/ 96 w 647"/>
                <a:gd name="T35" fmla="*/ 711 h 823"/>
                <a:gd name="T36" fmla="*/ 25 w 647"/>
                <a:gd name="T37" fmla="*/ 582 h 823"/>
                <a:gd name="T38" fmla="*/ 0 w 647"/>
                <a:gd name="T39" fmla="*/ 411 h 823"/>
                <a:gd name="T40" fmla="*/ 26 w 647"/>
                <a:gd name="T41" fmla="*/ 244 h 823"/>
                <a:gd name="T42" fmla="*/ 99 w 647"/>
                <a:gd name="T43" fmla="*/ 114 h 823"/>
                <a:gd name="T44" fmla="*/ 211 w 647"/>
                <a:gd name="T45" fmla="*/ 30 h 823"/>
                <a:gd name="T46" fmla="*/ 355 w 647"/>
                <a:gd name="T47" fmla="*/ 0 h 823"/>
                <a:gd name="T48" fmla="*/ 456 w 647"/>
                <a:gd name="T49" fmla="*/ 13 h 823"/>
                <a:gd name="T50" fmla="*/ 538 w 647"/>
                <a:gd name="T51" fmla="*/ 49 h 823"/>
                <a:gd name="T52" fmla="*/ 601 w 647"/>
                <a:gd name="T53" fmla="*/ 105 h 823"/>
                <a:gd name="T54" fmla="*/ 647 w 647"/>
                <a:gd name="T55" fmla="*/ 176 h 823"/>
                <a:gd name="T56" fmla="*/ 499 w 647"/>
                <a:gd name="T57" fmla="*/ 24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7" h="823">
                  <a:moveTo>
                    <a:pt x="499" y="245"/>
                  </a:moveTo>
                  <a:cubicBezTo>
                    <a:pt x="484" y="217"/>
                    <a:pt x="465" y="196"/>
                    <a:pt x="442" y="181"/>
                  </a:cubicBezTo>
                  <a:cubicBezTo>
                    <a:pt x="419" y="166"/>
                    <a:pt x="389" y="158"/>
                    <a:pt x="353" y="158"/>
                  </a:cubicBezTo>
                  <a:cubicBezTo>
                    <a:pt x="323" y="158"/>
                    <a:pt x="296" y="164"/>
                    <a:pt x="273" y="177"/>
                  </a:cubicBezTo>
                  <a:cubicBezTo>
                    <a:pt x="249" y="189"/>
                    <a:pt x="229" y="207"/>
                    <a:pt x="213" y="229"/>
                  </a:cubicBezTo>
                  <a:cubicBezTo>
                    <a:pt x="197" y="252"/>
                    <a:pt x="185" y="278"/>
                    <a:pt x="177" y="309"/>
                  </a:cubicBezTo>
                  <a:cubicBezTo>
                    <a:pt x="168" y="340"/>
                    <a:pt x="164" y="374"/>
                    <a:pt x="164" y="411"/>
                  </a:cubicBezTo>
                  <a:cubicBezTo>
                    <a:pt x="164" y="447"/>
                    <a:pt x="168" y="480"/>
                    <a:pt x="177" y="511"/>
                  </a:cubicBezTo>
                  <a:cubicBezTo>
                    <a:pt x="185" y="542"/>
                    <a:pt x="198" y="569"/>
                    <a:pt x="214" y="592"/>
                  </a:cubicBezTo>
                  <a:cubicBezTo>
                    <a:pt x="230" y="614"/>
                    <a:pt x="250" y="632"/>
                    <a:pt x="274" y="645"/>
                  </a:cubicBezTo>
                  <a:cubicBezTo>
                    <a:pt x="297" y="658"/>
                    <a:pt x="324" y="664"/>
                    <a:pt x="354" y="664"/>
                  </a:cubicBezTo>
                  <a:cubicBezTo>
                    <a:pt x="390" y="664"/>
                    <a:pt x="420" y="656"/>
                    <a:pt x="443" y="641"/>
                  </a:cubicBezTo>
                  <a:cubicBezTo>
                    <a:pt x="466" y="625"/>
                    <a:pt x="489" y="599"/>
                    <a:pt x="510" y="563"/>
                  </a:cubicBezTo>
                  <a:cubicBezTo>
                    <a:pt x="645" y="643"/>
                    <a:pt x="645" y="643"/>
                    <a:pt x="645" y="643"/>
                  </a:cubicBezTo>
                  <a:cubicBezTo>
                    <a:pt x="617" y="700"/>
                    <a:pt x="579" y="744"/>
                    <a:pt x="531" y="776"/>
                  </a:cubicBezTo>
                  <a:cubicBezTo>
                    <a:pt x="483" y="807"/>
                    <a:pt x="422" y="823"/>
                    <a:pt x="349" y="823"/>
                  </a:cubicBezTo>
                  <a:cubicBezTo>
                    <a:pt x="297" y="823"/>
                    <a:pt x="249" y="813"/>
                    <a:pt x="207" y="794"/>
                  </a:cubicBezTo>
                  <a:cubicBezTo>
                    <a:pt x="164" y="775"/>
                    <a:pt x="127" y="747"/>
                    <a:pt x="96" y="711"/>
                  </a:cubicBezTo>
                  <a:cubicBezTo>
                    <a:pt x="66" y="676"/>
                    <a:pt x="42" y="632"/>
                    <a:pt x="25" y="582"/>
                  </a:cubicBezTo>
                  <a:cubicBezTo>
                    <a:pt x="8" y="531"/>
                    <a:pt x="0" y="474"/>
                    <a:pt x="0" y="411"/>
                  </a:cubicBezTo>
                  <a:cubicBezTo>
                    <a:pt x="0" y="350"/>
                    <a:pt x="9" y="295"/>
                    <a:pt x="26" y="244"/>
                  </a:cubicBezTo>
                  <a:cubicBezTo>
                    <a:pt x="44" y="194"/>
                    <a:pt x="68" y="150"/>
                    <a:pt x="99" y="114"/>
                  </a:cubicBezTo>
                  <a:cubicBezTo>
                    <a:pt x="131" y="78"/>
                    <a:pt x="168" y="50"/>
                    <a:pt x="211" y="30"/>
                  </a:cubicBezTo>
                  <a:cubicBezTo>
                    <a:pt x="254" y="10"/>
                    <a:pt x="302" y="0"/>
                    <a:pt x="355" y="0"/>
                  </a:cubicBezTo>
                  <a:cubicBezTo>
                    <a:pt x="392" y="0"/>
                    <a:pt x="426" y="4"/>
                    <a:pt x="456" y="13"/>
                  </a:cubicBezTo>
                  <a:cubicBezTo>
                    <a:pt x="487" y="21"/>
                    <a:pt x="514" y="34"/>
                    <a:pt x="538" y="49"/>
                  </a:cubicBezTo>
                  <a:cubicBezTo>
                    <a:pt x="562" y="65"/>
                    <a:pt x="583" y="83"/>
                    <a:pt x="601" y="105"/>
                  </a:cubicBezTo>
                  <a:cubicBezTo>
                    <a:pt x="619" y="127"/>
                    <a:pt x="634" y="150"/>
                    <a:pt x="647" y="176"/>
                  </a:cubicBezTo>
                  <a:lnTo>
                    <a:pt x="499" y="24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0" name="Freeform 11">
              <a:extLst>
                <a:ext uri="{FF2B5EF4-FFF2-40B4-BE49-F238E27FC236}">
                  <a16:creationId xmlns:a16="http://schemas.microsoft.com/office/drawing/2014/main" id="{DE699F39-59F8-4B70-C63E-EBEBF272F272}"/>
                </a:ext>
              </a:extLst>
            </p:cNvPr>
            <p:cNvSpPr>
              <a:spLocks/>
            </p:cNvSpPr>
            <p:nvPr userDrawn="1"/>
          </p:nvSpPr>
          <p:spPr bwMode="auto">
            <a:xfrm>
              <a:off x="13938250" y="3173413"/>
              <a:ext cx="334963" cy="336550"/>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1" name="Freeform 12">
              <a:extLst>
                <a:ext uri="{FF2B5EF4-FFF2-40B4-BE49-F238E27FC236}">
                  <a16:creationId xmlns:a16="http://schemas.microsoft.com/office/drawing/2014/main" id="{B5E82280-7DC0-64B1-30DD-96A92E78802A}"/>
                </a:ext>
              </a:extLst>
            </p:cNvPr>
            <p:cNvSpPr>
              <a:spLocks/>
            </p:cNvSpPr>
            <p:nvPr userDrawn="1"/>
          </p:nvSpPr>
          <p:spPr bwMode="auto">
            <a:xfrm>
              <a:off x="14509750" y="3173413"/>
              <a:ext cx="334963" cy="336550"/>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2" name="Freeform 13">
              <a:extLst>
                <a:ext uri="{FF2B5EF4-FFF2-40B4-BE49-F238E27FC236}">
                  <a16:creationId xmlns:a16="http://schemas.microsoft.com/office/drawing/2014/main" id="{31B2E119-E48B-0B7F-97FC-5379B7FB5786}"/>
                </a:ext>
              </a:extLst>
            </p:cNvPr>
            <p:cNvSpPr>
              <a:spLocks/>
            </p:cNvSpPr>
            <p:nvPr userDrawn="1"/>
          </p:nvSpPr>
          <p:spPr bwMode="auto">
            <a:xfrm>
              <a:off x="13938250" y="3746500"/>
              <a:ext cx="334963" cy="336550"/>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3" name="Freeform 14">
              <a:extLst>
                <a:ext uri="{FF2B5EF4-FFF2-40B4-BE49-F238E27FC236}">
                  <a16:creationId xmlns:a16="http://schemas.microsoft.com/office/drawing/2014/main" id="{7B115230-DA2F-3178-D185-F10709AD65B0}"/>
                </a:ext>
              </a:extLst>
            </p:cNvPr>
            <p:cNvSpPr>
              <a:spLocks/>
            </p:cNvSpPr>
            <p:nvPr userDrawn="1"/>
          </p:nvSpPr>
          <p:spPr bwMode="auto">
            <a:xfrm>
              <a:off x="14509750" y="3746500"/>
              <a:ext cx="334963" cy="336550"/>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4" name="Freeform 15">
              <a:extLst>
                <a:ext uri="{FF2B5EF4-FFF2-40B4-BE49-F238E27FC236}">
                  <a16:creationId xmlns:a16="http://schemas.microsoft.com/office/drawing/2014/main" id="{21C811AC-A210-6908-ECF2-4F477C8F7131}"/>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 name="T16" fmla="*/ 0 w 26"/>
                <a:gd name="T17" fmla="*/ 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0" y="5"/>
                  </a:moveTo>
                  <a:lnTo>
                    <a:pt x="10" y="5"/>
                  </a:lnTo>
                  <a:lnTo>
                    <a:pt x="10" y="36"/>
                  </a:lnTo>
                  <a:lnTo>
                    <a:pt x="16" y="36"/>
                  </a:lnTo>
                  <a:lnTo>
                    <a:pt x="16" y="5"/>
                  </a:lnTo>
                  <a:lnTo>
                    <a:pt x="26" y="5"/>
                  </a:lnTo>
                  <a:lnTo>
                    <a:pt x="26" y="0"/>
                  </a:lnTo>
                  <a:lnTo>
                    <a:pt x="0" y="0"/>
                  </a:lnTo>
                  <a:lnTo>
                    <a:pt x="0" y="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5" name="Freeform 16">
              <a:extLst>
                <a:ext uri="{FF2B5EF4-FFF2-40B4-BE49-F238E27FC236}">
                  <a16:creationId xmlns:a16="http://schemas.microsoft.com/office/drawing/2014/main" id="{43847643-3C46-2E1C-634D-309ABFA74D25}"/>
                </a:ext>
              </a:extLst>
            </p:cNvPr>
            <p:cNvSpPr>
              <a:spLocks/>
            </p:cNvSpPr>
            <p:nvPr userDrawn="1"/>
          </p:nvSpPr>
          <p:spPr bwMode="auto">
            <a:xfrm>
              <a:off x="17751425" y="3179763"/>
              <a:ext cx="41275" cy="57150"/>
            </a:xfrm>
            <a:custGeom>
              <a:avLst/>
              <a:gdLst>
                <a:gd name="T0" fmla="*/ 0 w 26"/>
                <a:gd name="T1" fmla="*/ 5 h 36"/>
                <a:gd name="T2" fmla="*/ 10 w 26"/>
                <a:gd name="T3" fmla="*/ 5 h 36"/>
                <a:gd name="T4" fmla="*/ 10 w 26"/>
                <a:gd name="T5" fmla="*/ 36 h 36"/>
                <a:gd name="T6" fmla="*/ 16 w 26"/>
                <a:gd name="T7" fmla="*/ 36 h 36"/>
                <a:gd name="T8" fmla="*/ 16 w 26"/>
                <a:gd name="T9" fmla="*/ 5 h 36"/>
                <a:gd name="T10" fmla="*/ 26 w 26"/>
                <a:gd name="T11" fmla="*/ 5 h 36"/>
                <a:gd name="T12" fmla="*/ 26 w 26"/>
                <a:gd name="T13" fmla="*/ 0 h 36"/>
                <a:gd name="T14" fmla="*/ 0 w 26"/>
                <a:gd name="T15" fmla="*/ 0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36">
                  <a:moveTo>
                    <a:pt x="0" y="5"/>
                  </a:moveTo>
                  <a:lnTo>
                    <a:pt x="10" y="5"/>
                  </a:lnTo>
                  <a:lnTo>
                    <a:pt x="10" y="36"/>
                  </a:lnTo>
                  <a:lnTo>
                    <a:pt x="16" y="36"/>
                  </a:lnTo>
                  <a:lnTo>
                    <a:pt x="16" y="5"/>
                  </a:lnTo>
                  <a:lnTo>
                    <a:pt x="26" y="5"/>
                  </a:lnTo>
                  <a:lnTo>
                    <a:pt x="26" y="0"/>
                  </a:lnTo>
                  <a:lnTo>
                    <a:pt x="0" y="0"/>
                  </a:ln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sp>
          <p:nvSpPr>
            <p:cNvPr id="56" name="Freeform 17">
              <a:extLst>
                <a:ext uri="{FF2B5EF4-FFF2-40B4-BE49-F238E27FC236}">
                  <a16:creationId xmlns:a16="http://schemas.microsoft.com/office/drawing/2014/main" id="{4E690558-3D34-B0E6-8037-DC690FD2BEBD}"/>
                </a:ext>
              </a:extLst>
            </p:cNvPr>
            <p:cNvSpPr>
              <a:spLocks/>
            </p:cNvSpPr>
            <p:nvPr userDrawn="1"/>
          </p:nvSpPr>
          <p:spPr bwMode="auto">
            <a:xfrm>
              <a:off x="17803813" y="3179763"/>
              <a:ext cx="50800" cy="57150"/>
            </a:xfrm>
            <a:custGeom>
              <a:avLst/>
              <a:gdLst>
                <a:gd name="T0" fmla="*/ 36 w 43"/>
                <a:gd name="T1" fmla="*/ 49 h 49"/>
                <a:gd name="T2" fmla="*/ 36 w 43"/>
                <a:gd name="T3" fmla="*/ 23 h 49"/>
                <a:gd name="T4" fmla="*/ 36 w 43"/>
                <a:gd name="T5" fmla="*/ 14 h 49"/>
                <a:gd name="T6" fmla="*/ 33 w 43"/>
                <a:gd name="T7" fmla="*/ 22 h 49"/>
                <a:gd name="T8" fmla="*/ 21 w 43"/>
                <a:gd name="T9" fmla="*/ 49 h 49"/>
                <a:gd name="T10" fmla="*/ 10 w 43"/>
                <a:gd name="T11" fmla="*/ 22 h 49"/>
                <a:gd name="T12" fmla="*/ 6 w 43"/>
                <a:gd name="T13" fmla="*/ 14 h 49"/>
                <a:gd name="T14" fmla="*/ 7 w 43"/>
                <a:gd name="T15" fmla="*/ 23 h 49"/>
                <a:gd name="T16" fmla="*/ 7 w 43"/>
                <a:gd name="T17" fmla="*/ 49 h 49"/>
                <a:gd name="T18" fmla="*/ 0 w 43"/>
                <a:gd name="T19" fmla="*/ 49 h 49"/>
                <a:gd name="T20" fmla="*/ 0 w 43"/>
                <a:gd name="T21" fmla="*/ 0 h 49"/>
                <a:gd name="T22" fmla="*/ 7 w 43"/>
                <a:gd name="T23" fmla="*/ 0 h 49"/>
                <a:gd name="T24" fmla="*/ 18 w 43"/>
                <a:gd name="T25" fmla="*/ 26 h 49"/>
                <a:gd name="T26" fmla="*/ 22 w 43"/>
                <a:gd name="T27" fmla="*/ 34 h 49"/>
                <a:gd name="T28" fmla="*/ 25 w 43"/>
                <a:gd name="T29" fmla="*/ 26 h 49"/>
                <a:gd name="T30" fmla="*/ 35 w 43"/>
                <a:gd name="T31" fmla="*/ 0 h 49"/>
                <a:gd name="T32" fmla="*/ 43 w 43"/>
                <a:gd name="T33" fmla="*/ 0 h 49"/>
                <a:gd name="T34" fmla="*/ 43 w 43"/>
                <a:gd name="T35" fmla="*/ 49 h 49"/>
                <a:gd name="T36" fmla="*/ 36 w 43"/>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49">
                  <a:moveTo>
                    <a:pt x="36" y="49"/>
                  </a:moveTo>
                  <a:cubicBezTo>
                    <a:pt x="36" y="23"/>
                    <a:pt x="36" y="23"/>
                    <a:pt x="36" y="23"/>
                  </a:cubicBezTo>
                  <a:cubicBezTo>
                    <a:pt x="36" y="20"/>
                    <a:pt x="36" y="16"/>
                    <a:pt x="36" y="14"/>
                  </a:cubicBezTo>
                  <a:cubicBezTo>
                    <a:pt x="36" y="16"/>
                    <a:pt x="34" y="19"/>
                    <a:pt x="33" y="22"/>
                  </a:cubicBezTo>
                  <a:cubicBezTo>
                    <a:pt x="21" y="49"/>
                    <a:pt x="21" y="49"/>
                    <a:pt x="21" y="49"/>
                  </a:cubicBezTo>
                  <a:cubicBezTo>
                    <a:pt x="10" y="22"/>
                    <a:pt x="10" y="22"/>
                    <a:pt x="10" y="22"/>
                  </a:cubicBezTo>
                  <a:cubicBezTo>
                    <a:pt x="8" y="19"/>
                    <a:pt x="7" y="16"/>
                    <a:pt x="6" y="14"/>
                  </a:cubicBezTo>
                  <a:cubicBezTo>
                    <a:pt x="7" y="16"/>
                    <a:pt x="7" y="20"/>
                    <a:pt x="7" y="23"/>
                  </a:cubicBezTo>
                  <a:cubicBezTo>
                    <a:pt x="7" y="49"/>
                    <a:pt x="7" y="49"/>
                    <a:pt x="7" y="49"/>
                  </a:cubicBezTo>
                  <a:cubicBezTo>
                    <a:pt x="0" y="49"/>
                    <a:pt x="0" y="49"/>
                    <a:pt x="0" y="49"/>
                  </a:cubicBezTo>
                  <a:cubicBezTo>
                    <a:pt x="0" y="0"/>
                    <a:pt x="0" y="0"/>
                    <a:pt x="0" y="0"/>
                  </a:cubicBezTo>
                  <a:cubicBezTo>
                    <a:pt x="7" y="0"/>
                    <a:pt x="7" y="0"/>
                    <a:pt x="7" y="0"/>
                  </a:cubicBezTo>
                  <a:cubicBezTo>
                    <a:pt x="18" y="26"/>
                    <a:pt x="18" y="26"/>
                    <a:pt x="18" y="26"/>
                  </a:cubicBezTo>
                  <a:cubicBezTo>
                    <a:pt x="19" y="29"/>
                    <a:pt x="21" y="32"/>
                    <a:pt x="22" y="34"/>
                  </a:cubicBezTo>
                  <a:cubicBezTo>
                    <a:pt x="22" y="32"/>
                    <a:pt x="24" y="29"/>
                    <a:pt x="25" y="26"/>
                  </a:cubicBezTo>
                  <a:cubicBezTo>
                    <a:pt x="35" y="0"/>
                    <a:pt x="35" y="0"/>
                    <a:pt x="35" y="0"/>
                  </a:cubicBezTo>
                  <a:cubicBezTo>
                    <a:pt x="43" y="0"/>
                    <a:pt x="43" y="0"/>
                    <a:pt x="43" y="0"/>
                  </a:cubicBezTo>
                  <a:cubicBezTo>
                    <a:pt x="43" y="49"/>
                    <a:pt x="43" y="49"/>
                    <a:pt x="43" y="49"/>
                  </a:cubicBezTo>
                  <a:lnTo>
                    <a:pt x="36" y="4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351"/>
            </a:p>
          </p:txBody>
        </p:sp>
      </p:grpSp>
    </p:spTree>
    <p:extLst>
      <p:ext uri="{BB962C8B-B14F-4D97-AF65-F5344CB8AC3E}">
        <p14:creationId xmlns:p14="http://schemas.microsoft.com/office/powerpoint/2010/main" val="1896324076"/>
      </p:ext>
    </p:extLst>
  </p:cSld>
  <p:clrMap bg1="lt1" tx1="dk1" bg2="lt2" tx2="dk2" accent1="accent1" accent2="accent2" accent3="accent3" accent4="accent4" accent5="accent5" accent6="accent6" hlink="hlink" folHlink="folHlink"/>
  <p:sldLayoutIdLst>
    <p:sldLayoutId id="2147483793" r:id="rId1"/>
    <p:sldLayoutId id="2147483735" r:id="rId2"/>
    <p:sldLayoutId id="2147483817" r:id="rId3"/>
    <p:sldLayoutId id="2147483736" r:id="rId4"/>
    <p:sldLayoutId id="2147483737" r:id="rId5"/>
    <p:sldLayoutId id="2147483738" r:id="rId6"/>
    <p:sldLayoutId id="2147483928" r:id="rId7"/>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8" name="Oval 47">
            <a:extLst>
              <a:ext uri="{FF2B5EF4-FFF2-40B4-BE49-F238E27FC236}">
                <a16:creationId xmlns:a16="http://schemas.microsoft.com/office/drawing/2014/main" id="{A4CBDDDB-8DF5-4740-BA7B-C59A7823E8E2}"/>
              </a:ext>
            </a:extLst>
          </p:cNvPr>
          <p:cNvSpPr/>
          <p:nvPr userDrawn="1"/>
        </p:nvSpPr>
        <p:spPr>
          <a:xfrm>
            <a:off x="11604193"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accent3"/>
                </a:solidFill>
                <a:latin typeface="+mj-lt"/>
              </a:rPr>
              <a:t>‹#›</a:t>
            </a:fld>
            <a:endParaRPr lang="en-US" sz="1600">
              <a:solidFill>
                <a:schemeClr val="accent3"/>
              </a:solidFill>
              <a:latin typeface="+mj-lt"/>
            </a:endParaRPr>
          </a:p>
        </p:txBody>
      </p:sp>
    </p:spTree>
    <p:extLst>
      <p:ext uri="{BB962C8B-B14F-4D97-AF65-F5344CB8AC3E}">
        <p14:creationId xmlns:p14="http://schemas.microsoft.com/office/powerpoint/2010/main" val="4016756201"/>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 id="2147483864" r:id="rId14"/>
    <p:sldLayoutId id="2147483865" r:id="rId15"/>
    <p:sldLayoutId id="2147483866" r:id="rId16"/>
    <p:sldLayoutId id="2147483873" r:id="rId17"/>
    <p:sldLayoutId id="2147483874" r:id="rId18"/>
    <p:sldLayoutId id="2147483875" r:id="rId19"/>
    <p:sldLayoutId id="2147483876" r:id="rId20"/>
    <p:sldLayoutId id="2147483878" r:id="rId21"/>
    <p:sldLayoutId id="2147483946" r:id="rId22"/>
    <p:sldLayoutId id="2147483947" r:id="rId23"/>
    <p:sldLayoutId id="2147483950" r:id="rId24"/>
  </p:sldLayoutIdLst>
  <p:txStyles>
    <p:titleStyle>
      <a:lvl1pPr algn="l" defTabSz="914354" rtl="0" eaLnBrk="1" latinLnBrk="0" hangingPunct="1">
        <a:lnSpc>
          <a:spcPct val="90000"/>
        </a:lnSpc>
        <a:spcBef>
          <a:spcPct val="0"/>
        </a:spcBef>
        <a:buNone/>
        <a:defRPr lang="en-US" sz="3600" b="1" kern="1200" dirty="0" smtClean="0">
          <a:solidFill>
            <a:schemeClr val="tx2"/>
          </a:solidFill>
          <a:latin typeface="+mj-lt"/>
          <a:ea typeface="+mn-ea"/>
          <a:cs typeface="+mn-cs"/>
        </a:defRPr>
      </a:lvl1pPr>
    </p:titleStyle>
    <p:bodyStyle>
      <a:lvl1pPr marL="228589" indent="-228589" algn="l" defTabSz="914354"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9D8160C-16E8-4FF2-B5B1-26CDA0CDF0EA}"/>
              </a:ext>
            </a:extLst>
          </p:cNvPr>
          <p:cNvGrpSpPr/>
          <p:nvPr userDrawn="1"/>
        </p:nvGrpSpPr>
        <p:grpSpPr>
          <a:xfrm>
            <a:off x="587809" y="6485674"/>
            <a:ext cx="3739643" cy="248637"/>
            <a:chOff x="212027" y="6512125"/>
            <a:chExt cx="3228488" cy="325449"/>
          </a:xfrm>
        </p:grpSpPr>
        <p:sp>
          <p:nvSpPr>
            <p:cNvPr id="8" name="TextBox 7">
              <a:extLst>
                <a:ext uri="{FF2B5EF4-FFF2-40B4-BE49-F238E27FC236}">
                  <a16:creationId xmlns:a16="http://schemas.microsoft.com/office/drawing/2014/main" id="{075807AD-2F14-4EAF-B828-FBD1591FE70E}"/>
                </a:ext>
              </a:extLst>
            </p:cNvPr>
            <p:cNvSpPr txBox="1"/>
            <p:nvPr userDrawn="1"/>
          </p:nvSpPr>
          <p:spPr>
            <a:xfrm>
              <a:off x="212027" y="6512125"/>
              <a:ext cx="2910951" cy="322287"/>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©2021 Nordic</a:t>
              </a:r>
              <a:r>
                <a:rPr lang="en-US" sz="1000" b="0" i="0" kern="1200" baseline="30000">
                  <a:solidFill>
                    <a:schemeClr val="bg1"/>
                  </a:solidFill>
                  <a:effectLst/>
                  <a:latin typeface="Overpass" panose="020B0503020203020203" pitchFamily="34" charset="0"/>
                  <a:ea typeface="+mn-ea"/>
                  <a:cs typeface="+mn-cs"/>
                </a:rPr>
                <a:t>™</a:t>
              </a:r>
              <a:r>
                <a:rPr lang="en-US" sz="1000" b="0" i="0" kern="1200">
                  <a:solidFill>
                    <a:schemeClr val="bg1"/>
                  </a:solidFill>
                  <a:effectLst/>
                  <a:latin typeface="Overpass" panose="020B0503020203020203" pitchFamily="34" charset="0"/>
                  <a:ea typeface="+mn-ea"/>
                  <a:cs typeface="+mn-cs"/>
                </a:rPr>
                <a:t> All rights reserved. Confidential.</a:t>
              </a:r>
              <a:endParaRPr lang="en-US" sz="1000">
                <a:solidFill>
                  <a:schemeClr val="bg1"/>
                </a:solidFill>
                <a:latin typeface="Overpass" panose="020B0503020203020203" pitchFamily="34" charset="0"/>
                <a:cs typeface="Arial" panose="020B0604020202020204" pitchFamily="34" charset="0"/>
              </a:endParaRPr>
            </a:p>
          </p:txBody>
        </p:sp>
        <p:sp>
          <p:nvSpPr>
            <p:cNvPr id="9" name="TextBox 8">
              <a:extLst>
                <a:ext uri="{FF2B5EF4-FFF2-40B4-BE49-F238E27FC236}">
                  <a16:creationId xmlns:a16="http://schemas.microsoft.com/office/drawing/2014/main" id="{8EEC876D-79B8-4AAE-8E7E-7AF4F548F60B}"/>
                </a:ext>
              </a:extLst>
            </p:cNvPr>
            <p:cNvSpPr txBox="1"/>
            <p:nvPr userDrawn="1"/>
          </p:nvSpPr>
          <p:spPr>
            <a:xfrm>
              <a:off x="998355" y="6515287"/>
              <a:ext cx="2442160" cy="322287"/>
            </a:xfrm>
            <a:prstGeom prst="rect">
              <a:avLst/>
            </a:prstGeom>
            <a:noFill/>
          </p:spPr>
          <p:txBody>
            <a:bodyPr wrap="square" rtlCol="0">
              <a:spAutoFit/>
            </a:bodyPr>
            <a:lstStyle/>
            <a:p>
              <a:r>
                <a:rPr lang="en-US" sz="1000" b="0" i="0" kern="1200">
                  <a:solidFill>
                    <a:schemeClr val="bg1"/>
                  </a:solidFill>
                  <a:effectLst/>
                  <a:latin typeface="Overpass" panose="020B0503020203020203" pitchFamily="34" charset="0"/>
                  <a:ea typeface="+mn-ea"/>
                  <a:cs typeface="+mn-cs"/>
                </a:rPr>
                <a:t>.</a:t>
              </a:r>
              <a:endParaRPr lang="en-US" sz="1000">
                <a:solidFill>
                  <a:schemeClr val="bg1"/>
                </a:solidFill>
                <a:latin typeface="Overpass" panose="020B0503020203020203" pitchFamily="34" charset="0"/>
                <a:cs typeface="Arial" panose="020B0604020202020204" pitchFamily="34" charset="0"/>
              </a:endParaRPr>
            </a:p>
          </p:txBody>
        </p:sp>
      </p:grpSp>
      <p:sp>
        <p:nvSpPr>
          <p:cNvPr id="17" name="Oval 16">
            <a:extLst>
              <a:ext uri="{FF2B5EF4-FFF2-40B4-BE49-F238E27FC236}">
                <a16:creationId xmlns:a16="http://schemas.microsoft.com/office/drawing/2014/main" id="{6B9F1E2D-6D7E-4031-85AF-4210FD9D7B33}"/>
              </a:ext>
            </a:extLst>
          </p:cNvPr>
          <p:cNvSpPr/>
          <p:nvPr userDrawn="1"/>
        </p:nvSpPr>
        <p:spPr>
          <a:xfrm>
            <a:off x="11604193"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accent3"/>
                </a:solidFill>
                <a:latin typeface="Overpass" panose="02000803030000020004" pitchFamily="2" charset="0"/>
              </a:rPr>
              <a:t>‹#›</a:t>
            </a:fld>
            <a:endParaRPr lang="en-US" sz="1600">
              <a:solidFill>
                <a:schemeClr val="accent3"/>
              </a:solidFill>
              <a:latin typeface="Overpass" panose="02000803030000020004" pitchFamily="2" charset="0"/>
            </a:endParaRPr>
          </a:p>
        </p:txBody>
      </p:sp>
      <p:pic>
        <p:nvPicPr>
          <p:cNvPr id="18" name="Picture 17">
            <a:extLst>
              <a:ext uri="{FF2B5EF4-FFF2-40B4-BE49-F238E27FC236}">
                <a16:creationId xmlns:a16="http://schemas.microsoft.com/office/drawing/2014/main" id="{DE577550-F59C-41E9-95C4-2073379B2D6F}"/>
              </a:ext>
            </a:extLst>
          </p:cNvPr>
          <p:cNvPicPr>
            <a:picLocks noChangeAspect="1"/>
          </p:cNvPicPr>
          <p:nvPr userDrawn="1"/>
        </p:nvPicPr>
        <p:blipFill>
          <a:blip r:embed="rId8" cstate="email">
            <a:extLst>
              <a:ext uri="{28A0092B-C50C-407E-A947-70E740481C1C}">
                <a14:useLocalDpi xmlns:a14="http://schemas.microsoft.com/office/drawing/2010/main"/>
              </a:ext>
            </a:extLst>
          </a:blip>
          <a:srcRect/>
          <a:stretch/>
        </p:blipFill>
        <p:spPr>
          <a:xfrm>
            <a:off x="10225507" y="6464845"/>
            <a:ext cx="1374320" cy="270105"/>
          </a:xfrm>
          <a:prstGeom prst="rect">
            <a:avLst/>
          </a:prstGeom>
        </p:spPr>
      </p:pic>
      <p:grpSp>
        <p:nvGrpSpPr>
          <p:cNvPr id="10" name="Group 9">
            <a:extLst>
              <a:ext uri="{FF2B5EF4-FFF2-40B4-BE49-F238E27FC236}">
                <a16:creationId xmlns:a16="http://schemas.microsoft.com/office/drawing/2014/main" id="{C63E11F1-56EE-4A78-8483-299961ECAAE4}"/>
              </a:ext>
            </a:extLst>
          </p:cNvPr>
          <p:cNvGrpSpPr/>
          <p:nvPr userDrawn="1"/>
        </p:nvGrpSpPr>
        <p:grpSpPr>
          <a:xfrm>
            <a:off x="587809" y="6485652"/>
            <a:ext cx="3739643" cy="248633"/>
            <a:chOff x="212027" y="6512125"/>
            <a:chExt cx="3228488" cy="325445"/>
          </a:xfrm>
        </p:grpSpPr>
        <p:sp>
          <p:nvSpPr>
            <p:cNvPr id="14" name="TextBox 13">
              <a:extLst>
                <a:ext uri="{FF2B5EF4-FFF2-40B4-BE49-F238E27FC236}">
                  <a16:creationId xmlns:a16="http://schemas.microsoft.com/office/drawing/2014/main" id="{DF20B855-B836-4B53-9EE5-8EB88420E2DA}"/>
                </a:ext>
              </a:extLst>
            </p:cNvPr>
            <p:cNvSpPr txBox="1"/>
            <p:nvPr userDrawn="1"/>
          </p:nvSpPr>
          <p:spPr>
            <a:xfrm>
              <a:off x="212027" y="6512125"/>
              <a:ext cx="2910951" cy="322288"/>
            </a:xfrm>
            <a:prstGeom prst="rect">
              <a:avLst/>
            </a:prstGeom>
            <a:noFill/>
          </p:spPr>
          <p:txBody>
            <a:bodyPr wrap="square" rtlCol="0">
              <a:spAutoFit/>
            </a:bodyPr>
            <a:lstStyle/>
            <a:p>
              <a:r>
                <a:rPr lang="en-US" sz="1000" b="0" i="0" kern="1200">
                  <a:solidFill>
                    <a:srgbClr val="898989"/>
                  </a:solidFill>
                  <a:effectLst/>
                  <a:latin typeface="Overpass" panose="020B0503020203020203" pitchFamily="34" charset="0"/>
                  <a:ea typeface="+mn-ea"/>
                  <a:cs typeface="+mn-cs"/>
                </a:rPr>
                <a:t>©2021 Nordic</a:t>
              </a:r>
              <a:r>
                <a:rPr lang="en-US" sz="1000" b="0" i="0" kern="1200" baseline="30000">
                  <a:solidFill>
                    <a:srgbClr val="898989"/>
                  </a:solidFill>
                  <a:effectLst/>
                  <a:latin typeface="Overpass" panose="020B0503020203020203" pitchFamily="34" charset="0"/>
                  <a:ea typeface="+mn-ea"/>
                  <a:cs typeface="+mn-cs"/>
                </a:rPr>
                <a:t>™</a:t>
              </a:r>
              <a:r>
                <a:rPr lang="en-US" sz="1000" b="0" i="0" kern="1200">
                  <a:solidFill>
                    <a:srgbClr val="898989"/>
                  </a:solidFill>
                  <a:effectLst/>
                  <a:latin typeface="Overpass" panose="020B0503020203020203" pitchFamily="34" charset="0"/>
                  <a:ea typeface="+mn-ea"/>
                  <a:cs typeface="+mn-cs"/>
                </a:rPr>
                <a:t>. All rights reserved. Confidential.</a:t>
              </a:r>
              <a:endParaRPr lang="en-US" sz="1000">
                <a:solidFill>
                  <a:srgbClr val="898989"/>
                </a:solidFill>
                <a:latin typeface="Overpass" panose="020B0503020203020203" pitchFamily="34" charset="0"/>
                <a:cs typeface="Arial" panose="020B0604020202020204" pitchFamily="34" charset="0"/>
              </a:endParaRPr>
            </a:p>
          </p:txBody>
        </p:sp>
        <p:sp>
          <p:nvSpPr>
            <p:cNvPr id="15" name="TextBox 14">
              <a:extLst>
                <a:ext uri="{FF2B5EF4-FFF2-40B4-BE49-F238E27FC236}">
                  <a16:creationId xmlns:a16="http://schemas.microsoft.com/office/drawing/2014/main" id="{08A31365-5002-454B-9105-136FFC5AE53F}"/>
                </a:ext>
              </a:extLst>
            </p:cNvPr>
            <p:cNvSpPr txBox="1"/>
            <p:nvPr userDrawn="1"/>
          </p:nvSpPr>
          <p:spPr>
            <a:xfrm>
              <a:off x="998355" y="6515282"/>
              <a:ext cx="2442160" cy="322288"/>
            </a:xfrm>
            <a:prstGeom prst="rect">
              <a:avLst/>
            </a:prstGeom>
            <a:noFill/>
          </p:spPr>
          <p:txBody>
            <a:bodyPr wrap="square" rtlCol="0">
              <a:spAutoFit/>
            </a:bodyPr>
            <a:lstStyle/>
            <a:p>
              <a:endParaRPr lang="en-US" sz="1000">
                <a:solidFill>
                  <a:schemeClr val="bg1"/>
                </a:solidFill>
                <a:latin typeface="Overpass" panose="020B0503020203020203" pitchFamily="34" charset="0"/>
                <a:cs typeface="Arial" panose="020B0604020202020204" pitchFamily="34" charset="0"/>
              </a:endParaRPr>
            </a:p>
          </p:txBody>
        </p:sp>
      </p:grpSp>
    </p:spTree>
    <p:extLst>
      <p:ext uri="{BB962C8B-B14F-4D97-AF65-F5344CB8AC3E}">
        <p14:creationId xmlns:p14="http://schemas.microsoft.com/office/powerpoint/2010/main" val="3612255891"/>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Lst>
  <p:hf sldNum="0" hdr="0" ftr="0" dt="0"/>
  <p:txStyles>
    <p:titleStyle>
      <a:lvl1pPr algn="l" defTabSz="91433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4" indent="-228584" algn="l" defTabSz="91433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A887868-DF67-0CFD-CA3C-58652C861D29}"/>
              </a:ext>
            </a:extLst>
          </p:cNvPr>
          <p:cNvGrpSpPr/>
          <p:nvPr userDrawn="1"/>
        </p:nvGrpSpPr>
        <p:grpSpPr>
          <a:xfrm>
            <a:off x="587809" y="6485634"/>
            <a:ext cx="3739643" cy="248633"/>
            <a:chOff x="212027" y="6512125"/>
            <a:chExt cx="3228488" cy="325447"/>
          </a:xfrm>
        </p:grpSpPr>
        <p:sp>
          <p:nvSpPr>
            <p:cNvPr id="3" name="TextBox 2">
              <a:extLst>
                <a:ext uri="{FF2B5EF4-FFF2-40B4-BE49-F238E27FC236}">
                  <a16:creationId xmlns:a16="http://schemas.microsoft.com/office/drawing/2014/main" id="{538B6E11-8A84-5293-A745-3132BE8266F9}"/>
                </a:ext>
              </a:extLst>
            </p:cNvPr>
            <p:cNvSpPr txBox="1"/>
            <p:nvPr userDrawn="1"/>
          </p:nvSpPr>
          <p:spPr>
            <a:xfrm>
              <a:off x="212027" y="6512125"/>
              <a:ext cx="2910951" cy="322290"/>
            </a:xfrm>
            <a:prstGeom prst="rect">
              <a:avLst/>
            </a:prstGeom>
            <a:noFill/>
          </p:spPr>
          <p:txBody>
            <a:bodyPr wrap="square" rtlCol="0">
              <a:spAutoFit/>
            </a:bodyPr>
            <a:lstStyle/>
            <a:p>
              <a:r>
                <a:rPr lang="en-US" sz="1000" b="0" i="0" kern="1200">
                  <a:solidFill>
                    <a:schemeClr val="bg1"/>
                  </a:solidFill>
                  <a:effectLst/>
                  <a:latin typeface="Overpass Medium" panose="020B0503020203020203" pitchFamily="34" charset="0"/>
                  <a:ea typeface="+mn-ea"/>
                  <a:cs typeface="+mn-cs"/>
                </a:rPr>
                <a:t>©2023 Nordic</a:t>
              </a:r>
              <a:r>
                <a:rPr lang="en-US" sz="1000" b="0" i="0" kern="1200" baseline="30000">
                  <a:solidFill>
                    <a:schemeClr val="bg1"/>
                  </a:solidFill>
                  <a:effectLst/>
                  <a:latin typeface="Overpass Medium" panose="020B0503020203020203" pitchFamily="34" charset="0"/>
                  <a:ea typeface="+mn-ea"/>
                  <a:cs typeface="+mn-cs"/>
                </a:rPr>
                <a:t>™</a:t>
              </a:r>
              <a:r>
                <a:rPr lang="en-US" sz="1000" b="0" i="0" kern="1200">
                  <a:solidFill>
                    <a:schemeClr val="bg1"/>
                  </a:solidFill>
                  <a:effectLst/>
                  <a:latin typeface="Overpass Medium" panose="020B0503020203020203" pitchFamily="34" charset="0"/>
                  <a:ea typeface="+mn-ea"/>
                  <a:cs typeface="+mn-cs"/>
                </a:rPr>
                <a:t>. All rights reserved. Confidential.</a:t>
              </a:r>
              <a:endParaRPr lang="en-US" sz="1000">
                <a:solidFill>
                  <a:schemeClr val="bg1"/>
                </a:solidFill>
                <a:latin typeface="Overpass Medium" panose="020B0503020203020203" pitchFamily="34" charset="0"/>
                <a:cs typeface="Arial" panose="020B0604020202020204" pitchFamily="34" charset="0"/>
              </a:endParaRPr>
            </a:p>
          </p:txBody>
        </p:sp>
        <p:sp>
          <p:nvSpPr>
            <p:cNvPr id="4" name="TextBox 3">
              <a:extLst>
                <a:ext uri="{FF2B5EF4-FFF2-40B4-BE49-F238E27FC236}">
                  <a16:creationId xmlns:a16="http://schemas.microsoft.com/office/drawing/2014/main" id="{340CC245-DF90-BF02-2980-E6BE5A8ADCF2}"/>
                </a:ext>
              </a:extLst>
            </p:cNvPr>
            <p:cNvSpPr txBox="1"/>
            <p:nvPr userDrawn="1"/>
          </p:nvSpPr>
          <p:spPr>
            <a:xfrm>
              <a:off x="998355" y="6515282"/>
              <a:ext cx="2442160" cy="322290"/>
            </a:xfrm>
            <a:prstGeom prst="rect">
              <a:avLst/>
            </a:prstGeom>
            <a:noFill/>
          </p:spPr>
          <p:txBody>
            <a:bodyPr wrap="square" rtlCol="0">
              <a:spAutoFit/>
            </a:bodyPr>
            <a:lstStyle/>
            <a:p>
              <a:endParaRPr lang="en-US" sz="1000">
                <a:solidFill>
                  <a:schemeClr val="bg1"/>
                </a:solidFill>
                <a:latin typeface="Overpass Medium" panose="020B0503020203020203" pitchFamily="34" charset="0"/>
                <a:cs typeface="Arial" panose="020B0604020202020204" pitchFamily="34" charset="0"/>
              </a:endParaRPr>
            </a:p>
          </p:txBody>
        </p:sp>
      </p:grpSp>
    </p:spTree>
    <p:extLst>
      <p:ext uri="{BB962C8B-B14F-4D97-AF65-F5344CB8AC3E}">
        <p14:creationId xmlns:p14="http://schemas.microsoft.com/office/powerpoint/2010/main" val="983468115"/>
      </p:ext>
    </p:extLst>
  </p:cSld>
  <p:clrMap bg1="lt1" tx1="dk1" bg2="lt2" tx2="dk2" accent1="accent1" accent2="accent2" accent3="accent3" accent4="accent4" accent5="accent5" accent6="accent6" hlink="hlink" folHlink="folHlink"/>
  <p:sldLayoutIdLst>
    <p:sldLayoutId id="2147483951" r:id="rId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8" name="Oval 47">
            <a:extLst>
              <a:ext uri="{FF2B5EF4-FFF2-40B4-BE49-F238E27FC236}">
                <a16:creationId xmlns:a16="http://schemas.microsoft.com/office/drawing/2014/main" id="{A4CBDDDB-8DF5-4740-BA7B-C59A7823E8E2}"/>
              </a:ext>
            </a:extLst>
          </p:cNvPr>
          <p:cNvSpPr/>
          <p:nvPr userDrawn="1"/>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smtClean="0">
                <a:solidFill>
                  <a:schemeClr val="accent3"/>
                </a:solidFill>
                <a:latin typeface="Arial" panose="020B0604020202020204" pitchFamily="34" charset="0"/>
              </a:rPr>
              <a:t>‹#›</a:t>
            </a:fld>
            <a:endParaRPr lang="en-US" sz="1600">
              <a:solidFill>
                <a:schemeClr val="accent3"/>
              </a:solidFill>
              <a:latin typeface="Arial" panose="020B0604020202020204" pitchFamily="34" charset="0"/>
            </a:endParaRPr>
          </a:p>
        </p:txBody>
      </p:sp>
    </p:spTree>
    <p:extLst>
      <p:ext uri="{BB962C8B-B14F-4D97-AF65-F5344CB8AC3E}">
        <p14:creationId xmlns:p14="http://schemas.microsoft.com/office/powerpoint/2010/main" val="3778350759"/>
      </p:ext>
    </p:extLst>
  </p:cSld>
  <p:clrMap bg1="lt1" tx1="dk1" bg2="lt2" tx2="dk2" accent1="accent1" accent2="accent2" accent3="accent3" accent4="accent4" accent5="accent5" accent6="accent6" hlink="hlink" folHlink="folHlink"/>
  <p:sldLayoutIdLst>
    <p:sldLayoutId id="2147483953" r:id="rId1"/>
    <p:sldLayoutId id="2147483954" r:id="rId2"/>
    <p:sldLayoutId id="2147483955" r:id="rId3"/>
    <p:sldLayoutId id="2147483956" r:id="rId4"/>
    <p:sldLayoutId id="2147483957" r:id="rId5"/>
    <p:sldLayoutId id="2147483958" r:id="rId6"/>
    <p:sldLayoutId id="2147483959" r:id="rId7"/>
    <p:sldLayoutId id="2147483960" r:id="rId8"/>
  </p:sldLayoutIdLst>
  <p:txStyles>
    <p:title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p:titleStyle>
    <p:bodyStyle>
      <a:lvl1pPr marL="228594" indent="-228594" algn="l" defTabSz="914377"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72.xml"/></Relationships>
</file>

<file path=ppt/slides/_rels/slide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xml"/><Relationship Id="rId1"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1.xml"/><Relationship Id="rId5" Type="http://schemas.openxmlformats.org/officeDocument/2006/relationships/image" Target="../media/image36.png"/><Relationship Id="rId4" Type="http://schemas.openxmlformats.org/officeDocument/2006/relationships/image" Target="../media/image3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1.xml"/><Relationship Id="rId1" Type="http://schemas.openxmlformats.org/officeDocument/2006/relationships/video" Target="https://www.youtube.com/embed/T2IAStVayL0?feature=oembed" TargetMode="External"/><Relationship Id="rId4" Type="http://schemas.openxmlformats.org/officeDocument/2006/relationships/image" Target="../media/image37.jpeg"/></Relationships>
</file>

<file path=ppt/slides/_rels/slide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9.xml"/><Relationship Id="rId1" Type="http://schemas.openxmlformats.org/officeDocument/2006/relationships/video" Target="https://www.youtube.com/embed/QyNp3YYaZvo?feature=oembed" TargetMode="External"/><Relationship Id="rId4" Type="http://schemas.openxmlformats.org/officeDocument/2006/relationships/image" Target="../media/image39.jpeg"/></Relationships>
</file>

<file path=ppt/slides/_rels/slide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7.xml"/><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8.xml"/><Relationship Id="rId1" Type="http://schemas.openxmlformats.org/officeDocument/2006/relationships/slideLayout" Target="../slideLayouts/slideLayout49.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1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9.xml"/><Relationship Id="rId1" Type="http://schemas.openxmlformats.org/officeDocument/2006/relationships/slideLayout" Target="../slideLayouts/slideLayout49.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1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49.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49.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4.xml"/><Relationship Id="rId1" Type="http://schemas.openxmlformats.org/officeDocument/2006/relationships/video" Target="https://www.youtube.com/embed/LERKn023zsc?feature=oembed" TargetMode="External"/><Relationship Id="rId4" Type="http://schemas.openxmlformats.org/officeDocument/2006/relationships/image" Target="../media/image56.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sv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notesSlide" Target="../notesSlides/notesSlide14.xml"/><Relationship Id="rId1" Type="http://schemas.openxmlformats.org/officeDocument/2006/relationships/slideLayout" Target="../slideLayouts/slideLayout49.xml"/><Relationship Id="rId6" Type="http://schemas.openxmlformats.org/officeDocument/2006/relationships/image" Target="../media/image60.svg"/><Relationship Id="rId11" Type="http://schemas.openxmlformats.org/officeDocument/2006/relationships/image" Target="../media/image65.svg"/><Relationship Id="rId5" Type="http://schemas.openxmlformats.org/officeDocument/2006/relationships/image" Target="../media/image59.png"/><Relationship Id="rId15" Type="http://schemas.openxmlformats.org/officeDocument/2006/relationships/image" Target="../media/image69.svg"/><Relationship Id="rId10" Type="http://schemas.openxmlformats.org/officeDocument/2006/relationships/image" Target="../media/image64.png"/><Relationship Id="rId4" Type="http://schemas.openxmlformats.org/officeDocument/2006/relationships/image" Target="../media/image58.svg"/><Relationship Id="rId9" Type="http://schemas.openxmlformats.org/officeDocument/2006/relationships/image" Target="../media/image63.png"/><Relationship Id="rId14" Type="http://schemas.openxmlformats.org/officeDocument/2006/relationships/image" Target="../media/image68.png"/></Relationships>
</file>

<file path=ppt/slides/_rels/slide16.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5.xml"/><Relationship Id="rId1" Type="http://schemas.openxmlformats.org/officeDocument/2006/relationships/slideLayout" Target="../slideLayouts/slideLayout49.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s>
</file>

<file path=ppt/slides/_rels/slide1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49.xml"/><Relationship Id="rId6" Type="http://schemas.openxmlformats.org/officeDocument/2006/relationships/image" Target="../media/image73.png"/><Relationship Id="rId11" Type="http://schemas.openxmlformats.org/officeDocument/2006/relationships/image" Target="../media/image77.png"/><Relationship Id="rId5" Type="http://schemas.openxmlformats.org/officeDocument/2006/relationships/image" Target="../media/image72.png"/><Relationship Id="rId10" Type="http://schemas.openxmlformats.org/officeDocument/2006/relationships/image" Target="../media/image78.png"/><Relationship Id="rId4" Type="http://schemas.openxmlformats.org/officeDocument/2006/relationships/image" Target="../media/image71.png"/><Relationship Id="rId9"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17.xml"/><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2.xml"/></Relationships>
</file>

<file path=ppt/slides/_rels/slide20.xml.rels><?xml version="1.0" encoding="UTF-8" standalone="yes"?>
<Relationships xmlns="http://schemas.openxmlformats.org/package/2006/relationships"><Relationship Id="rId3" Type="http://schemas.openxmlformats.org/officeDocument/2006/relationships/hyperlink" Target="https://forms.office.com/r/UUM27yvCGq" TargetMode="External"/><Relationship Id="rId2" Type="http://schemas.openxmlformats.org/officeDocument/2006/relationships/notesSlide" Target="../notesSlides/notesSlide19.xml"/><Relationship Id="rId1" Type="http://schemas.openxmlformats.org/officeDocument/2006/relationships/slideLayout" Target="../slideLayouts/slideLayout49.xml"/><Relationship Id="rId5" Type="http://schemas.openxmlformats.org/officeDocument/2006/relationships/image" Target="../media/image81.svg"/><Relationship Id="rId4" Type="http://schemas.openxmlformats.org/officeDocument/2006/relationships/image" Target="../media/image80.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9.xml"/></Relationships>
</file>

<file path=ppt/slides/_rels/slide2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22.xml"/><Relationship Id="rId1" Type="http://schemas.openxmlformats.org/officeDocument/2006/relationships/slideLayout" Target="../slideLayouts/slideLayout4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28.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hyperlink" Target="https://es.wikipedia.org/wiki/Bandera_de_Filipinas" TargetMode="External"/><Relationship Id="rId18" Type="http://schemas.openxmlformats.org/officeDocument/2006/relationships/image" Target="../media/image78.png"/><Relationship Id="rId26" Type="http://schemas.openxmlformats.org/officeDocument/2006/relationships/image" Target="../media/image76.png"/><Relationship Id="rId3" Type="http://schemas.openxmlformats.org/officeDocument/2006/relationships/image" Target="../media/image83.png"/><Relationship Id="rId21" Type="http://schemas.openxmlformats.org/officeDocument/2006/relationships/image" Target="../media/image72.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hyperlink" Target="https://it.wikipedia.org/wiki/Template:Bandiera_Germania" TargetMode="External"/><Relationship Id="rId25" Type="http://schemas.openxmlformats.org/officeDocument/2006/relationships/image" Target="../media/image75.png"/><Relationship Id="rId2" Type="http://schemas.openxmlformats.org/officeDocument/2006/relationships/notesSlide" Target="../notesSlides/notesSlide25.xml"/><Relationship Id="rId16" Type="http://schemas.openxmlformats.org/officeDocument/2006/relationships/image" Target="../media/image94.png"/><Relationship Id="rId20" Type="http://schemas.openxmlformats.org/officeDocument/2006/relationships/image" Target="../media/image71.png"/><Relationship Id="rId1" Type="http://schemas.openxmlformats.org/officeDocument/2006/relationships/slideLayout" Target="../slideLayouts/slideLayout49.xml"/><Relationship Id="rId6" Type="http://schemas.openxmlformats.org/officeDocument/2006/relationships/image" Target="../media/image86.png"/><Relationship Id="rId11" Type="http://schemas.openxmlformats.org/officeDocument/2006/relationships/image" Target="../media/image91.jpeg"/><Relationship Id="rId24" Type="http://schemas.openxmlformats.org/officeDocument/2006/relationships/image" Target="../media/image95.png"/><Relationship Id="rId5" Type="http://schemas.openxmlformats.org/officeDocument/2006/relationships/image" Target="../media/image85.png"/><Relationship Id="rId15" Type="http://schemas.openxmlformats.org/officeDocument/2006/relationships/hyperlink" Target="http://commons.wikimedia.org/wiki/File:Flag_of_Canada.png" TargetMode="External"/><Relationship Id="rId23" Type="http://schemas.openxmlformats.org/officeDocument/2006/relationships/image" Target="../media/image74.png"/><Relationship Id="rId10" Type="http://schemas.openxmlformats.org/officeDocument/2006/relationships/image" Target="../media/image90.png"/><Relationship Id="rId19" Type="http://schemas.openxmlformats.org/officeDocument/2006/relationships/image" Target="../media/image70.png"/><Relationship Id="rId4" Type="http://schemas.openxmlformats.org/officeDocument/2006/relationships/image" Target="../media/image84.png"/><Relationship Id="rId9" Type="http://schemas.openxmlformats.org/officeDocument/2006/relationships/image" Target="../media/image89.png"/><Relationship Id="rId14" Type="http://schemas.openxmlformats.org/officeDocument/2006/relationships/image" Target="../media/image93.png"/><Relationship Id="rId22" Type="http://schemas.openxmlformats.org/officeDocument/2006/relationships/image" Target="../media/image73.png"/></Relationships>
</file>

<file path=ppt/slides/_rels/slide29.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svg"/><Relationship Id="rId2" Type="http://schemas.openxmlformats.org/officeDocument/2006/relationships/notesSlide" Target="../notesSlides/notesSlide26.xml"/><Relationship Id="rId1" Type="http://schemas.openxmlformats.org/officeDocument/2006/relationships/slideLayout" Target="../slideLayouts/slideLayout49.xml"/><Relationship Id="rId6" Type="http://schemas.openxmlformats.org/officeDocument/2006/relationships/image" Target="../media/image99.sv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svg"/><Relationship Id="rId4" Type="http://schemas.openxmlformats.org/officeDocument/2006/relationships/image" Target="../media/image97.svg"/><Relationship Id="rId9" Type="http://schemas.openxmlformats.org/officeDocument/2006/relationships/image" Target="../media/image10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8" Type="http://schemas.openxmlformats.org/officeDocument/2006/relationships/hyperlink" Target="https://it.wikipedia.org/wiki/Template:Bandiera_Germania" TargetMode="External"/><Relationship Id="rId13" Type="http://schemas.openxmlformats.org/officeDocument/2006/relationships/image" Target="../media/image72.png"/><Relationship Id="rId18" Type="http://schemas.openxmlformats.org/officeDocument/2006/relationships/image" Target="../media/image77.png"/><Relationship Id="rId3" Type="http://schemas.openxmlformats.org/officeDocument/2006/relationships/image" Target="../media/image92.png"/><Relationship Id="rId21" Type="http://schemas.openxmlformats.org/officeDocument/2006/relationships/image" Target="../media/image86.png"/><Relationship Id="rId7" Type="http://schemas.openxmlformats.org/officeDocument/2006/relationships/image" Target="../media/image94.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90.png"/><Relationship Id="rId2" Type="http://schemas.openxmlformats.org/officeDocument/2006/relationships/notesSlide" Target="../notesSlides/notesSlide28.xml"/><Relationship Id="rId16" Type="http://schemas.openxmlformats.org/officeDocument/2006/relationships/image" Target="../media/image75.png"/><Relationship Id="rId20" Type="http://schemas.openxmlformats.org/officeDocument/2006/relationships/image" Target="../media/image85.png"/><Relationship Id="rId1" Type="http://schemas.openxmlformats.org/officeDocument/2006/relationships/slideLayout" Target="../slideLayouts/slideLayout49.xml"/><Relationship Id="rId6" Type="http://schemas.openxmlformats.org/officeDocument/2006/relationships/hyperlink" Target="http://commons.wikimedia.org/wiki/File:Flag_of_Canada.png" TargetMode="External"/><Relationship Id="rId11" Type="http://schemas.openxmlformats.org/officeDocument/2006/relationships/image" Target="../media/image70.png"/><Relationship Id="rId24" Type="http://schemas.openxmlformats.org/officeDocument/2006/relationships/image" Target="../media/image89.png"/><Relationship Id="rId5" Type="http://schemas.openxmlformats.org/officeDocument/2006/relationships/image" Target="../media/image93.png"/><Relationship Id="rId15" Type="http://schemas.openxmlformats.org/officeDocument/2006/relationships/image" Target="../media/image74.png"/><Relationship Id="rId23" Type="http://schemas.openxmlformats.org/officeDocument/2006/relationships/image" Target="../media/image88.png"/><Relationship Id="rId10" Type="http://schemas.openxmlformats.org/officeDocument/2006/relationships/image" Target="../media/image78.png"/><Relationship Id="rId19" Type="http://schemas.openxmlformats.org/officeDocument/2006/relationships/image" Target="../media/image84.png"/><Relationship Id="rId4" Type="http://schemas.openxmlformats.org/officeDocument/2006/relationships/hyperlink" Target="https://es.wikipedia.org/wiki/Bandera_de_Filipinas" TargetMode="External"/><Relationship Id="rId9" Type="http://schemas.openxmlformats.org/officeDocument/2006/relationships/image" Target="../media/image106.png"/><Relationship Id="rId14" Type="http://schemas.openxmlformats.org/officeDocument/2006/relationships/image" Target="../media/image73.png"/><Relationship Id="rId22" Type="http://schemas.openxmlformats.org/officeDocument/2006/relationships/image" Target="../media/image87.png"/></Relationships>
</file>

<file path=ppt/slides/_rels/slide3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9.xml"/><Relationship Id="rId1" Type="http://schemas.openxmlformats.org/officeDocument/2006/relationships/slideLayout" Target="../slideLayouts/slideLayout49.xml"/></Relationships>
</file>

<file path=ppt/slides/_rels/slide33.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30.xml"/><Relationship Id="rId1" Type="http://schemas.openxmlformats.org/officeDocument/2006/relationships/slideLayout" Target="../slideLayouts/slideLayout70.xml"/><Relationship Id="rId5" Type="http://schemas.openxmlformats.org/officeDocument/2006/relationships/image" Target="../media/image110.jpeg"/><Relationship Id="rId4" Type="http://schemas.openxmlformats.org/officeDocument/2006/relationships/image" Target="../media/image109.jpeg"/></Relationships>
</file>

<file path=ppt/slides/_rels/slide3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1.xml"/><Relationship Id="rId1" Type="http://schemas.openxmlformats.org/officeDocument/2006/relationships/slideLayout" Target="../slideLayouts/slideLayout49.xml"/><Relationship Id="rId4" Type="http://schemas.openxmlformats.org/officeDocument/2006/relationships/image" Target="../media/image11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16886-A325-74B3-FB83-2B63BA364C64}"/>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743064B4-B791-B774-C86B-D9F200633CD0}"/>
              </a:ext>
            </a:extLst>
          </p:cNvPr>
          <p:cNvGrpSpPr/>
          <p:nvPr/>
        </p:nvGrpSpPr>
        <p:grpSpPr>
          <a:xfrm>
            <a:off x="-1688322" y="-643157"/>
            <a:ext cx="5649040" cy="5668845"/>
            <a:chOff x="8324709" y="-538886"/>
            <a:chExt cx="4718517" cy="4735060"/>
          </a:xfrm>
        </p:grpSpPr>
        <p:sp>
          <p:nvSpPr>
            <p:cNvPr id="43" name="Freeform 11">
              <a:extLst>
                <a:ext uri="{FF2B5EF4-FFF2-40B4-BE49-F238E27FC236}">
                  <a16:creationId xmlns:a16="http://schemas.microsoft.com/office/drawing/2014/main" id="{5E8C5990-8C4D-96A4-978B-97B59570C177}"/>
                </a:ext>
              </a:extLst>
            </p:cNvPr>
            <p:cNvSpPr>
              <a:spLocks/>
            </p:cNvSpPr>
            <p:nvPr/>
          </p:nvSpPr>
          <p:spPr bwMode="auto">
            <a:xfrm>
              <a:off x="8324709" y="-538886"/>
              <a:ext cx="1743608" cy="1751895"/>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solidFill>
              <a:schemeClr val="accent3">
                <a:lumMod val="20000"/>
                <a:lumOff val="80000"/>
                <a:alpha val="38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595959"/>
                </a:solidFill>
                <a:effectLst/>
                <a:uLnTx/>
                <a:uFillTx/>
                <a:latin typeface="Overpass"/>
                <a:ea typeface="+mn-ea"/>
                <a:cs typeface="+mn-cs"/>
              </a:endParaRPr>
            </a:p>
          </p:txBody>
        </p:sp>
        <p:sp>
          <p:nvSpPr>
            <p:cNvPr id="44" name="Freeform 12">
              <a:extLst>
                <a:ext uri="{FF2B5EF4-FFF2-40B4-BE49-F238E27FC236}">
                  <a16:creationId xmlns:a16="http://schemas.microsoft.com/office/drawing/2014/main" id="{1AAE7F02-79D6-ED57-D52A-50FA1EF735EE}"/>
                </a:ext>
              </a:extLst>
            </p:cNvPr>
            <p:cNvSpPr>
              <a:spLocks/>
            </p:cNvSpPr>
            <p:nvPr/>
          </p:nvSpPr>
          <p:spPr bwMode="auto">
            <a:xfrm>
              <a:off x="11299618" y="-538886"/>
              <a:ext cx="1743608" cy="1751895"/>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solidFill>
              <a:schemeClr val="accent3">
                <a:lumMod val="20000"/>
                <a:lumOff val="80000"/>
                <a:alpha val="38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595959"/>
                </a:solidFill>
                <a:effectLst/>
                <a:uLnTx/>
                <a:uFillTx/>
                <a:latin typeface="Overpass"/>
                <a:ea typeface="+mn-ea"/>
                <a:cs typeface="+mn-cs"/>
              </a:endParaRPr>
            </a:p>
          </p:txBody>
        </p:sp>
        <p:sp>
          <p:nvSpPr>
            <p:cNvPr id="45" name="Freeform 13">
              <a:extLst>
                <a:ext uri="{FF2B5EF4-FFF2-40B4-BE49-F238E27FC236}">
                  <a16:creationId xmlns:a16="http://schemas.microsoft.com/office/drawing/2014/main" id="{13E3B8B0-6BD2-CFC3-679A-81254762F61D}"/>
                </a:ext>
              </a:extLst>
            </p:cNvPr>
            <p:cNvSpPr>
              <a:spLocks/>
            </p:cNvSpPr>
            <p:nvPr/>
          </p:nvSpPr>
          <p:spPr bwMode="auto">
            <a:xfrm>
              <a:off x="8324709" y="2444279"/>
              <a:ext cx="1743608" cy="1751895"/>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solidFill>
              <a:schemeClr val="accent3">
                <a:lumMod val="20000"/>
                <a:lumOff val="80000"/>
                <a:alpha val="38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595959"/>
                </a:solidFill>
                <a:effectLst/>
                <a:uLnTx/>
                <a:uFillTx/>
                <a:latin typeface="Overpass"/>
                <a:ea typeface="+mn-ea"/>
                <a:cs typeface="+mn-cs"/>
              </a:endParaRPr>
            </a:p>
          </p:txBody>
        </p:sp>
        <p:sp>
          <p:nvSpPr>
            <p:cNvPr id="46" name="Freeform 14">
              <a:extLst>
                <a:ext uri="{FF2B5EF4-FFF2-40B4-BE49-F238E27FC236}">
                  <a16:creationId xmlns:a16="http://schemas.microsoft.com/office/drawing/2014/main" id="{8036B600-2805-F80F-1169-0D72B01FC860}"/>
                </a:ext>
              </a:extLst>
            </p:cNvPr>
            <p:cNvSpPr>
              <a:spLocks/>
            </p:cNvSpPr>
            <p:nvPr/>
          </p:nvSpPr>
          <p:spPr bwMode="auto">
            <a:xfrm>
              <a:off x="11299618" y="2444279"/>
              <a:ext cx="1743608" cy="1751895"/>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solidFill>
              <a:schemeClr val="accent3">
                <a:lumMod val="20000"/>
                <a:lumOff val="80000"/>
                <a:alpha val="38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595959"/>
                </a:solidFill>
                <a:effectLst/>
                <a:uLnTx/>
                <a:uFillTx/>
                <a:latin typeface="Overpass"/>
                <a:ea typeface="+mn-ea"/>
                <a:cs typeface="+mn-cs"/>
              </a:endParaRPr>
            </a:p>
          </p:txBody>
        </p:sp>
      </p:grpSp>
      <p:grpSp>
        <p:nvGrpSpPr>
          <p:cNvPr id="27" name="Group 26">
            <a:extLst>
              <a:ext uri="{FF2B5EF4-FFF2-40B4-BE49-F238E27FC236}">
                <a16:creationId xmlns:a16="http://schemas.microsoft.com/office/drawing/2014/main" id="{C9C03D61-F010-8072-A3B9-D13B04AEDF38}"/>
              </a:ext>
            </a:extLst>
          </p:cNvPr>
          <p:cNvGrpSpPr/>
          <p:nvPr/>
        </p:nvGrpSpPr>
        <p:grpSpPr>
          <a:xfrm>
            <a:off x="9807453" y="357746"/>
            <a:ext cx="1684339" cy="320389"/>
            <a:chOff x="531447" y="418852"/>
            <a:chExt cx="961431" cy="182880"/>
          </a:xfrm>
        </p:grpSpPr>
        <p:sp>
          <p:nvSpPr>
            <p:cNvPr id="28" name="Oval 27">
              <a:extLst>
                <a:ext uri="{FF2B5EF4-FFF2-40B4-BE49-F238E27FC236}">
                  <a16:creationId xmlns:a16="http://schemas.microsoft.com/office/drawing/2014/main" id="{CF66CC73-2774-52F4-FFBF-19A17519D54D}"/>
                </a:ext>
              </a:extLst>
            </p:cNvPr>
            <p:cNvSpPr/>
            <p:nvPr/>
          </p:nvSpPr>
          <p:spPr>
            <a:xfrm>
              <a:off x="531447" y="418852"/>
              <a:ext cx="182880" cy="18288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1" name="Oval 30">
              <a:extLst>
                <a:ext uri="{FF2B5EF4-FFF2-40B4-BE49-F238E27FC236}">
                  <a16:creationId xmlns:a16="http://schemas.microsoft.com/office/drawing/2014/main" id="{A70D5734-37D1-CF89-8607-1E3E2E5C57B0}"/>
                </a:ext>
              </a:extLst>
            </p:cNvPr>
            <p:cNvSpPr/>
            <p:nvPr/>
          </p:nvSpPr>
          <p:spPr>
            <a:xfrm>
              <a:off x="790964" y="418852"/>
              <a:ext cx="182880" cy="18288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2" name="Oval 31">
              <a:extLst>
                <a:ext uri="{FF2B5EF4-FFF2-40B4-BE49-F238E27FC236}">
                  <a16:creationId xmlns:a16="http://schemas.microsoft.com/office/drawing/2014/main" id="{63FD5071-6E8B-911D-E117-7B0EADD4EA5A}"/>
                </a:ext>
              </a:extLst>
            </p:cNvPr>
            <p:cNvSpPr/>
            <p:nvPr/>
          </p:nvSpPr>
          <p:spPr>
            <a:xfrm>
              <a:off x="1050481" y="418852"/>
              <a:ext cx="182880" cy="18288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3" name="Oval 32">
              <a:extLst>
                <a:ext uri="{FF2B5EF4-FFF2-40B4-BE49-F238E27FC236}">
                  <a16:creationId xmlns:a16="http://schemas.microsoft.com/office/drawing/2014/main" id="{3011125A-17AF-43C4-D66E-BA95D90FB8A3}"/>
                </a:ext>
              </a:extLst>
            </p:cNvPr>
            <p:cNvSpPr/>
            <p:nvPr/>
          </p:nvSpPr>
          <p:spPr>
            <a:xfrm>
              <a:off x="1309998" y="418852"/>
              <a:ext cx="182880" cy="18288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cxnSp>
        <p:nvCxnSpPr>
          <p:cNvPr id="34" name="Straight Connector 33">
            <a:extLst>
              <a:ext uri="{FF2B5EF4-FFF2-40B4-BE49-F238E27FC236}">
                <a16:creationId xmlns:a16="http://schemas.microsoft.com/office/drawing/2014/main" id="{C2694DAC-614E-1D7D-850A-92341965C197}"/>
              </a:ext>
            </a:extLst>
          </p:cNvPr>
          <p:cNvCxnSpPr>
            <a:cxnSpLocks/>
          </p:cNvCxnSpPr>
          <p:nvPr/>
        </p:nvCxnSpPr>
        <p:spPr>
          <a:xfrm>
            <a:off x="449970" y="1264582"/>
            <a:ext cx="54864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1">
            <a:extLst>
              <a:ext uri="{FF2B5EF4-FFF2-40B4-BE49-F238E27FC236}">
                <a16:creationId xmlns:a16="http://schemas.microsoft.com/office/drawing/2014/main" id="{BB23A1F4-67D8-E1EB-9919-751FA11CB743}"/>
              </a:ext>
            </a:extLst>
          </p:cNvPr>
          <p:cNvSpPr txBox="1">
            <a:spLocks/>
          </p:cNvSpPr>
          <p:nvPr/>
        </p:nvSpPr>
        <p:spPr>
          <a:xfrm>
            <a:off x="334299" y="-189989"/>
            <a:ext cx="5451475" cy="1300163"/>
          </a:xfrm>
          <a:prstGeom prst="rect">
            <a:avLst/>
          </a:prstGeom>
        </p:spPr>
        <p:txBody>
          <a:bodyPr/>
          <a:lstStyle>
            <a:lvl1pPr marL="228594" indent="-228594" algn="l" defTabSz="914377" rtl="0" eaLnBrk="1" latinLnBrk="0" hangingPunct="1">
              <a:lnSpc>
                <a:spcPct val="90000"/>
              </a:lnSpc>
              <a:spcBef>
                <a:spcPts val="1000"/>
              </a:spcBef>
              <a:buFont typeface="Wingdings" panose="05000000000000000000" pitchFamily="2" charset="2"/>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90000"/>
              </a:lnSpc>
              <a:spcBef>
                <a:spcPts val="1000"/>
              </a:spcBef>
              <a:spcAft>
                <a:spcPts val="0"/>
              </a:spcAft>
              <a:buClrTx/>
              <a:buSzTx/>
              <a:buFont typeface="Wingdings" panose="05000000000000000000" pitchFamily="2" charset="2"/>
              <a:buNone/>
              <a:tabLst/>
              <a:defRPr/>
            </a:pPr>
            <a:endParaRPr kumimoji="0" lang="en-US" sz="4400" b="1" i="0" u="none" strike="noStrike" kern="1200" cap="none" spc="0" normalizeH="0" baseline="0" noProof="0">
              <a:ln>
                <a:noFill/>
              </a:ln>
              <a:solidFill>
                <a:srgbClr val="315470"/>
              </a:solidFill>
              <a:effectLst/>
              <a:uLnTx/>
              <a:uFillTx/>
              <a:latin typeface="Arial" panose="020B0604020202020204" pitchFamily="34" charset="0"/>
              <a:ea typeface="+mn-ea"/>
              <a:cs typeface="Arial" panose="020B0604020202020204" pitchFamily="34" charset="0"/>
            </a:endParaRPr>
          </a:p>
          <a:p>
            <a:pPr marL="0" marR="0" lvl="0" indent="0" algn="l" defTabSz="914377" rtl="0" eaLnBrk="1" fontAlgn="auto" latinLnBrk="0" hangingPunct="1">
              <a:lnSpc>
                <a:spcPct val="90000"/>
              </a:lnSpc>
              <a:spcBef>
                <a:spcPts val="1000"/>
              </a:spcBef>
              <a:spcAft>
                <a:spcPts val="0"/>
              </a:spcAft>
              <a:buClrTx/>
              <a:buSzTx/>
              <a:buFont typeface="Wingdings" panose="05000000000000000000" pitchFamily="2" charset="2"/>
              <a:buNone/>
              <a:tabLst/>
              <a:defRPr/>
            </a:pPr>
            <a:r>
              <a:rPr kumimoji="0" lang="en-US" sz="4400" b="1" i="0" u="none" strike="noStrike" kern="1200" cap="none" spc="0" normalizeH="0" baseline="0" noProof="0">
                <a:ln>
                  <a:noFill/>
                </a:ln>
                <a:solidFill>
                  <a:srgbClr val="315470"/>
                </a:solidFill>
                <a:effectLst/>
                <a:uLnTx/>
                <a:uFillTx/>
                <a:latin typeface="Arial" panose="020B0604020202020204" pitchFamily="34" charset="0"/>
                <a:ea typeface="+mn-ea"/>
                <a:cs typeface="Arial" panose="020B0604020202020204" pitchFamily="34" charset="0"/>
              </a:rPr>
              <a:t>Welcome!</a:t>
            </a:r>
          </a:p>
        </p:txBody>
      </p:sp>
      <p:sp>
        <p:nvSpPr>
          <p:cNvPr id="29" name="Text Placeholder 2">
            <a:extLst>
              <a:ext uri="{FF2B5EF4-FFF2-40B4-BE49-F238E27FC236}">
                <a16:creationId xmlns:a16="http://schemas.microsoft.com/office/drawing/2014/main" id="{54DF1CB9-D2C7-598E-18F9-45ED7DFC3C9D}"/>
              </a:ext>
            </a:extLst>
          </p:cNvPr>
          <p:cNvSpPr txBox="1">
            <a:spLocks/>
          </p:cNvSpPr>
          <p:nvPr/>
        </p:nvSpPr>
        <p:spPr>
          <a:xfrm>
            <a:off x="334299" y="1680687"/>
            <a:ext cx="3278703" cy="1108159"/>
          </a:xfrm>
          <a:prstGeom prst="rect">
            <a:avLst/>
          </a:prstGeom>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r>
              <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rPr>
              <a:t>Please review the steps on the screen before we get started.</a:t>
            </a:r>
          </a:p>
        </p:txBody>
      </p:sp>
      <p:grpSp>
        <p:nvGrpSpPr>
          <p:cNvPr id="36" name="Group 35">
            <a:extLst>
              <a:ext uri="{FF2B5EF4-FFF2-40B4-BE49-F238E27FC236}">
                <a16:creationId xmlns:a16="http://schemas.microsoft.com/office/drawing/2014/main" id="{A3C55590-A4D3-F33C-3137-9C6DB17C3F61}"/>
              </a:ext>
            </a:extLst>
          </p:cNvPr>
          <p:cNvGrpSpPr/>
          <p:nvPr/>
        </p:nvGrpSpPr>
        <p:grpSpPr>
          <a:xfrm>
            <a:off x="1605655" y="1958513"/>
            <a:ext cx="10252046" cy="4266716"/>
            <a:chOff x="1133028" y="2008030"/>
            <a:chExt cx="10252046" cy="4266716"/>
          </a:xfrm>
        </p:grpSpPr>
        <p:sp>
          <p:nvSpPr>
            <p:cNvPr id="51" name="TextBox 50">
              <a:extLst>
                <a:ext uri="{FF2B5EF4-FFF2-40B4-BE49-F238E27FC236}">
                  <a16:creationId xmlns:a16="http://schemas.microsoft.com/office/drawing/2014/main" id="{9D479759-9010-7978-630D-7307F62D6C86}"/>
                </a:ext>
              </a:extLst>
            </p:cNvPr>
            <p:cNvSpPr txBox="1"/>
            <p:nvPr/>
          </p:nvSpPr>
          <p:spPr>
            <a:xfrm>
              <a:off x="1133028" y="4952515"/>
              <a:ext cx="8908574" cy="1322231"/>
            </a:xfrm>
            <a:prstGeom prst="rect">
              <a:avLst/>
            </a:prstGeom>
            <a:noFill/>
          </p:spPr>
          <p:txBody>
            <a:bodyPr wrap="square" lIns="27432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mn-cs"/>
                </a:rPr>
                <a:t>Prepare to </a:t>
              </a:r>
              <a:b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mn-cs"/>
                </a:rPr>
              </a:b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mn-cs"/>
                </a:rPr>
                <a:t>participate </a:t>
              </a:r>
              <a:b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mn-cs"/>
                </a:rPr>
              </a:b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mn-cs"/>
                </a:rPr>
                <a:t>in the session.</a:t>
              </a:r>
              <a:endPar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p:txBody>
        </p:sp>
        <p:sp>
          <p:nvSpPr>
            <p:cNvPr id="7" name="Text Placeholder 2">
              <a:extLst>
                <a:ext uri="{FF2B5EF4-FFF2-40B4-BE49-F238E27FC236}">
                  <a16:creationId xmlns:a16="http://schemas.microsoft.com/office/drawing/2014/main" id="{07819A6A-749E-9447-DEC8-A72B72580177}"/>
                </a:ext>
              </a:extLst>
            </p:cNvPr>
            <p:cNvSpPr txBox="1">
              <a:spLocks/>
            </p:cNvSpPr>
            <p:nvPr/>
          </p:nvSpPr>
          <p:spPr>
            <a:xfrm>
              <a:off x="7835775" y="4997878"/>
              <a:ext cx="1544198" cy="1231503"/>
            </a:xfrm>
            <a:prstGeom prst="rect">
              <a:avLst/>
            </a:prstGeom>
            <a:noFill/>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rPr>
                <a:t>Please turn your camera on.</a:t>
              </a:r>
            </a:p>
          </p:txBody>
        </p:sp>
        <p:sp>
          <p:nvSpPr>
            <p:cNvPr id="11" name="Text Placeholder 2">
              <a:extLst>
                <a:ext uri="{FF2B5EF4-FFF2-40B4-BE49-F238E27FC236}">
                  <a16:creationId xmlns:a16="http://schemas.microsoft.com/office/drawing/2014/main" id="{E5E71512-5A50-1BF2-9270-00398679FC7A}"/>
                </a:ext>
              </a:extLst>
            </p:cNvPr>
            <p:cNvSpPr txBox="1">
              <a:spLocks/>
            </p:cNvSpPr>
            <p:nvPr/>
          </p:nvSpPr>
          <p:spPr>
            <a:xfrm>
              <a:off x="3394517" y="4997878"/>
              <a:ext cx="1516508" cy="1231503"/>
            </a:xfrm>
            <a:prstGeom prst="rect">
              <a:avLst/>
            </a:prstGeom>
            <a:noFill/>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rPr>
                <a:t>Click here to Chat and share comments.</a:t>
              </a:r>
              <a:endParaRPr kumimoji="0" lang="en-US" sz="1100" b="0" i="0" u="none" strike="noStrike" kern="1200" cap="none" spc="0" normalizeH="0" baseline="0" noProof="0">
                <a:ln>
                  <a:noFill/>
                </a:ln>
                <a:solidFill>
                  <a:srgbClr val="595959"/>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endPar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p:txBody>
        </p:sp>
        <p:sp>
          <p:nvSpPr>
            <p:cNvPr id="13" name="Text Placeholder 2">
              <a:extLst>
                <a:ext uri="{FF2B5EF4-FFF2-40B4-BE49-F238E27FC236}">
                  <a16:creationId xmlns:a16="http://schemas.microsoft.com/office/drawing/2014/main" id="{F27F109F-EF1D-5FAF-FF69-3F7977DC1489}"/>
                </a:ext>
              </a:extLst>
            </p:cNvPr>
            <p:cNvSpPr txBox="1">
              <a:spLocks/>
            </p:cNvSpPr>
            <p:nvPr/>
          </p:nvSpPr>
          <p:spPr>
            <a:xfrm>
              <a:off x="4962689" y="4997878"/>
              <a:ext cx="1634758" cy="1231503"/>
            </a:xfrm>
            <a:prstGeom prst="rect">
              <a:avLst/>
            </a:prstGeom>
            <a:noFill/>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rPr>
                <a:t>Provide reactions of thumbs up or applause.</a:t>
              </a:r>
              <a:endParaRPr kumimoji="0" lang="en-US" sz="1100" b="0" i="0" u="none" strike="noStrike" kern="1200" cap="none" spc="0" normalizeH="0" baseline="0" noProof="0">
                <a:ln>
                  <a:noFill/>
                </a:ln>
                <a:solidFill>
                  <a:srgbClr val="595959"/>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endPar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p:txBody>
        </p:sp>
        <p:pic>
          <p:nvPicPr>
            <p:cNvPr id="6" name="Picture 5">
              <a:extLst>
                <a:ext uri="{FF2B5EF4-FFF2-40B4-BE49-F238E27FC236}">
                  <a16:creationId xmlns:a16="http://schemas.microsoft.com/office/drawing/2014/main" id="{5D3F1BEF-E6D5-0B7C-F9A8-AB704FF7E16D}"/>
                </a:ext>
              </a:extLst>
            </p:cNvPr>
            <p:cNvPicPr>
              <a:picLocks noChangeAspect="1"/>
            </p:cNvPicPr>
            <p:nvPr/>
          </p:nvPicPr>
          <p:blipFill rotWithShape="1">
            <a:blip r:embed="rId3"/>
            <a:srcRect l="4843" t="15246" r="1529" b="14400"/>
            <a:stretch/>
          </p:blipFill>
          <p:spPr>
            <a:xfrm>
              <a:off x="3850303" y="3803167"/>
              <a:ext cx="7534771" cy="562836"/>
            </a:xfrm>
            <a:prstGeom prst="rect">
              <a:avLst/>
            </a:prstGeom>
          </p:spPr>
        </p:pic>
        <p:sp>
          <p:nvSpPr>
            <p:cNvPr id="10" name="Rectangle 9">
              <a:extLst>
                <a:ext uri="{FF2B5EF4-FFF2-40B4-BE49-F238E27FC236}">
                  <a16:creationId xmlns:a16="http://schemas.microsoft.com/office/drawing/2014/main" id="{41402CAA-5A95-9DFD-4E03-8C783C3D14FB}"/>
                </a:ext>
              </a:extLst>
            </p:cNvPr>
            <p:cNvSpPr/>
            <p:nvPr/>
          </p:nvSpPr>
          <p:spPr>
            <a:xfrm>
              <a:off x="8374153" y="3803167"/>
              <a:ext cx="459159" cy="5788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2" name="Rectangle 11">
              <a:extLst>
                <a:ext uri="{FF2B5EF4-FFF2-40B4-BE49-F238E27FC236}">
                  <a16:creationId xmlns:a16="http://schemas.microsoft.com/office/drawing/2014/main" id="{DC28FB98-2E77-B59F-4AC8-66C4CEDE5AE4}"/>
                </a:ext>
              </a:extLst>
            </p:cNvPr>
            <p:cNvSpPr/>
            <p:nvPr/>
          </p:nvSpPr>
          <p:spPr>
            <a:xfrm>
              <a:off x="3869885" y="3803167"/>
              <a:ext cx="559671" cy="5788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14" name="Rectangle 13">
              <a:extLst>
                <a:ext uri="{FF2B5EF4-FFF2-40B4-BE49-F238E27FC236}">
                  <a16:creationId xmlns:a16="http://schemas.microsoft.com/office/drawing/2014/main" id="{8746AA9F-1BDB-CF4E-6388-D483009C5561}"/>
                </a:ext>
              </a:extLst>
            </p:cNvPr>
            <p:cNvSpPr/>
            <p:nvPr/>
          </p:nvSpPr>
          <p:spPr>
            <a:xfrm>
              <a:off x="5550944" y="3803167"/>
              <a:ext cx="459159" cy="5788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cxnSp>
          <p:nvCxnSpPr>
            <p:cNvPr id="24" name="Straight Connector 23">
              <a:extLst>
                <a:ext uri="{FF2B5EF4-FFF2-40B4-BE49-F238E27FC236}">
                  <a16:creationId xmlns:a16="http://schemas.microsoft.com/office/drawing/2014/main" id="{CA4D544C-F9AE-AD6F-A235-DD2A0CC34EFF}"/>
                </a:ext>
              </a:extLst>
            </p:cNvPr>
            <p:cNvCxnSpPr>
              <a:cxnSpLocks/>
            </p:cNvCxnSpPr>
            <p:nvPr/>
          </p:nvCxnSpPr>
          <p:spPr>
            <a:xfrm flipH="1">
              <a:off x="4149720" y="4377379"/>
              <a:ext cx="1" cy="457200"/>
            </a:xfrm>
            <a:prstGeom prst="line">
              <a:avLst/>
            </a:prstGeom>
            <a:ln w="38100">
              <a:solidFill>
                <a:srgbClr val="FF0000"/>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9D8763-570F-410A-C6AA-086311306714}"/>
                </a:ext>
              </a:extLst>
            </p:cNvPr>
            <p:cNvCxnSpPr>
              <a:cxnSpLocks/>
            </p:cNvCxnSpPr>
            <p:nvPr/>
          </p:nvCxnSpPr>
          <p:spPr>
            <a:xfrm flipH="1">
              <a:off x="5773299" y="4382002"/>
              <a:ext cx="1" cy="457200"/>
            </a:xfrm>
            <a:prstGeom prst="line">
              <a:avLst/>
            </a:prstGeom>
            <a:ln w="38100">
              <a:solidFill>
                <a:srgbClr val="FF0000"/>
              </a:solidFill>
              <a:tailEnd type="arrow" w="med" len="sm"/>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AEEB2F-CC55-4C11-7D58-83C07F483B40}"/>
                </a:ext>
              </a:extLst>
            </p:cNvPr>
            <p:cNvCxnSpPr>
              <a:cxnSpLocks/>
            </p:cNvCxnSpPr>
            <p:nvPr/>
          </p:nvCxnSpPr>
          <p:spPr>
            <a:xfrm flipH="1">
              <a:off x="8603731" y="4366003"/>
              <a:ext cx="1" cy="457200"/>
            </a:xfrm>
            <a:prstGeom prst="line">
              <a:avLst/>
            </a:prstGeom>
            <a:ln w="38100">
              <a:solidFill>
                <a:srgbClr val="FF0000"/>
              </a:solidFill>
              <a:tailEnd type="arrow" w="med" len="sm"/>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3604C8-B8EF-6D60-E544-494D51FB7F8B}"/>
                </a:ext>
              </a:extLst>
            </p:cNvPr>
            <p:cNvSpPr txBox="1"/>
            <p:nvPr/>
          </p:nvSpPr>
          <p:spPr>
            <a:xfrm>
              <a:off x="4431072" y="2008030"/>
              <a:ext cx="6588093" cy="1322231"/>
            </a:xfrm>
            <a:prstGeom prst="rect">
              <a:avLst/>
            </a:prstGeom>
            <a:noFill/>
          </p:spPr>
          <p:txBody>
            <a:bodyPr wrap="square" lIns="27432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p:txBody>
        </p:sp>
        <p:sp>
          <p:nvSpPr>
            <p:cNvPr id="5" name="Text Placeholder 2">
              <a:extLst>
                <a:ext uri="{FF2B5EF4-FFF2-40B4-BE49-F238E27FC236}">
                  <a16:creationId xmlns:a16="http://schemas.microsoft.com/office/drawing/2014/main" id="{9D87A2BD-5443-F69E-59E1-EF98084E2F7D}"/>
                </a:ext>
              </a:extLst>
            </p:cNvPr>
            <p:cNvSpPr txBox="1">
              <a:spLocks/>
            </p:cNvSpPr>
            <p:nvPr/>
          </p:nvSpPr>
          <p:spPr>
            <a:xfrm>
              <a:off x="4492113" y="2226833"/>
              <a:ext cx="1488494" cy="1008903"/>
            </a:xfrm>
            <a:prstGeom prst="rect">
              <a:avLst/>
            </a:prstGeom>
            <a:noFill/>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rPr>
                <a:t>Click here if you have a question.</a:t>
              </a:r>
              <a:endParaRPr kumimoji="0" lang="en-US" sz="1100" b="0" i="0" u="none" strike="noStrike" kern="1200" cap="none" spc="0" normalizeH="0" baseline="0" noProof="0">
                <a:ln>
                  <a:noFill/>
                </a:ln>
                <a:solidFill>
                  <a:srgbClr val="595959"/>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endPar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p:txBody>
        </p:sp>
        <p:sp>
          <p:nvSpPr>
            <p:cNvPr id="15" name="Rectangle 14">
              <a:extLst>
                <a:ext uri="{FF2B5EF4-FFF2-40B4-BE49-F238E27FC236}">
                  <a16:creationId xmlns:a16="http://schemas.microsoft.com/office/drawing/2014/main" id="{5CA38760-7262-C5F2-B9EC-E38F00B1BFAD}"/>
                </a:ext>
              </a:extLst>
            </p:cNvPr>
            <p:cNvSpPr/>
            <p:nvPr/>
          </p:nvSpPr>
          <p:spPr>
            <a:xfrm>
              <a:off x="5000892" y="3803167"/>
              <a:ext cx="459159" cy="5788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cxnSp>
          <p:nvCxnSpPr>
            <p:cNvPr id="16" name="Straight Connector 15">
              <a:extLst>
                <a:ext uri="{FF2B5EF4-FFF2-40B4-BE49-F238E27FC236}">
                  <a16:creationId xmlns:a16="http://schemas.microsoft.com/office/drawing/2014/main" id="{0AC4531F-16AF-6192-1100-DD979FC6D0B0}"/>
                </a:ext>
              </a:extLst>
            </p:cNvPr>
            <p:cNvCxnSpPr>
              <a:cxnSpLocks/>
            </p:cNvCxnSpPr>
            <p:nvPr/>
          </p:nvCxnSpPr>
          <p:spPr>
            <a:xfrm flipH="1" flipV="1">
              <a:off x="5230471" y="3336653"/>
              <a:ext cx="1" cy="457200"/>
            </a:xfrm>
            <a:prstGeom prst="line">
              <a:avLst/>
            </a:prstGeom>
            <a:ln w="38100">
              <a:solidFill>
                <a:srgbClr val="FF0000"/>
              </a:solidFill>
              <a:tailEnd type="arrow" w="med" len="sm"/>
            </a:ln>
          </p:spPr>
          <p:style>
            <a:lnRef idx="1">
              <a:schemeClr val="accent1"/>
            </a:lnRef>
            <a:fillRef idx="0">
              <a:schemeClr val="accent1"/>
            </a:fillRef>
            <a:effectRef idx="0">
              <a:schemeClr val="accent1"/>
            </a:effectRef>
            <a:fontRef idx="minor">
              <a:schemeClr val="tx1"/>
            </a:fontRef>
          </p:style>
        </p:cxnSp>
        <p:sp>
          <p:nvSpPr>
            <p:cNvPr id="17" name="Text Placeholder 2">
              <a:extLst>
                <a:ext uri="{FF2B5EF4-FFF2-40B4-BE49-F238E27FC236}">
                  <a16:creationId xmlns:a16="http://schemas.microsoft.com/office/drawing/2014/main" id="{1E3BD752-53CC-81A9-089F-DDB825CC1851}"/>
                </a:ext>
              </a:extLst>
            </p:cNvPr>
            <p:cNvSpPr txBox="1">
              <a:spLocks/>
            </p:cNvSpPr>
            <p:nvPr/>
          </p:nvSpPr>
          <p:spPr>
            <a:xfrm>
              <a:off x="8470206" y="2226833"/>
              <a:ext cx="1312892" cy="1008903"/>
            </a:xfrm>
            <a:prstGeom prst="rect">
              <a:avLst/>
            </a:prstGeom>
            <a:noFill/>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rPr>
                <a:t>Please mute your mic.</a:t>
              </a:r>
              <a:endParaRPr kumimoji="0" lang="en-US" sz="1100" b="0" i="0" u="none" strike="noStrike" kern="1200" cap="none" spc="0" normalizeH="0" baseline="0" noProof="0">
                <a:ln>
                  <a:noFill/>
                </a:ln>
                <a:solidFill>
                  <a:srgbClr val="595959"/>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ctr"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endParaRPr kumimoji="0" lang="en-US" sz="20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p:txBody>
        </p:sp>
        <p:sp>
          <p:nvSpPr>
            <p:cNvPr id="18" name="Rectangle 17">
              <a:extLst>
                <a:ext uri="{FF2B5EF4-FFF2-40B4-BE49-F238E27FC236}">
                  <a16:creationId xmlns:a16="http://schemas.microsoft.com/office/drawing/2014/main" id="{F52017A1-BB86-6921-D928-D4FB84E08E44}"/>
                </a:ext>
              </a:extLst>
            </p:cNvPr>
            <p:cNvSpPr/>
            <p:nvPr/>
          </p:nvSpPr>
          <p:spPr>
            <a:xfrm>
              <a:off x="8911863" y="3802726"/>
              <a:ext cx="459159" cy="5788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cxnSp>
          <p:nvCxnSpPr>
            <p:cNvPr id="21" name="Straight Connector 20">
              <a:extLst>
                <a:ext uri="{FF2B5EF4-FFF2-40B4-BE49-F238E27FC236}">
                  <a16:creationId xmlns:a16="http://schemas.microsoft.com/office/drawing/2014/main" id="{723E3089-A806-2DF0-920D-F29711E6180F}"/>
                </a:ext>
              </a:extLst>
            </p:cNvPr>
            <p:cNvCxnSpPr>
              <a:cxnSpLocks/>
            </p:cNvCxnSpPr>
            <p:nvPr/>
          </p:nvCxnSpPr>
          <p:spPr>
            <a:xfrm flipH="1" flipV="1">
              <a:off x="9141442" y="3336212"/>
              <a:ext cx="1" cy="457200"/>
            </a:xfrm>
            <a:prstGeom prst="line">
              <a:avLst/>
            </a:prstGeom>
            <a:ln w="38100">
              <a:solidFill>
                <a:srgbClr val="FF0000"/>
              </a:solidFill>
              <a:tailEnd type="arrow" w="med"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71063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41BF4C0-8AB2-7F93-2FC3-A7BC37E46353}"/>
              </a:ext>
            </a:extLst>
          </p:cNvPr>
          <p:cNvGrpSpPr/>
          <p:nvPr/>
        </p:nvGrpSpPr>
        <p:grpSpPr>
          <a:xfrm>
            <a:off x="-1772301" y="-643157"/>
            <a:ext cx="7549022" cy="7575489"/>
            <a:chOff x="8324709" y="-538886"/>
            <a:chExt cx="4718517" cy="4735060"/>
          </a:xfrm>
        </p:grpSpPr>
        <p:sp>
          <p:nvSpPr>
            <p:cNvPr id="5" name="Freeform 11">
              <a:extLst>
                <a:ext uri="{FF2B5EF4-FFF2-40B4-BE49-F238E27FC236}">
                  <a16:creationId xmlns:a16="http://schemas.microsoft.com/office/drawing/2014/main" id="{2C4F80CB-57F2-854D-8FA0-8DABCE9008B1}"/>
                </a:ext>
              </a:extLst>
            </p:cNvPr>
            <p:cNvSpPr>
              <a:spLocks/>
            </p:cNvSpPr>
            <p:nvPr/>
          </p:nvSpPr>
          <p:spPr bwMode="auto">
            <a:xfrm>
              <a:off x="8324709" y="-538886"/>
              <a:ext cx="1743608" cy="1751895"/>
            </a:xfrm>
            <a:custGeom>
              <a:avLst/>
              <a:gdLst>
                <a:gd name="T0" fmla="*/ 291 w 291"/>
                <a:gd name="T1" fmla="*/ 0 h 292"/>
                <a:gd name="T2" fmla="*/ 0 w 291"/>
                <a:gd name="T3" fmla="*/ 292 h 292"/>
                <a:gd name="T4" fmla="*/ 291 w 291"/>
                <a:gd name="T5" fmla="*/ 292 h 292"/>
                <a:gd name="T6" fmla="*/ 291 w 291"/>
                <a:gd name="T7" fmla="*/ 0 h 292"/>
              </a:gdLst>
              <a:ahLst/>
              <a:cxnLst>
                <a:cxn ang="0">
                  <a:pos x="T0" y="T1"/>
                </a:cxn>
                <a:cxn ang="0">
                  <a:pos x="T2" y="T3"/>
                </a:cxn>
                <a:cxn ang="0">
                  <a:pos x="T4" y="T5"/>
                </a:cxn>
                <a:cxn ang="0">
                  <a:pos x="T6" y="T7"/>
                </a:cxn>
              </a:cxnLst>
              <a:rect l="0" t="0" r="r" b="b"/>
              <a:pathLst>
                <a:path w="291" h="292">
                  <a:moveTo>
                    <a:pt x="291" y="0"/>
                  </a:moveTo>
                  <a:cubicBezTo>
                    <a:pt x="148" y="37"/>
                    <a:pt x="37" y="149"/>
                    <a:pt x="0" y="292"/>
                  </a:cubicBezTo>
                  <a:cubicBezTo>
                    <a:pt x="291" y="292"/>
                    <a:pt x="291" y="292"/>
                    <a:pt x="291" y="292"/>
                  </a:cubicBezTo>
                  <a:lnTo>
                    <a:pt x="291" y="0"/>
                  </a:lnTo>
                  <a:close/>
                </a:path>
              </a:pathLst>
            </a:custGeom>
            <a:solidFill>
              <a:schemeClr val="tx1">
                <a:lumMod val="20000"/>
                <a:lumOff val="80000"/>
                <a:alpha val="38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595959"/>
                </a:solidFill>
                <a:effectLst/>
                <a:uLnTx/>
                <a:uFillTx/>
                <a:latin typeface="Overpass"/>
                <a:ea typeface="+mn-ea"/>
                <a:cs typeface="+mn-cs"/>
              </a:endParaRPr>
            </a:p>
          </p:txBody>
        </p:sp>
        <p:sp>
          <p:nvSpPr>
            <p:cNvPr id="6" name="Freeform 12">
              <a:extLst>
                <a:ext uri="{FF2B5EF4-FFF2-40B4-BE49-F238E27FC236}">
                  <a16:creationId xmlns:a16="http://schemas.microsoft.com/office/drawing/2014/main" id="{A20FD98E-6F8A-3BF6-8DE5-2E8653F97D73}"/>
                </a:ext>
              </a:extLst>
            </p:cNvPr>
            <p:cNvSpPr>
              <a:spLocks/>
            </p:cNvSpPr>
            <p:nvPr/>
          </p:nvSpPr>
          <p:spPr bwMode="auto">
            <a:xfrm>
              <a:off x="11299618" y="-538886"/>
              <a:ext cx="1743608" cy="1751895"/>
            </a:xfrm>
            <a:custGeom>
              <a:avLst/>
              <a:gdLst>
                <a:gd name="T0" fmla="*/ 292 w 292"/>
                <a:gd name="T1" fmla="*/ 292 h 292"/>
                <a:gd name="T2" fmla="*/ 0 w 292"/>
                <a:gd name="T3" fmla="*/ 0 h 292"/>
                <a:gd name="T4" fmla="*/ 0 w 292"/>
                <a:gd name="T5" fmla="*/ 292 h 292"/>
                <a:gd name="T6" fmla="*/ 292 w 292"/>
                <a:gd name="T7" fmla="*/ 292 h 292"/>
              </a:gdLst>
              <a:ahLst/>
              <a:cxnLst>
                <a:cxn ang="0">
                  <a:pos x="T0" y="T1"/>
                </a:cxn>
                <a:cxn ang="0">
                  <a:pos x="T2" y="T3"/>
                </a:cxn>
                <a:cxn ang="0">
                  <a:pos x="T4" y="T5"/>
                </a:cxn>
                <a:cxn ang="0">
                  <a:pos x="T6" y="T7"/>
                </a:cxn>
              </a:cxnLst>
              <a:rect l="0" t="0" r="r" b="b"/>
              <a:pathLst>
                <a:path w="292" h="292">
                  <a:moveTo>
                    <a:pt x="292" y="292"/>
                  </a:moveTo>
                  <a:cubicBezTo>
                    <a:pt x="255" y="149"/>
                    <a:pt x="143" y="37"/>
                    <a:pt x="0" y="0"/>
                  </a:cubicBezTo>
                  <a:cubicBezTo>
                    <a:pt x="0" y="292"/>
                    <a:pt x="0" y="292"/>
                    <a:pt x="0" y="292"/>
                  </a:cubicBezTo>
                  <a:lnTo>
                    <a:pt x="292" y="292"/>
                  </a:lnTo>
                  <a:close/>
                </a:path>
              </a:pathLst>
            </a:custGeom>
            <a:solidFill>
              <a:schemeClr val="tx1">
                <a:lumMod val="20000"/>
                <a:lumOff val="80000"/>
                <a:alpha val="38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595959"/>
                </a:solidFill>
                <a:effectLst/>
                <a:uLnTx/>
                <a:uFillTx/>
                <a:latin typeface="Overpass"/>
                <a:ea typeface="+mn-ea"/>
                <a:cs typeface="+mn-cs"/>
              </a:endParaRPr>
            </a:p>
          </p:txBody>
        </p:sp>
        <p:sp>
          <p:nvSpPr>
            <p:cNvPr id="9" name="Freeform 13">
              <a:extLst>
                <a:ext uri="{FF2B5EF4-FFF2-40B4-BE49-F238E27FC236}">
                  <a16:creationId xmlns:a16="http://schemas.microsoft.com/office/drawing/2014/main" id="{6F2C8174-5FE1-FE66-20B2-005708D2605B}"/>
                </a:ext>
              </a:extLst>
            </p:cNvPr>
            <p:cNvSpPr>
              <a:spLocks/>
            </p:cNvSpPr>
            <p:nvPr/>
          </p:nvSpPr>
          <p:spPr bwMode="auto">
            <a:xfrm>
              <a:off x="8324709" y="2444279"/>
              <a:ext cx="1743608" cy="1751895"/>
            </a:xfrm>
            <a:custGeom>
              <a:avLst/>
              <a:gdLst>
                <a:gd name="T0" fmla="*/ 0 w 291"/>
                <a:gd name="T1" fmla="*/ 0 h 292"/>
                <a:gd name="T2" fmla="*/ 291 w 291"/>
                <a:gd name="T3" fmla="*/ 292 h 292"/>
                <a:gd name="T4" fmla="*/ 291 w 291"/>
                <a:gd name="T5" fmla="*/ 0 h 292"/>
                <a:gd name="T6" fmla="*/ 0 w 291"/>
                <a:gd name="T7" fmla="*/ 0 h 292"/>
              </a:gdLst>
              <a:ahLst/>
              <a:cxnLst>
                <a:cxn ang="0">
                  <a:pos x="T0" y="T1"/>
                </a:cxn>
                <a:cxn ang="0">
                  <a:pos x="T2" y="T3"/>
                </a:cxn>
                <a:cxn ang="0">
                  <a:pos x="T4" y="T5"/>
                </a:cxn>
                <a:cxn ang="0">
                  <a:pos x="T6" y="T7"/>
                </a:cxn>
              </a:cxnLst>
              <a:rect l="0" t="0" r="r" b="b"/>
              <a:pathLst>
                <a:path w="291" h="292">
                  <a:moveTo>
                    <a:pt x="0" y="0"/>
                  </a:moveTo>
                  <a:cubicBezTo>
                    <a:pt x="37" y="143"/>
                    <a:pt x="149" y="255"/>
                    <a:pt x="291" y="292"/>
                  </a:cubicBezTo>
                  <a:cubicBezTo>
                    <a:pt x="291" y="0"/>
                    <a:pt x="291" y="0"/>
                    <a:pt x="291" y="0"/>
                  </a:cubicBezTo>
                  <a:lnTo>
                    <a:pt x="0" y="0"/>
                  </a:lnTo>
                  <a:close/>
                </a:path>
              </a:pathLst>
            </a:custGeom>
            <a:solidFill>
              <a:schemeClr val="tx1">
                <a:lumMod val="20000"/>
                <a:lumOff val="80000"/>
                <a:alpha val="38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595959"/>
                </a:solidFill>
                <a:effectLst/>
                <a:uLnTx/>
                <a:uFillTx/>
                <a:latin typeface="Overpass"/>
                <a:ea typeface="+mn-ea"/>
                <a:cs typeface="+mn-cs"/>
              </a:endParaRPr>
            </a:p>
          </p:txBody>
        </p:sp>
        <p:sp>
          <p:nvSpPr>
            <p:cNvPr id="10" name="Freeform 14">
              <a:extLst>
                <a:ext uri="{FF2B5EF4-FFF2-40B4-BE49-F238E27FC236}">
                  <a16:creationId xmlns:a16="http://schemas.microsoft.com/office/drawing/2014/main" id="{DA5B949A-DA19-01F2-6D5C-5D1DEFC0A1A8}"/>
                </a:ext>
              </a:extLst>
            </p:cNvPr>
            <p:cNvSpPr>
              <a:spLocks/>
            </p:cNvSpPr>
            <p:nvPr/>
          </p:nvSpPr>
          <p:spPr bwMode="auto">
            <a:xfrm>
              <a:off x="11299618" y="2444279"/>
              <a:ext cx="1743608" cy="1751895"/>
            </a:xfrm>
            <a:custGeom>
              <a:avLst/>
              <a:gdLst>
                <a:gd name="T0" fmla="*/ 292 w 292"/>
                <a:gd name="T1" fmla="*/ 0 h 292"/>
                <a:gd name="T2" fmla="*/ 0 w 292"/>
                <a:gd name="T3" fmla="*/ 0 h 292"/>
                <a:gd name="T4" fmla="*/ 0 w 292"/>
                <a:gd name="T5" fmla="*/ 292 h 292"/>
                <a:gd name="T6" fmla="*/ 292 w 292"/>
                <a:gd name="T7" fmla="*/ 0 h 292"/>
              </a:gdLst>
              <a:ahLst/>
              <a:cxnLst>
                <a:cxn ang="0">
                  <a:pos x="T0" y="T1"/>
                </a:cxn>
                <a:cxn ang="0">
                  <a:pos x="T2" y="T3"/>
                </a:cxn>
                <a:cxn ang="0">
                  <a:pos x="T4" y="T5"/>
                </a:cxn>
                <a:cxn ang="0">
                  <a:pos x="T6" y="T7"/>
                </a:cxn>
              </a:cxnLst>
              <a:rect l="0" t="0" r="r" b="b"/>
              <a:pathLst>
                <a:path w="292" h="292">
                  <a:moveTo>
                    <a:pt x="292" y="0"/>
                  </a:moveTo>
                  <a:cubicBezTo>
                    <a:pt x="0" y="0"/>
                    <a:pt x="0" y="0"/>
                    <a:pt x="0" y="0"/>
                  </a:cubicBezTo>
                  <a:cubicBezTo>
                    <a:pt x="0" y="292"/>
                    <a:pt x="0" y="292"/>
                    <a:pt x="0" y="292"/>
                  </a:cubicBezTo>
                  <a:cubicBezTo>
                    <a:pt x="143" y="255"/>
                    <a:pt x="255" y="143"/>
                    <a:pt x="292" y="0"/>
                  </a:cubicBezTo>
                </a:path>
              </a:pathLst>
            </a:custGeom>
            <a:solidFill>
              <a:schemeClr val="tx1">
                <a:lumMod val="20000"/>
                <a:lumOff val="80000"/>
                <a:alpha val="38000"/>
              </a:schemeClr>
            </a:solidFill>
            <a:ln w="9525">
              <a:noFill/>
              <a:round/>
              <a:headEnd/>
              <a:tailEnd/>
            </a:ln>
          </p:spPr>
          <p:txBody>
            <a:bodyPr vert="horz" wrap="square" lIns="91416" tIns="45708" rIns="91416" bIns="45708"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595959"/>
                </a:solidFill>
                <a:effectLst/>
                <a:uLnTx/>
                <a:uFillTx/>
                <a:latin typeface="Overpass"/>
                <a:ea typeface="+mn-ea"/>
                <a:cs typeface="+mn-cs"/>
              </a:endParaRPr>
            </a:p>
          </p:txBody>
        </p:sp>
      </p:grpSp>
      <p:pic>
        <p:nvPicPr>
          <p:cNvPr id="4" name="Picture 3" descr="Woman talking to a doctor">
            <a:extLst>
              <a:ext uri="{FF2B5EF4-FFF2-40B4-BE49-F238E27FC236}">
                <a16:creationId xmlns:a16="http://schemas.microsoft.com/office/drawing/2014/main" id="{3FF007DB-FF82-2146-A2F8-41CFC5CE187B}"/>
              </a:ext>
            </a:extLst>
          </p:cNvPr>
          <p:cNvPicPr>
            <a:picLocks noChangeAspect="1"/>
          </p:cNvPicPr>
          <p:nvPr/>
        </p:nvPicPr>
        <p:blipFill>
          <a:blip r:embed="rId3">
            <a:extLst>
              <a:ext uri="{28A0092B-C50C-407E-A947-70E740481C1C}">
                <a14:useLocalDpi xmlns:a14="http://schemas.microsoft.com/office/drawing/2010/main" val="0"/>
              </a:ext>
            </a:extLst>
          </a:blip>
          <a:srcRect l="24077" r="16663"/>
          <a:stretch>
            <a:fillRect/>
          </a:stretch>
        </p:blipFill>
        <p:spPr>
          <a:xfrm>
            <a:off x="6096000" y="-1"/>
            <a:ext cx="6096000" cy="6858001"/>
          </a:xfrm>
          <a:prstGeom prst="rect">
            <a:avLst/>
          </a:prstGeom>
        </p:spPr>
      </p:pic>
      <p:sp>
        <p:nvSpPr>
          <p:cNvPr id="2" name="Text Placeholder 1">
            <a:extLst>
              <a:ext uri="{FF2B5EF4-FFF2-40B4-BE49-F238E27FC236}">
                <a16:creationId xmlns:a16="http://schemas.microsoft.com/office/drawing/2014/main" id="{E629B6AB-1651-DF49-881D-CFACC6E825C0}"/>
              </a:ext>
            </a:extLst>
          </p:cNvPr>
          <p:cNvSpPr>
            <a:spLocks noGrp="1"/>
          </p:cNvSpPr>
          <p:nvPr>
            <p:ph type="body" sz="quarter" idx="4294967295"/>
          </p:nvPr>
        </p:nvSpPr>
        <p:spPr>
          <a:xfrm>
            <a:off x="334299" y="2366605"/>
            <a:ext cx="5451475" cy="1300163"/>
          </a:xfrm>
          <a:prstGeom prst="rect">
            <a:avLst/>
          </a:prstGeom>
        </p:spPr>
        <p:txBody>
          <a:bodyPr/>
          <a:lstStyle/>
          <a:p>
            <a:pPr marL="0" indent="0">
              <a:buNone/>
            </a:pPr>
            <a:r>
              <a:rPr lang="en-US" sz="4400" b="1">
                <a:solidFill>
                  <a:schemeClr val="bg2"/>
                </a:solidFill>
                <a:latin typeface="Arial" panose="020B0604020202020204" pitchFamily="34" charset="0"/>
                <a:ea typeface="+mj-ea"/>
                <a:cs typeface="Arial" panose="020B0604020202020204" pitchFamily="34" charset="0"/>
              </a:rPr>
              <a:t>The Business of Nordic</a:t>
            </a:r>
          </a:p>
        </p:txBody>
      </p:sp>
      <p:cxnSp>
        <p:nvCxnSpPr>
          <p:cNvPr id="7" name="Straight Connector 6">
            <a:extLst>
              <a:ext uri="{FF2B5EF4-FFF2-40B4-BE49-F238E27FC236}">
                <a16:creationId xmlns:a16="http://schemas.microsoft.com/office/drawing/2014/main" id="{D33CA1A7-67D9-E815-8A6F-BB777E38A393}"/>
              </a:ext>
            </a:extLst>
          </p:cNvPr>
          <p:cNvCxnSpPr>
            <a:cxnSpLocks/>
          </p:cNvCxnSpPr>
          <p:nvPr/>
        </p:nvCxnSpPr>
        <p:spPr>
          <a:xfrm>
            <a:off x="449970" y="3821176"/>
            <a:ext cx="54864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B8C7F68-9D07-0D5D-96A8-3EA9165177F3}"/>
              </a:ext>
            </a:extLst>
          </p:cNvPr>
          <p:cNvGrpSpPr/>
          <p:nvPr/>
        </p:nvGrpSpPr>
        <p:grpSpPr>
          <a:xfrm>
            <a:off x="531447" y="418852"/>
            <a:ext cx="961431" cy="182880"/>
            <a:chOff x="531447" y="418852"/>
            <a:chExt cx="961431" cy="182880"/>
          </a:xfrm>
        </p:grpSpPr>
        <p:sp>
          <p:nvSpPr>
            <p:cNvPr id="11" name="Oval 10">
              <a:extLst>
                <a:ext uri="{FF2B5EF4-FFF2-40B4-BE49-F238E27FC236}">
                  <a16:creationId xmlns:a16="http://schemas.microsoft.com/office/drawing/2014/main" id="{8C51F29E-A0CD-6238-0042-07BEE236107D}"/>
                </a:ext>
              </a:extLst>
            </p:cNvPr>
            <p:cNvSpPr/>
            <p:nvPr/>
          </p:nvSpPr>
          <p:spPr>
            <a:xfrm>
              <a:off x="531447" y="418852"/>
              <a:ext cx="182880" cy="18288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2" name="Oval 11">
              <a:extLst>
                <a:ext uri="{FF2B5EF4-FFF2-40B4-BE49-F238E27FC236}">
                  <a16:creationId xmlns:a16="http://schemas.microsoft.com/office/drawing/2014/main" id="{A9CF9988-0AA0-A514-B390-7A28DB240552}"/>
                </a:ext>
              </a:extLst>
            </p:cNvPr>
            <p:cNvSpPr/>
            <p:nvPr/>
          </p:nvSpPr>
          <p:spPr>
            <a:xfrm>
              <a:off x="790964" y="418852"/>
              <a:ext cx="182880" cy="18288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3" name="Oval 12">
              <a:extLst>
                <a:ext uri="{FF2B5EF4-FFF2-40B4-BE49-F238E27FC236}">
                  <a16:creationId xmlns:a16="http://schemas.microsoft.com/office/drawing/2014/main" id="{F2B552C5-2DEE-7B76-19CC-0E0868B71C73}"/>
                </a:ext>
              </a:extLst>
            </p:cNvPr>
            <p:cNvSpPr/>
            <p:nvPr/>
          </p:nvSpPr>
          <p:spPr>
            <a:xfrm>
              <a:off x="1050481" y="418852"/>
              <a:ext cx="182880" cy="18288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6" name="Oval 15">
              <a:extLst>
                <a:ext uri="{FF2B5EF4-FFF2-40B4-BE49-F238E27FC236}">
                  <a16:creationId xmlns:a16="http://schemas.microsoft.com/office/drawing/2014/main" id="{351B0EEF-EBCC-9268-FBD2-D229F6DB3886}"/>
                </a:ext>
              </a:extLst>
            </p:cNvPr>
            <p:cNvSpPr/>
            <p:nvPr/>
          </p:nvSpPr>
          <p:spPr>
            <a:xfrm>
              <a:off x="1309998" y="418852"/>
              <a:ext cx="182880" cy="18288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sp>
        <p:nvSpPr>
          <p:cNvPr id="8" name="TextBox 7">
            <a:extLst>
              <a:ext uri="{FF2B5EF4-FFF2-40B4-BE49-F238E27FC236}">
                <a16:creationId xmlns:a16="http://schemas.microsoft.com/office/drawing/2014/main" id="{D46F73E1-C867-4BCD-9CE4-A85E94402DF9}"/>
              </a:ext>
            </a:extLst>
          </p:cNvPr>
          <p:cNvSpPr txBox="1"/>
          <p:nvPr userDrawn="1"/>
        </p:nvSpPr>
        <p:spPr>
          <a:xfrm>
            <a:off x="78658" y="6563438"/>
            <a:ext cx="4114760" cy="235898"/>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999999"/>
                </a:solidFill>
                <a:effectLst/>
                <a:uLnTx/>
                <a:uFillTx/>
                <a:latin typeface="Arial" panose="020B0604020202020204" pitchFamily="34" charset="0"/>
                <a:ea typeface="+mn-ea"/>
                <a:cs typeface="+mn-cs"/>
              </a:rPr>
              <a:t>©2025 Nordic®. All rights reserved. Confidential. Edition: 09/15/2025</a:t>
            </a:r>
            <a:endParaRPr kumimoji="0" lang="en-US" sz="900" b="0" i="0" u="none" strike="noStrike" kern="1200" cap="none" spc="0" normalizeH="0" baseline="0" noProof="0">
              <a:ln>
                <a:noFill/>
              </a:ln>
              <a:solidFill>
                <a:srgbClr val="999999"/>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452365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C02F0DC-C2A5-0B00-D12C-0F8F01CDB25E}"/>
              </a:ext>
            </a:extLst>
          </p:cNvPr>
          <p:cNvSpPr/>
          <p:nvPr/>
        </p:nvSpPr>
        <p:spPr>
          <a:xfrm>
            <a:off x="-1" y="4"/>
            <a:ext cx="12192001" cy="52953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08">
              <a:defRPr/>
            </a:pPr>
            <a:endParaRPr lang="en-US" sz="3200" dirty="0">
              <a:solidFill>
                <a:srgbClr val="FFFFFF"/>
              </a:solidFill>
              <a:latin typeface="Source Sans Pro"/>
            </a:endParaRPr>
          </a:p>
        </p:txBody>
      </p:sp>
      <p:grpSp>
        <p:nvGrpSpPr>
          <p:cNvPr id="33" name="Group 32">
            <a:extLst>
              <a:ext uri="{FF2B5EF4-FFF2-40B4-BE49-F238E27FC236}">
                <a16:creationId xmlns:a16="http://schemas.microsoft.com/office/drawing/2014/main" id="{07D438A7-3D1B-C660-B950-D4F2B284C3E8}"/>
              </a:ext>
            </a:extLst>
          </p:cNvPr>
          <p:cNvGrpSpPr/>
          <p:nvPr/>
        </p:nvGrpSpPr>
        <p:grpSpPr>
          <a:xfrm>
            <a:off x="8092978" y="-66128"/>
            <a:ext cx="5271356" cy="5104469"/>
            <a:chOff x="4625788" y="349399"/>
            <a:chExt cx="6456238" cy="6251840"/>
          </a:xfrm>
          <a:solidFill>
            <a:schemeClr val="bg1">
              <a:alpha val="80000"/>
            </a:schemeClr>
          </a:solidFill>
        </p:grpSpPr>
        <p:grpSp>
          <p:nvGrpSpPr>
            <p:cNvPr id="34" name="Group 33">
              <a:extLst>
                <a:ext uri="{FF2B5EF4-FFF2-40B4-BE49-F238E27FC236}">
                  <a16:creationId xmlns:a16="http://schemas.microsoft.com/office/drawing/2014/main" id="{CE8AAB0D-7E54-7299-B40F-68EC8CC9E4AC}"/>
                </a:ext>
              </a:extLst>
            </p:cNvPr>
            <p:cNvGrpSpPr/>
            <p:nvPr userDrawn="1"/>
          </p:nvGrpSpPr>
          <p:grpSpPr>
            <a:xfrm>
              <a:off x="4625788" y="349399"/>
              <a:ext cx="6456238" cy="2310653"/>
              <a:chOff x="4625788" y="349399"/>
              <a:chExt cx="6456238" cy="2310653"/>
            </a:xfrm>
            <a:grpFill/>
          </p:grpSpPr>
          <p:sp>
            <p:nvSpPr>
              <p:cNvPr id="38" name="Freeform: Shape 37">
                <a:extLst>
                  <a:ext uri="{FF2B5EF4-FFF2-40B4-BE49-F238E27FC236}">
                    <a16:creationId xmlns:a16="http://schemas.microsoft.com/office/drawing/2014/main" id="{5DD112B7-F8BE-4B1A-D61C-9D1AAD01DF4F}"/>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39" name="Freeform: Shape 38">
                <a:extLst>
                  <a:ext uri="{FF2B5EF4-FFF2-40B4-BE49-F238E27FC236}">
                    <a16:creationId xmlns:a16="http://schemas.microsoft.com/office/drawing/2014/main" id="{61A0F4A7-7D2C-57E9-DD28-68CE2E005522}"/>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grpSp>
        <p:grpSp>
          <p:nvGrpSpPr>
            <p:cNvPr id="35" name="Group 34">
              <a:extLst>
                <a:ext uri="{FF2B5EF4-FFF2-40B4-BE49-F238E27FC236}">
                  <a16:creationId xmlns:a16="http://schemas.microsoft.com/office/drawing/2014/main" id="{C7A4E860-7112-7CE2-6D4B-E7CCEC1BD5B3}"/>
                </a:ext>
              </a:extLst>
            </p:cNvPr>
            <p:cNvGrpSpPr/>
            <p:nvPr userDrawn="1"/>
          </p:nvGrpSpPr>
          <p:grpSpPr>
            <a:xfrm flipV="1">
              <a:off x="4625788" y="4290586"/>
              <a:ext cx="6456238" cy="2310653"/>
              <a:chOff x="4625788" y="349399"/>
              <a:chExt cx="6456238" cy="2310653"/>
            </a:xfrm>
            <a:grpFill/>
          </p:grpSpPr>
          <p:sp>
            <p:nvSpPr>
              <p:cNvPr id="36" name="Freeform: Shape 35">
                <a:extLst>
                  <a:ext uri="{FF2B5EF4-FFF2-40B4-BE49-F238E27FC236}">
                    <a16:creationId xmlns:a16="http://schemas.microsoft.com/office/drawing/2014/main" id="{43B6ABBA-0395-B209-7F79-3DB16FF3F3DB}"/>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sp>
            <p:nvSpPr>
              <p:cNvPr id="37" name="Freeform: Shape 36">
                <a:extLst>
                  <a:ext uri="{FF2B5EF4-FFF2-40B4-BE49-F238E27FC236}">
                    <a16:creationId xmlns:a16="http://schemas.microsoft.com/office/drawing/2014/main" id="{39477331-8BA1-8976-2542-C5F340E9C419}"/>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dirty="0"/>
              </a:p>
            </p:txBody>
          </p:sp>
        </p:grpSp>
      </p:grpSp>
      <p:sp>
        <p:nvSpPr>
          <p:cNvPr id="7" name="Rectangle 6">
            <a:extLst>
              <a:ext uri="{FF2B5EF4-FFF2-40B4-BE49-F238E27FC236}">
                <a16:creationId xmlns:a16="http://schemas.microsoft.com/office/drawing/2014/main" id="{00DD5AF4-5B5F-BB0D-5B3A-F433CB0A34C8}"/>
              </a:ext>
            </a:extLst>
          </p:cNvPr>
          <p:cNvSpPr/>
          <p:nvPr/>
        </p:nvSpPr>
        <p:spPr>
          <a:xfrm>
            <a:off x="-2912" y="4662311"/>
            <a:ext cx="12194912" cy="2195687"/>
          </a:xfrm>
          <a:prstGeom prst="rect">
            <a:avLst/>
          </a:prstGeom>
          <a:solidFill>
            <a:srgbClr val="3759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08">
              <a:defRPr/>
            </a:pPr>
            <a:endParaRPr lang="en-US" sz="3200" dirty="0">
              <a:solidFill>
                <a:srgbClr val="FFFFFF"/>
              </a:solidFill>
              <a:latin typeface="Source Sans Pro"/>
            </a:endParaRPr>
          </a:p>
        </p:txBody>
      </p:sp>
      <p:grpSp>
        <p:nvGrpSpPr>
          <p:cNvPr id="20" name="Group 19">
            <a:extLst>
              <a:ext uri="{FF2B5EF4-FFF2-40B4-BE49-F238E27FC236}">
                <a16:creationId xmlns:a16="http://schemas.microsoft.com/office/drawing/2014/main" id="{A113037F-07EB-7A19-4962-418BFE8D5EB5}"/>
              </a:ext>
            </a:extLst>
          </p:cNvPr>
          <p:cNvGrpSpPr/>
          <p:nvPr/>
        </p:nvGrpSpPr>
        <p:grpSpPr>
          <a:xfrm>
            <a:off x="6808288" y="5383541"/>
            <a:ext cx="6793646" cy="965465"/>
            <a:chOff x="64525" y="3186699"/>
            <a:chExt cx="3821426" cy="543074"/>
          </a:xfrm>
        </p:grpSpPr>
        <p:sp>
          <p:nvSpPr>
            <p:cNvPr id="21" name="Rectangle 20">
              <a:extLst>
                <a:ext uri="{FF2B5EF4-FFF2-40B4-BE49-F238E27FC236}">
                  <a16:creationId xmlns:a16="http://schemas.microsoft.com/office/drawing/2014/main" id="{95DAA3AE-11FF-6DD3-5144-52BF48FEC4B5}"/>
                </a:ext>
              </a:extLst>
            </p:cNvPr>
            <p:cNvSpPr/>
            <p:nvPr/>
          </p:nvSpPr>
          <p:spPr>
            <a:xfrm>
              <a:off x="1817561" y="3186699"/>
              <a:ext cx="941950" cy="543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08">
                <a:defRPr/>
              </a:pPr>
              <a:r>
                <a:rPr lang="en-US" sz="2667" b="1" dirty="0">
                  <a:solidFill>
                    <a:srgbClr val="FFFFFF"/>
                  </a:solidFill>
                  <a:latin typeface="Arial" panose="020B0604020202020204" pitchFamily="34" charset="0"/>
                  <a:cs typeface="Arial" panose="020B0604020202020204" pitchFamily="34" charset="0"/>
                </a:rPr>
                <a:t>900+</a:t>
              </a:r>
            </a:p>
            <a:p>
              <a:pPr algn="ctr" defTabSz="1219108">
                <a:defRPr/>
              </a:pPr>
              <a:r>
                <a:rPr lang="en-US" sz="1777" dirty="0">
                  <a:solidFill>
                    <a:srgbClr val="FFFFFF"/>
                  </a:solidFill>
                  <a:latin typeface="Arial" panose="020B0604020202020204" pitchFamily="34" charset="0"/>
                  <a:cs typeface="Arial" panose="020B0604020202020204" pitchFamily="34" charset="0"/>
                </a:rPr>
                <a:t>Clients</a:t>
              </a:r>
            </a:p>
          </p:txBody>
        </p:sp>
        <p:cxnSp>
          <p:nvCxnSpPr>
            <p:cNvPr id="22" name="Straight Connector 21">
              <a:extLst>
                <a:ext uri="{FF2B5EF4-FFF2-40B4-BE49-F238E27FC236}">
                  <a16:creationId xmlns:a16="http://schemas.microsoft.com/office/drawing/2014/main" id="{D00186C0-7A2E-94E1-43B4-73FFEC86813B}"/>
                </a:ext>
              </a:extLst>
            </p:cNvPr>
            <p:cNvCxnSpPr>
              <a:cxnSpLocks/>
            </p:cNvCxnSpPr>
            <p:nvPr/>
          </p:nvCxnSpPr>
          <p:spPr>
            <a:xfrm>
              <a:off x="1850277" y="3249313"/>
              <a:ext cx="0" cy="41784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C7A44CC-4484-4973-BE78-AD1712F160A9}"/>
                </a:ext>
              </a:extLst>
            </p:cNvPr>
            <p:cNvSpPr/>
            <p:nvPr/>
          </p:nvSpPr>
          <p:spPr>
            <a:xfrm>
              <a:off x="2694079" y="3186699"/>
              <a:ext cx="1191872" cy="543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08">
                <a:defRPr/>
              </a:pPr>
              <a:endParaRPr lang="en-US" dirty="0">
                <a:solidFill>
                  <a:srgbClr val="FFFFFF"/>
                </a:solidFill>
                <a:latin typeface="Source Sans Pro"/>
              </a:endParaRPr>
            </a:p>
          </p:txBody>
        </p:sp>
        <p:sp>
          <p:nvSpPr>
            <p:cNvPr id="24" name="Rectangle 23">
              <a:extLst>
                <a:ext uri="{FF2B5EF4-FFF2-40B4-BE49-F238E27FC236}">
                  <a16:creationId xmlns:a16="http://schemas.microsoft.com/office/drawing/2014/main" id="{76A9F8E7-382E-13AE-C454-728C8D7D56AA}"/>
                </a:ext>
              </a:extLst>
            </p:cNvPr>
            <p:cNvSpPr/>
            <p:nvPr/>
          </p:nvSpPr>
          <p:spPr>
            <a:xfrm>
              <a:off x="941043" y="3186699"/>
              <a:ext cx="941950" cy="543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08">
                <a:defRPr/>
              </a:pPr>
              <a:r>
                <a:rPr lang="en-US" sz="2667" b="1" dirty="0">
                  <a:solidFill>
                    <a:srgbClr val="FFFFFF"/>
                  </a:solidFill>
                  <a:latin typeface="Arial" panose="020B0604020202020204" pitchFamily="34" charset="0"/>
                  <a:cs typeface="Arial" panose="020B0604020202020204" pitchFamily="34" charset="0"/>
                </a:rPr>
                <a:t>3,000+ </a:t>
              </a:r>
              <a:r>
                <a:rPr lang="en-US" sz="1777" dirty="0">
                  <a:solidFill>
                    <a:srgbClr val="FFFFFF"/>
                  </a:solidFill>
                  <a:latin typeface="Arial" panose="020B0604020202020204" pitchFamily="34" charset="0"/>
                  <a:cs typeface="Arial" panose="020B0604020202020204" pitchFamily="34" charset="0"/>
                </a:rPr>
                <a:t>Employees</a:t>
              </a:r>
            </a:p>
          </p:txBody>
        </p:sp>
        <p:sp>
          <p:nvSpPr>
            <p:cNvPr id="26" name="Rectangle 25">
              <a:extLst>
                <a:ext uri="{FF2B5EF4-FFF2-40B4-BE49-F238E27FC236}">
                  <a16:creationId xmlns:a16="http://schemas.microsoft.com/office/drawing/2014/main" id="{6D7870C4-549A-6E61-F872-7A5B2E62F4FC}"/>
                </a:ext>
              </a:extLst>
            </p:cNvPr>
            <p:cNvSpPr/>
            <p:nvPr/>
          </p:nvSpPr>
          <p:spPr>
            <a:xfrm>
              <a:off x="64525" y="3186699"/>
              <a:ext cx="941950" cy="5430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08">
                <a:defRPr/>
              </a:pPr>
              <a:r>
                <a:rPr lang="en-US" sz="2667" b="1" dirty="0">
                  <a:solidFill>
                    <a:srgbClr val="FFFFFF"/>
                  </a:solidFill>
                  <a:latin typeface="Arial" panose="020B0604020202020204" pitchFamily="34" charset="0"/>
                  <a:cs typeface="Arial" panose="020B0604020202020204" pitchFamily="34" charset="0"/>
                </a:rPr>
                <a:t>7x</a:t>
              </a:r>
            </a:p>
            <a:p>
              <a:pPr algn="ctr" defTabSz="1219108">
                <a:defRPr/>
              </a:pPr>
              <a:r>
                <a:rPr lang="en-US" sz="1777" dirty="0">
                  <a:solidFill>
                    <a:srgbClr val="FFFFFF"/>
                  </a:solidFill>
                  <a:latin typeface="Arial" panose="020B0604020202020204" pitchFamily="34" charset="0"/>
                  <a:cs typeface="Arial" panose="020B0604020202020204" pitchFamily="34" charset="0"/>
                </a:rPr>
                <a:t>Best in KLAS</a:t>
              </a:r>
            </a:p>
          </p:txBody>
        </p:sp>
        <p:cxnSp>
          <p:nvCxnSpPr>
            <p:cNvPr id="27" name="Straight Connector 26">
              <a:extLst>
                <a:ext uri="{FF2B5EF4-FFF2-40B4-BE49-F238E27FC236}">
                  <a16:creationId xmlns:a16="http://schemas.microsoft.com/office/drawing/2014/main" id="{C3DAD98E-6D54-76A0-0E2B-D3F67EE99C2D}"/>
                </a:ext>
              </a:extLst>
            </p:cNvPr>
            <p:cNvCxnSpPr>
              <a:cxnSpLocks/>
            </p:cNvCxnSpPr>
            <p:nvPr/>
          </p:nvCxnSpPr>
          <p:spPr>
            <a:xfrm>
              <a:off x="973759" y="3249313"/>
              <a:ext cx="0" cy="41784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551672E-BCD3-4E1A-AACB-C4805E080F62}"/>
              </a:ext>
            </a:extLst>
          </p:cNvPr>
          <p:cNvSpPr txBox="1"/>
          <p:nvPr/>
        </p:nvSpPr>
        <p:spPr>
          <a:xfrm>
            <a:off x="1080009" y="1994373"/>
            <a:ext cx="6106107" cy="748795"/>
          </a:xfrm>
          <a:prstGeom prst="rect">
            <a:avLst/>
          </a:prstGeom>
          <a:noFill/>
        </p:spPr>
        <p:txBody>
          <a:bodyPr wrap="square" rtlCol="0">
            <a:spAutoFit/>
          </a:bodyPr>
          <a:lstStyle/>
          <a:p>
            <a:pPr defTabSz="1219108">
              <a:defRPr/>
            </a:pPr>
            <a:r>
              <a:rPr lang="en-US" sz="2133" dirty="0">
                <a:solidFill>
                  <a:srgbClr val="FFFFFF"/>
                </a:solidFill>
                <a:latin typeface="Overpass"/>
              </a:rPr>
              <a:t>We connect </a:t>
            </a:r>
            <a:r>
              <a:rPr lang="en-US" sz="2133" b="1" dirty="0">
                <a:solidFill>
                  <a:srgbClr val="FFFFFF"/>
                </a:solidFill>
                <a:latin typeface="Overpass"/>
              </a:rPr>
              <a:t>people</a:t>
            </a:r>
            <a:r>
              <a:rPr lang="en-US" sz="2133" dirty="0">
                <a:solidFill>
                  <a:srgbClr val="FFFFFF"/>
                </a:solidFill>
                <a:latin typeface="Overpass"/>
              </a:rPr>
              <a:t>, </a:t>
            </a:r>
            <a:r>
              <a:rPr lang="en-US" sz="2133" b="1" dirty="0">
                <a:solidFill>
                  <a:srgbClr val="FFFFFF"/>
                </a:solidFill>
                <a:latin typeface="Overpass"/>
              </a:rPr>
              <a:t>data</a:t>
            </a:r>
            <a:r>
              <a:rPr lang="en-US" sz="2133" dirty="0">
                <a:solidFill>
                  <a:srgbClr val="FFFFFF"/>
                </a:solidFill>
                <a:latin typeface="Overpass"/>
              </a:rPr>
              <a:t>, and </a:t>
            </a:r>
            <a:r>
              <a:rPr lang="en-US" sz="2133" b="1" dirty="0">
                <a:solidFill>
                  <a:srgbClr val="FFFFFF"/>
                </a:solidFill>
                <a:latin typeface="Overpass"/>
              </a:rPr>
              <a:t>technology</a:t>
            </a:r>
            <a:r>
              <a:rPr lang="en-US" sz="2133" dirty="0">
                <a:solidFill>
                  <a:srgbClr val="FFFFFF"/>
                </a:solidFill>
                <a:latin typeface="Overpass"/>
              </a:rPr>
              <a:t> to create a healthier world. </a:t>
            </a:r>
          </a:p>
        </p:txBody>
      </p:sp>
      <p:grpSp>
        <p:nvGrpSpPr>
          <p:cNvPr id="29" name="Group 28">
            <a:extLst>
              <a:ext uri="{FF2B5EF4-FFF2-40B4-BE49-F238E27FC236}">
                <a16:creationId xmlns:a16="http://schemas.microsoft.com/office/drawing/2014/main" id="{903EC2A6-14E9-9F09-C3A6-06389E5013EF}"/>
              </a:ext>
            </a:extLst>
          </p:cNvPr>
          <p:cNvGrpSpPr/>
          <p:nvPr/>
        </p:nvGrpSpPr>
        <p:grpSpPr>
          <a:xfrm>
            <a:off x="1080010" y="810034"/>
            <a:ext cx="6183489" cy="976183"/>
            <a:chOff x="287847" y="468219"/>
            <a:chExt cx="4539727" cy="716686"/>
          </a:xfrm>
        </p:grpSpPr>
        <p:pic>
          <p:nvPicPr>
            <p:cNvPr id="30" name="Picture 29" descr="Logo, company name&#10;&#10;Description automatically generated">
              <a:extLst>
                <a:ext uri="{FF2B5EF4-FFF2-40B4-BE49-F238E27FC236}">
                  <a16:creationId xmlns:a16="http://schemas.microsoft.com/office/drawing/2014/main" id="{67A2DED6-7A67-9C36-6585-B1A19B1FEFA9}"/>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87847" y="468219"/>
              <a:ext cx="2694668" cy="618729"/>
            </a:xfrm>
            <a:prstGeom prst="rect">
              <a:avLst/>
            </a:prstGeom>
          </p:spPr>
        </p:pic>
        <p:sp>
          <p:nvSpPr>
            <p:cNvPr id="31" name="TextBox 30">
              <a:extLst>
                <a:ext uri="{FF2B5EF4-FFF2-40B4-BE49-F238E27FC236}">
                  <a16:creationId xmlns:a16="http://schemas.microsoft.com/office/drawing/2014/main" id="{9E1123C1-1A9E-B5CD-7CE8-F0660F2A0435}"/>
                </a:ext>
              </a:extLst>
            </p:cNvPr>
            <p:cNvSpPr txBox="1"/>
            <p:nvPr/>
          </p:nvSpPr>
          <p:spPr>
            <a:xfrm>
              <a:off x="3123472" y="477930"/>
              <a:ext cx="1704102" cy="706975"/>
            </a:xfrm>
            <a:prstGeom prst="rect">
              <a:avLst/>
            </a:prstGeom>
            <a:noFill/>
          </p:spPr>
          <p:txBody>
            <a:bodyPr wrap="square" lIns="162560" tIns="81280" rIns="162560" bIns="81280" rtlCol="0" anchor="t">
              <a:spAutoFit/>
            </a:bodyPr>
            <a:lstStyle/>
            <a:p>
              <a:pPr defTabSz="1219108">
                <a:lnSpc>
                  <a:spcPts val="2133"/>
                </a:lnSpc>
                <a:defRPr/>
              </a:pPr>
              <a:r>
                <a:rPr lang="en-US" sz="1600" b="1" dirty="0">
                  <a:solidFill>
                    <a:srgbClr val="FFFFFF"/>
                  </a:solidFill>
                  <a:latin typeface="Overpass"/>
                </a:rPr>
                <a:t>Global Health </a:t>
              </a:r>
            </a:p>
            <a:p>
              <a:pPr defTabSz="1219108">
                <a:lnSpc>
                  <a:spcPts val="2133"/>
                </a:lnSpc>
                <a:defRPr/>
              </a:pPr>
              <a:r>
                <a:rPr lang="en-US" sz="1600" b="1" dirty="0">
                  <a:solidFill>
                    <a:srgbClr val="FFFFFF"/>
                  </a:solidFill>
                  <a:latin typeface="Overpass"/>
                </a:rPr>
                <a:t>and Technology Consulting</a:t>
              </a:r>
            </a:p>
          </p:txBody>
        </p:sp>
        <p:cxnSp>
          <p:nvCxnSpPr>
            <p:cNvPr id="32" name="Straight Connector 31">
              <a:extLst>
                <a:ext uri="{FF2B5EF4-FFF2-40B4-BE49-F238E27FC236}">
                  <a16:creationId xmlns:a16="http://schemas.microsoft.com/office/drawing/2014/main" id="{6E0DFF93-CEA7-1105-0B3C-DF0D68F766F8}"/>
                </a:ext>
              </a:extLst>
            </p:cNvPr>
            <p:cNvCxnSpPr/>
            <p:nvPr/>
          </p:nvCxnSpPr>
          <p:spPr>
            <a:xfrm>
              <a:off x="3077231" y="556060"/>
              <a:ext cx="0" cy="54864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B61ABCB2-B829-155E-391D-D8708BEC27E4}"/>
              </a:ext>
            </a:extLst>
          </p:cNvPr>
          <p:cNvGrpSpPr/>
          <p:nvPr/>
        </p:nvGrpSpPr>
        <p:grpSpPr>
          <a:xfrm>
            <a:off x="373948" y="3874414"/>
            <a:ext cx="10388136" cy="1343279"/>
            <a:chOff x="373948" y="3874414"/>
            <a:chExt cx="10388136" cy="1343279"/>
          </a:xfrm>
        </p:grpSpPr>
        <p:pic>
          <p:nvPicPr>
            <p:cNvPr id="3" name="Picture 2" descr="A two circular logos with text&#10;&#10;Description automatically generated">
              <a:extLst>
                <a:ext uri="{FF2B5EF4-FFF2-40B4-BE49-F238E27FC236}">
                  <a16:creationId xmlns:a16="http://schemas.microsoft.com/office/drawing/2014/main" id="{D641600D-6967-8E9A-2ED9-12920E406FE7}"/>
                </a:ext>
              </a:extLst>
            </p:cNvPr>
            <p:cNvPicPr>
              <a:picLocks noChangeAspect="1"/>
            </p:cNvPicPr>
            <p:nvPr/>
          </p:nvPicPr>
          <p:blipFill>
            <a:blip r:embed="rId4" cstate="screen">
              <a:extLst>
                <a:ext uri="{28A0092B-C50C-407E-A947-70E740481C1C}">
                  <a14:useLocalDpi xmlns:a14="http://schemas.microsoft.com/office/drawing/2010/main" val="0"/>
                </a:ext>
              </a:extLst>
            </a:blip>
            <a:stretch>
              <a:fillRect/>
            </a:stretch>
          </p:blipFill>
          <p:spPr>
            <a:xfrm>
              <a:off x="1843012" y="3885049"/>
              <a:ext cx="8919072" cy="1291481"/>
            </a:xfrm>
            <a:prstGeom prst="rect">
              <a:avLst/>
            </a:prstGeom>
          </p:spPr>
        </p:pic>
        <p:pic>
          <p:nvPicPr>
            <p:cNvPr id="4" name="Picture 3" descr="A white circle with orange and black text&#10;&#10;AI-generated content may be incorrect.">
              <a:extLst>
                <a:ext uri="{FF2B5EF4-FFF2-40B4-BE49-F238E27FC236}">
                  <a16:creationId xmlns:a16="http://schemas.microsoft.com/office/drawing/2014/main" id="{D94F1FB8-4623-E048-E76C-FFCB238A0E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948" y="3874414"/>
              <a:ext cx="1348526" cy="1343279"/>
            </a:xfrm>
            <a:prstGeom prst="rect">
              <a:avLst/>
            </a:prstGeom>
          </p:spPr>
        </p:pic>
      </p:grpSp>
    </p:spTree>
    <p:extLst>
      <p:ext uri="{BB962C8B-B14F-4D97-AF65-F5344CB8AC3E}">
        <p14:creationId xmlns:p14="http://schemas.microsoft.com/office/powerpoint/2010/main" val="3436084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Nordic, a global health and technology company">
            <a:hlinkClick r:id="" action="ppaction://media"/>
            <a:extLst>
              <a:ext uri="{FF2B5EF4-FFF2-40B4-BE49-F238E27FC236}">
                <a16:creationId xmlns:a16="http://schemas.microsoft.com/office/drawing/2014/main" id="{932862EF-C562-EBDE-B53F-F707043945F8}"/>
              </a:ext>
            </a:extLst>
          </p:cNvPr>
          <p:cNvPicPr>
            <a:picLocks noRot="1" noChangeAspect="1"/>
          </p:cNvPicPr>
          <p:nvPr>
            <a:videoFile r:link="rId1"/>
          </p:nvPr>
        </p:nvPicPr>
        <p:blipFill>
          <a:blip r:embed="rId4"/>
          <a:stretch>
            <a:fillRect/>
          </a:stretch>
        </p:blipFill>
        <p:spPr>
          <a:xfrm>
            <a:off x="0" y="0"/>
            <a:ext cx="12192000" cy="6888480"/>
          </a:xfrm>
          <a:prstGeom prst="rect">
            <a:avLst/>
          </a:prstGeom>
        </p:spPr>
      </p:pic>
    </p:spTree>
    <p:extLst>
      <p:ext uri="{BB962C8B-B14F-4D97-AF65-F5344CB8AC3E}">
        <p14:creationId xmlns:p14="http://schemas.microsoft.com/office/powerpoint/2010/main" val="154884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79DA0-768D-DCB8-A741-0AE722F5ED8A}"/>
              </a:ext>
            </a:extLst>
          </p:cNvPr>
          <p:cNvSpPr txBox="1">
            <a:spLocks/>
          </p:cNvSpPr>
          <p:nvPr/>
        </p:nvSpPr>
        <p:spPr>
          <a:xfrm rot="16200000">
            <a:off x="-2588551" y="3031894"/>
            <a:ext cx="6858003" cy="794215"/>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pPr algn="ctr" defTabSz="685783"/>
            <a:r>
              <a:rPr lang="en-US" sz="4800" dirty="0">
                <a:solidFill>
                  <a:srgbClr val="595959"/>
                </a:solidFill>
                <a:latin typeface="Overpass"/>
              </a:rPr>
              <a:t>NORDIC’S MAXIMS</a:t>
            </a:r>
          </a:p>
        </p:txBody>
      </p:sp>
      <p:pic>
        <p:nvPicPr>
          <p:cNvPr id="5" name="Picture 4">
            <a:extLst>
              <a:ext uri="{FF2B5EF4-FFF2-40B4-BE49-F238E27FC236}">
                <a16:creationId xmlns:a16="http://schemas.microsoft.com/office/drawing/2014/main" id="{BF347EE5-66A2-89F8-B212-2AE0427E8A6E}"/>
              </a:ext>
            </a:extLst>
          </p:cNvPr>
          <p:cNvPicPr>
            <a:picLocks noChangeAspect="1"/>
          </p:cNvPicPr>
          <p:nvPr/>
        </p:nvPicPr>
        <p:blipFill>
          <a:blip r:embed="rId3"/>
          <a:stretch>
            <a:fillRect/>
          </a:stretch>
        </p:blipFill>
        <p:spPr>
          <a:xfrm>
            <a:off x="1420904" y="0"/>
            <a:ext cx="10327752" cy="6858000"/>
          </a:xfrm>
          <a:prstGeom prst="rect">
            <a:avLst/>
          </a:prstGeom>
        </p:spPr>
      </p:pic>
      <p:cxnSp>
        <p:nvCxnSpPr>
          <p:cNvPr id="6" name="Straight Connector 5">
            <a:extLst>
              <a:ext uri="{FF2B5EF4-FFF2-40B4-BE49-F238E27FC236}">
                <a16:creationId xmlns:a16="http://schemas.microsoft.com/office/drawing/2014/main" id="{21D9E439-D81D-B110-19C8-CA36EFE81E58}"/>
              </a:ext>
            </a:extLst>
          </p:cNvPr>
          <p:cNvCxnSpPr>
            <a:cxnSpLocks/>
          </p:cNvCxnSpPr>
          <p:nvPr/>
        </p:nvCxnSpPr>
        <p:spPr>
          <a:xfrm>
            <a:off x="-212435" y="6488547"/>
            <a:ext cx="80356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5170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Nordic's Maxims">
            <a:hlinkClick r:id="" action="ppaction://media"/>
            <a:extLst>
              <a:ext uri="{FF2B5EF4-FFF2-40B4-BE49-F238E27FC236}">
                <a16:creationId xmlns:a16="http://schemas.microsoft.com/office/drawing/2014/main" id="{B0933072-1CCD-1345-14A5-297F4B072581}"/>
              </a:ext>
            </a:extLst>
          </p:cNvPr>
          <p:cNvPicPr>
            <a:picLocks noRot="1" noChangeAspect="1"/>
          </p:cNvPicPr>
          <p:nvPr>
            <a:videoFile r:link="rId1"/>
          </p:nvPr>
        </p:nvPicPr>
        <p:blipFill>
          <a:blip r:embed="rId4"/>
          <a:stretch>
            <a:fillRect/>
          </a:stretch>
        </p:blipFill>
        <p:spPr>
          <a:xfrm>
            <a:off x="0" y="-30480"/>
            <a:ext cx="12192000" cy="6888480"/>
          </a:xfrm>
          <a:prstGeom prst="rect">
            <a:avLst/>
          </a:prstGeom>
        </p:spPr>
      </p:pic>
    </p:spTree>
    <p:extLst>
      <p:ext uri="{BB962C8B-B14F-4D97-AF65-F5344CB8AC3E}">
        <p14:creationId xmlns:p14="http://schemas.microsoft.com/office/powerpoint/2010/main" val="325633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86C7C-7CE7-E7F1-9AA3-F1EE3C4C8462}"/>
            </a:ext>
          </a:extLst>
        </p:cNvPr>
        <p:cNvGrpSpPr/>
        <p:nvPr/>
      </p:nvGrpSpPr>
      <p:grpSpPr>
        <a:xfrm>
          <a:off x="0" y="0"/>
          <a:ext cx="0" cy="0"/>
          <a:chOff x="0" y="0"/>
          <a:chExt cx="0" cy="0"/>
        </a:xfrm>
      </p:grpSpPr>
      <p:pic>
        <p:nvPicPr>
          <p:cNvPr id="27" name="Picture 26" descr="A grey and black logo&#10;&#10;AI-generated content may be incorrect.">
            <a:extLst>
              <a:ext uri="{FF2B5EF4-FFF2-40B4-BE49-F238E27FC236}">
                <a16:creationId xmlns:a16="http://schemas.microsoft.com/office/drawing/2014/main" id="{372F057E-FDC5-A3E0-6504-E4B5C585E0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60" y="238645"/>
            <a:ext cx="2282511" cy="524336"/>
          </a:xfrm>
          <a:prstGeom prst="rect">
            <a:avLst/>
          </a:prstGeom>
        </p:spPr>
      </p:pic>
      <p:sp>
        <p:nvSpPr>
          <p:cNvPr id="28" name="TextBox 27">
            <a:extLst>
              <a:ext uri="{FF2B5EF4-FFF2-40B4-BE49-F238E27FC236}">
                <a16:creationId xmlns:a16="http://schemas.microsoft.com/office/drawing/2014/main" id="{EFECBD1C-BA15-9F90-1B56-064AE05C9B90}"/>
              </a:ext>
            </a:extLst>
          </p:cNvPr>
          <p:cNvSpPr txBox="1"/>
          <p:nvPr/>
        </p:nvSpPr>
        <p:spPr>
          <a:xfrm>
            <a:off x="184812" y="830399"/>
            <a:ext cx="2396605" cy="461665"/>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999999"/>
                </a:solidFill>
                <a:effectLst/>
                <a:uLnTx/>
                <a:uFillTx/>
                <a:latin typeface="Arial" panose="020B0604020202020204" pitchFamily="34" charset="0"/>
                <a:ea typeface="+mn-ea"/>
                <a:cs typeface="Arial" panose="020B0604020202020204" pitchFamily="34" charset="0"/>
              </a:rPr>
              <a:t>Global Footprint</a:t>
            </a:r>
          </a:p>
        </p:txBody>
      </p:sp>
      <p:sp>
        <p:nvSpPr>
          <p:cNvPr id="29" name="TextBox 28">
            <a:extLst>
              <a:ext uri="{FF2B5EF4-FFF2-40B4-BE49-F238E27FC236}">
                <a16:creationId xmlns:a16="http://schemas.microsoft.com/office/drawing/2014/main" id="{DCEAB033-42F7-7317-07D7-B00446613CAD}"/>
              </a:ext>
            </a:extLst>
          </p:cNvPr>
          <p:cNvSpPr txBox="1"/>
          <p:nvPr/>
        </p:nvSpPr>
        <p:spPr>
          <a:xfrm>
            <a:off x="2732725" y="176744"/>
            <a:ext cx="1475883" cy="738664"/>
          </a:xfrm>
          <a:prstGeom prst="rect">
            <a:avLst/>
          </a:prstGeom>
          <a:noFill/>
        </p:spPr>
        <p:txBody>
          <a:bodyPr wrap="square" lIns="121920" tIns="60960" rIns="121920" bIns="60960" rtlCol="0" anchor="t">
            <a:spAutoFit/>
          </a:bodyPr>
          <a:lstStyle/>
          <a:p>
            <a:pPr marL="0" marR="0" lvl="0" indent="0" algn="l" defTabSz="914354"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a:ln>
                  <a:noFill/>
                </a:ln>
                <a:solidFill>
                  <a:srgbClr val="999999"/>
                </a:solidFill>
                <a:effectLst/>
                <a:uLnTx/>
                <a:uFillTx/>
                <a:latin typeface="Overpass Black"/>
                <a:ea typeface="+mn-ea"/>
                <a:cs typeface="+mn-cs"/>
              </a:rPr>
              <a:t>Global Health </a:t>
            </a:r>
          </a:p>
          <a:p>
            <a:pPr marL="0" marR="0" lvl="0" indent="0" algn="l" defTabSz="914354"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a:ln>
                  <a:noFill/>
                </a:ln>
                <a:solidFill>
                  <a:srgbClr val="999999"/>
                </a:solidFill>
                <a:effectLst/>
                <a:uLnTx/>
                <a:uFillTx/>
                <a:latin typeface="Overpass Black"/>
                <a:ea typeface="+mn-ea"/>
                <a:cs typeface="+mn-cs"/>
              </a:rPr>
              <a:t>and Technology Consulting</a:t>
            </a:r>
          </a:p>
        </p:txBody>
      </p:sp>
      <p:cxnSp>
        <p:nvCxnSpPr>
          <p:cNvPr id="30" name="Straight Connector 29">
            <a:extLst>
              <a:ext uri="{FF2B5EF4-FFF2-40B4-BE49-F238E27FC236}">
                <a16:creationId xmlns:a16="http://schemas.microsoft.com/office/drawing/2014/main" id="{B7C922EE-C62E-9DBE-CC7A-4A5951427738}"/>
              </a:ext>
            </a:extLst>
          </p:cNvPr>
          <p:cNvCxnSpPr/>
          <p:nvPr/>
        </p:nvCxnSpPr>
        <p:spPr>
          <a:xfrm>
            <a:off x="2675679" y="238645"/>
            <a:ext cx="0" cy="560468"/>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FFC05F77-B8CF-AFC0-F441-BF1B173B635E}"/>
              </a:ext>
            </a:extLst>
          </p:cNvPr>
          <p:cNvGrpSpPr/>
          <p:nvPr/>
        </p:nvGrpSpPr>
        <p:grpSpPr>
          <a:xfrm>
            <a:off x="930855" y="1479476"/>
            <a:ext cx="10750926" cy="5051579"/>
            <a:chOff x="927936" y="1273020"/>
            <a:chExt cx="10750926" cy="5051579"/>
          </a:xfrm>
        </p:grpSpPr>
        <p:grpSp>
          <p:nvGrpSpPr>
            <p:cNvPr id="44" name="Group 43">
              <a:extLst>
                <a:ext uri="{FF2B5EF4-FFF2-40B4-BE49-F238E27FC236}">
                  <a16:creationId xmlns:a16="http://schemas.microsoft.com/office/drawing/2014/main" id="{F6E8AB9C-7D06-289B-2ED6-4DBBC21CF0AE}"/>
                </a:ext>
              </a:extLst>
            </p:cNvPr>
            <p:cNvGrpSpPr/>
            <p:nvPr/>
          </p:nvGrpSpPr>
          <p:grpSpPr>
            <a:xfrm>
              <a:off x="927936" y="1273020"/>
              <a:ext cx="10750926" cy="5051579"/>
              <a:chOff x="927936" y="1273020"/>
              <a:chExt cx="10750926" cy="5051579"/>
            </a:xfrm>
          </p:grpSpPr>
          <p:grpSp>
            <p:nvGrpSpPr>
              <p:cNvPr id="43" name="Group 42">
                <a:extLst>
                  <a:ext uri="{FF2B5EF4-FFF2-40B4-BE49-F238E27FC236}">
                    <a16:creationId xmlns:a16="http://schemas.microsoft.com/office/drawing/2014/main" id="{206D7D95-11E4-9360-F346-F22C71590FCC}"/>
                  </a:ext>
                </a:extLst>
              </p:cNvPr>
              <p:cNvGrpSpPr/>
              <p:nvPr/>
            </p:nvGrpSpPr>
            <p:grpSpPr>
              <a:xfrm>
                <a:off x="927936" y="1273020"/>
                <a:ext cx="10750926" cy="5051579"/>
                <a:chOff x="870786" y="1281991"/>
                <a:chExt cx="10875955" cy="5110328"/>
              </a:xfrm>
            </p:grpSpPr>
            <p:pic>
              <p:nvPicPr>
                <p:cNvPr id="2" name="Picture 1" descr="A map of the world&#10;&#10;Description automatically generated">
                  <a:extLst>
                    <a:ext uri="{FF2B5EF4-FFF2-40B4-BE49-F238E27FC236}">
                      <a16:creationId xmlns:a16="http://schemas.microsoft.com/office/drawing/2014/main" id="{2CCC4C5F-1AD9-35D9-3CFA-D56EFA2008CF}"/>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1231263" y="1511240"/>
                  <a:ext cx="10089952" cy="4881079"/>
                </a:xfrm>
                <a:prstGeom prst="rect">
                  <a:avLst/>
                </a:prstGeom>
              </p:spPr>
            </p:pic>
            <p:grpSp>
              <p:nvGrpSpPr>
                <p:cNvPr id="24" name="Group 23">
                  <a:extLst>
                    <a:ext uri="{FF2B5EF4-FFF2-40B4-BE49-F238E27FC236}">
                      <a16:creationId xmlns:a16="http://schemas.microsoft.com/office/drawing/2014/main" id="{03F963FB-D4D2-F15E-0D3D-4926752B2118}"/>
                    </a:ext>
                  </a:extLst>
                </p:cNvPr>
                <p:cNvGrpSpPr/>
                <p:nvPr/>
              </p:nvGrpSpPr>
              <p:grpSpPr>
                <a:xfrm>
                  <a:off x="870786" y="1281991"/>
                  <a:ext cx="10875955" cy="3289291"/>
                  <a:chOff x="2148025" y="1288891"/>
                  <a:chExt cx="6133778" cy="1855079"/>
                </a:xfrm>
              </p:grpSpPr>
              <p:sp>
                <p:nvSpPr>
                  <p:cNvPr id="3" name="Flowchart: Connector 2">
                    <a:extLst>
                      <a:ext uri="{FF2B5EF4-FFF2-40B4-BE49-F238E27FC236}">
                        <a16:creationId xmlns:a16="http://schemas.microsoft.com/office/drawing/2014/main" id="{171A96BA-14D6-3A79-6872-3A53EF252EB5}"/>
                      </a:ext>
                    </a:extLst>
                  </p:cNvPr>
                  <p:cNvSpPr/>
                  <p:nvPr/>
                </p:nvSpPr>
                <p:spPr>
                  <a:xfrm>
                    <a:off x="3008551" y="2409134"/>
                    <a:ext cx="110837" cy="110837"/>
                  </a:xfrm>
                  <a:prstGeom prst="flowChartConnector">
                    <a:avLst/>
                  </a:prstGeom>
                  <a:solidFill>
                    <a:schemeClr val="tx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4" name="Flowchart: Connector 3">
                    <a:extLst>
                      <a:ext uri="{FF2B5EF4-FFF2-40B4-BE49-F238E27FC236}">
                        <a16:creationId xmlns:a16="http://schemas.microsoft.com/office/drawing/2014/main" id="{36DA5333-922A-C7C8-9375-D4FA8C36318C}"/>
                      </a:ext>
                    </a:extLst>
                  </p:cNvPr>
                  <p:cNvSpPr/>
                  <p:nvPr/>
                </p:nvSpPr>
                <p:spPr>
                  <a:xfrm>
                    <a:off x="3199197" y="2132053"/>
                    <a:ext cx="110837" cy="110837"/>
                  </a:xfrm>
                  <a:prstGeom prst="flowChartConnector">
                    <a:avLst/>
                  </a:prstGeom>
                  <a:solidFill>
                    <a:schemeClr val="tx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5" name="Flowchart: Connector 4">
                    <a:extLst>
                      <a:ext uri="{FF2B5EF4-FFF2-40B4-BE49-F238E27FC236}">
                        <a16:creationId xmlns:a16="http://schemas.microsoft.com/office/drawing/2014/main" id="{B5F12D2C-EEFF-2BF8-2F44-84711087C325}"/>
                      </a:ext>
                    </a:extLst>
                  </p:cNvPr>
                  <p:cNvSpPr/>
                  <p:nvPr/>
                </p:nvSpPr>
                <p:spPr>
                  <a:xfrm>
                    <a:off x="3577710" y="2001867"/>
                    <a:ext cx="110837" cy="110837"/>
                  </a:xfrm>
                  <a:prstGeom prst="flowChartConnector">
                    <a:avLst/>
                  </a:prstGeom>
                  <a:solidFill>
                    <a:schemeClr val="bg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6" name="TextBox 5">
                    <a:extLst>
                      <a:ext uri="{FF2B5EF4-FFF2-40B4-BE49-F238E27FC236}">
                        <a16:creationId xmlns:a16="http://schemas.microsoft.com/office/drawing/2014/main" id="{7B70203D-D75C-C526-9A8F-DFC123599E68}"/>
                      </a:ext>
                    </a:extLst>
                  </p:cNvPr>
                  <p:cNvSpPr txBox="1"/>
                  <p:nvPr/>
                </p:nvSpPr>
                <p:spPr>
                  <a:xfrm>
                    <a:off x="2227857" y="2769018"/>
                    <a:ext cx="969822" cy="105452"/>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78BE20"/>
                        </a:solidFill>
                        <a:effectLst/>
                        <a:uLnTx/>
                        <a:uFillTx/>
                        <a:latin typeface="Arial" panose="020B0604020202020204" pitchFamily="34" charset="0"/>
                        <a:ea typeface="+mn-ea"/>
                        <a:cs typeface="Arial" panose="020B0604020202020204" pitchFamily="34" charset="0"/>
                      </a:rPr>
                      <a:t>Texas</a:t>
                    </a:r>
                  </a:p>
                </p:txBody>
              </p:sp>
              <p:sp>
                <p:nvSpPr>
                  <p:cNvPr id="7" name="TextBox 6">
                    <a:extLst>
                      <a:ext uri="{FF2B5EF4-FFF2-40B4-BE49-F238E27FC236}">
                        <a16:creationId xmlns:a16="http://schemas.microsoft.com/office/drawing/2014/main" id="{9EDDE4EF-0818-6227-C9A0-6B62E7F7E2C3}"/>
                      </a:ext>
                    </a:extLst>
                  </p:cNvPr>
                  <p:cNvSpPr txBox="1"/>
                  <p:nvPr/>
                </p:nvSpPr>
                <p:spPr>
                  <a:xfrm>
                    <a:off x="2148025" y="1377260"/>
                    <a:ext cx="1171835" cy="105452"/>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78BE20"/>
                        </a:solidFill>
                        <a:effectLst/>
                        <a:uLnTx/>
                        <a:uFillTx/>
                        <a:latin typeface="Arial" panose="020B0604020202020204" pitchFamily="34" charset="0"/>
                        <a:ea typeface="+mn-ea"/>
                        <a:cs typeface="Arial" panose="020B0604020202020204" pitchFamily="34" charset="0"/>
                      </a:rPr>
                      <a:t>Wisconsin</a:t>
                    </a:r>
                  </a:p>
                </p:txBody>
              </p:sp>
              <p:sp>
                <p:nvSpPr>
                  <p:cNvPr id="8" name="TextBox 7">
                    <a:extLst>
                      <a:ext uri="{FF2B5EF4-FFF2-40B4-BE49-F238E27FC236}">
                        <a16:creationId xmlns:a16="http://schemas.microsoft.com/office/drawing/2014/main" id="{D3899976-6883-9DC7-8B5F-793799B85148}"/>
                      </a:ext>
                    </a:extLst>
                  </p:cNvPr>
                  <p:cNvSpPr txBox="1"/>
                  <p:nvPr/>
                </p:nvSpPr>
                <p:spPr>
                  <a:xfrm>
                    <a:off x="3599362" y="2268726"/>
                    <a:ext cx="867872" cy="233543"/>
                  </a:xfrm>
                  <a:prstGeom prst="rect">
                    <a:avLst/>
                  </a:prstGeom>
                  <a:noFill/>
                </p:spPr>
                <p:txBody>
                  <a:bodyPr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15470"/>
                        </a:solidFill>
                        <a:effectLst/>
                        <a:uLnTx/>
                        <a:uFillTx/>
                        <a:latin typeface="Arial" panose="020B0604020202020204" pitchFamily="34" charset="0"/>
                        <a:ea typeface="+mn-ea"/>
                        <a:cs typeface="Arial" panose="020B0604020202020204" pitchFamily="34" charset="0"/>
                      </a:rPr>
                      <a:t>Toronto</a:t>
                    </a:r>
                  </a:p>
                </p:txBody>
              </p:sp>
              <p:sp>
                <p:nvSpPr>
                  <p:cNvPr id="9" name="TextBox 8">
                    <a:extLst>
                      <a:ext uri="{FF2B5EF4-FFF2-40B4-BE49-F238E27FC236}">
                        <a16:creationId xmlns:a16="http://schemas.microsoft.com/office/drawing/2014/main" id="{EE69E937-4816-D13B-4DD6-2234020D8F5A}"/>
                      </a:ext>
                    </a:extLst>
                  </p:cNvPr>
                  <p:cNvSpPr txBox="1"/>
                  <p:nvPr/>
                </p:nvSpPr>
                <p:spPr>
                  <a:xfrm>
                    <a:off x="3620678" y="1288891"/>
                    <a:ext cx="1412402" cy="105452"/>
                  </a:xfrm>
                  <a:prstGeom prst="rect">
                    <a:avLst/>
                  </a:prstGeom>
                  <a:noFill/>
                </p:spPr>
                <p:txBody>
                  <a:bodyPr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15470"/>
                        </a:solidFill>
                        <a:effectLst/>
                        <a:uLnTx/>
                        <a:uFillTx/>
                        <a:latin typeface="Arial" panose="020B0604020202020204" pitchFamily="34" charset="0"/>
                        <a:ea typeface="+mn-ea"/>
                        <a:cs typeface="Arial" panose="020B0604020202020204" pitchFamily="34" charset="0"/>
                      </a:rPr>
                      <a:t>Montreal</a:t>
                    </a:r>
                  </a:p>
                </p:txBody>
              </p:sp>
              <p:sp>
                <p:nvSpPr>
                  <p:cNvPr id="10" name="Flowchart: Connector 9">
                    <a:extLst>
                      <a:ext uri="{FF2B5EF4-FFF2-40B4-BE49-F238E27FC236}">
                        <a16:creationId xmlns:a16="http://schemas.microsoft.com/office/drawing/2014/main" id="{AF4EEF8A-E0E6-0412-B8B5-8D8E8A0BD38F}"/>
                      </a:ext>
                    </a:extLst>
                  </p:cNvPr>
                  <p:cNvSpPr/>
                  <p:nvPr/>
                </p:nvSpPr>
                <p:spPr>
                  <a:xfrm>
                    <a:off x="4689627" y="1889994"/>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11" name="TextBox 10">
                    <a:extLst>
                      <a:ext uri="{FF2B5EF4-FFF2-40B4-BE49-F238E27FC236}">
                        <a16:creationId xmlns:a16="http://schemas.microsoft.com/office/drawing/2014/main" id="{222F76E3-97D7-CB99-661D-79235CAA20EF}"/>
                      </a:ext>
                    </a:extLst>
                  </p:cNvPr>
                  <p:cNvSpPr txBox="1"/>
                  <p:nvPr/>
                </p:nvSpPr>
                <p:spPr>
                  <a:xfrm>
                    <a:off x="3382510" y="2070741"/>
                    <a:ext cx="1412402" cy="105452"/>
                  </a:xfrm>
                  <a:prstGeom prst="rect">
                    <a:avLst/>
                  </a:prstGeom>
                  <a:noFill/>
                </p:spPr>
                <p:txBody>
                  <a:bodyPr wrap="square" lIns="0" tIns="0" rIns="0" bIns="0" rtlCol="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Ireland</a:t>
                    </a:r>
                  </a:p>
                </p:txBody>
              </p:sp>
              <p:sp>
                <p:nvSpPr>
                  <p:cNvPr id="12" name="Flowchart: Connector 11">
                    <a:extLst>
                      <a:ext uri="{FF2B5EF4-FFF2-40B4-BE49-F238E27FC236}">
                        <a16:creationId xmlns:a16="http://schemas.microsoft.com/office/drawing/2014/main" id="{81037141-9C1D-2DF1-CAC1-108764CB177A}"/>
                      </a:ext>
                    </a:extLst>
                  </p:cNvPr>
                  <p:cNvSpPr/>
                  <p:nvPr/>
                </p:nvSpPr>
                <p:spPr>
                  <a:xfrm>
                    <a:off x="4946195" y="1920783"/>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13" name="TextBox 12">
                    <a:extLst>
                      <a:ext uri="{FF2B5EF4-FFF2-40B4-BE49-F238E27FC236}">
                        <a16:creationId xmlns:a16="http://schemas.microsoft.com/office/drawing/2014/main" id="{A9FBCCDF-A079-4D31-2EF1-55C6496B702E}"/>
                      </a:ext>
                    </a:extLst>
                  </p:cNvPr>
                  <p:cNvSpPr txBox="1"/>
                  <p:nvPr/>
                </p:nvSpPr>
                <p:spPr>
                  <a:xfrm>
                    <a:off x="4970823" y="1398162"/>
                    <a:ext cx="1412402" cy="105452"/>
                  </a:xfrm>
                  <a:prstGeom prst="rect">
                    <a:avLst/>
                  </a:prstGeom>
                  <a:noFill/>
                </p:spPr>
                <p:txBody>
                  <a:bodyPr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Netherlands</a:t>
                    </a:r>
                  </a:p>
                </p:txBody>
              </p:sp>
              <p:sp>
                <p:nvSpPr>
                  <p:cNvPr id="14" name="Flowchart: Connector 13">
                    <a:extLst>
                      <a:ext uri="{FF2B5EF4-FFF2-40B4-BE49-F238E27FC236}">
                        <a16:creationId xmlns:a16="http://schemas.microsoft.com/office/drawing/2014/main" id="{23E86573-B6C5-2DE0-E2BE-4127B8A2E9B2}"/>
                      </a:ext>
                    </a:extLst>
                  </p:cNvPr>
                  <p:cNvSpPr/>
                  <p:nvPr/>
                </p:nvSpPr>
                <p:spPr>
                  <a:xfrm>
                    <a:off x="4812779" y="1920783"/>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15" name="TextBox 14">
                    <a:extLst>
                      <a:ext uri="{FF2B5EF4-FFF2-40B4-BE49-F238E27FC236}">
                        <a16:creationId xmlns:a16="http://schemas.microsoft.com/office/drawing/2014/main" id="{AFFFCF34-421A-947B-1FCA-0EE399B25390}"/>
                      </a:ext>
                    </a:extLst>
                  </p:cNvPr>
                  <p:cNvSpPr txBox="1"/>
                  <p:nvPr/>
                </p:nvSpPr>
                <p:spPr>
                  <a:xfrm>
                    <a:off x="3485656" y="3038518"/>
                    <a:ext cx="1412402" cy="105452"/>
                  </a:xfrm>
                  <a:prstGeom prst="rect">
                    <a:avLst/>
                  </a:prstGeom>
                  <a:noFill/>
                </p:spPr>
                <p:txBody>
                  <a:bodyPr wrap="square" lIns="0" tIns="0" rIns="0" bIns="0" rtlCol="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UK</a:t>
                    </a:r>
                  </a:p>
                </p:txBody>
              </p:sp>
              <p:sp>
                <p:nvSpPr>
                  <p:cNvPr id="16" name="Flowchart: Connector 15">
                    <a:extLst>
                      <a:ext uri="{FF2B5EF4-FFF2-40B4-BE49-F238E27FC236}">
                        <a16:creationId xmlns:a16="http://schemas.microsoft.com/office/drawing/2014/main" id="{34FBFF67-2A00-0273-8B09-207E9BCD11B3}"/>
                      </a:ext>
                    </a:extLst>
                  </p:cNvPr>
                  <p:cNvSpPr/>
                  <p:nvPr/>
                </p:nvSpPr>
                <p:spPr>
                  <a:xfrm>
                    <a:off x="7127066" y="2747281"/>
                    <a:ext cx="110837" cy="110837"/>
                  </a:xfrm>
                  <a:prstGeom prst="flowChartConnector">
                    <a:avLst/>
                  </a:prstGeom>
                  <a:solidFill>
                    <a:schemeClr val="accent5">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17" name="TextBox 16">
                    <a:extLst>
                      <a:ext uri="{FF2B5EF4-FFF2-40B4-BE49-F238E27FC236}">
                        <a16:creationId xmlns:a16="http://schemas.microsoft.com/office/drawing/2014/main" id="{F6DC1271-9753-0F74-015E-601E96BEA59F}"/>
                      </a:ext>
                    </a:extLst>
                  </p:cNvPr>
                  <p:cNvSpPr txBox="1"/>
                  <p:nvPr/>
                </p:nvSpPr>
                <p:spPr>
                  <a:xfrm>
                    <a:off x="7297808" y="2521793"/>
                    <a:ext cx="983995" cy="110837"/>
                  </a:xfrm>
                  <a:prstGeom prst="rect">
                    <a:avLst/>
                  </a:prstGeom>
                  <a:noFill/>
                </p:spPr>
                <p:txBody>
                  <a:bodyPr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1CD00"/>
                        </a:solidFill>
                        <a:effectLst/>
                        <a:uLnTx/>
                        <a:uFillTx/>
                        <a:latin typeface="Arial" panose="020B0604020202020204" pitchFamily="34" charset="0"/>
                        <a:ea typeface="+mn-ea"/>
                        <a:cs typeface="Arial" panose="020B0604020202020204" pitchFamily="34" charset="0"/>
                      </a:rPr>
                      <a:t>Philippines</a:t>
                    </a:r>
                  </a:p>
                </p:txBody>
              </p:sp>
              <p:cxnSp>
                <p:nvCxnSpPr>
                  <p:cNvPr id="18" name="Straight Connector 17">
                    <a:extLst>
                      <a:ext uri="{FF2B5EF4-FFF2-40B4-BE49-F238E27FC236}">
                        <a16:creationId xmlns:a16="http://schemas.microsoft.com/office/drawing/2014/main" id="{5057E93A-B1DF-06FA-A5A6-02F8DA403919}"/>
                      </a:ext>
                    </a:extLst>
                  </p:cNvPr>
                  <p:cNvCxnSpPr>
                    <a:cxnSpLocks/>
                  </p:cNvCxnSpPr>
                  <p:nvPr/>
                </p:nvCxnSpPr>
                <p:spPr>
                  <a:xfrm>
                    <a:off x="3633128" y="2103257"/>
                    <a:ext cx="0" cy="145873"/>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C172819-F5FC-386F-A150-74314BA3C9D0}"/>
                      </a:ext>
                    </a:extLst>
                  </p:cNvPr>
                  <p:cNvCxnSpPr>
                    <a:cxnSpLocks/>
                  </p:cNvCxnSpPr>
                  <p:nvPr/>
                </p:nvCxnSpPr>
                <p:spPr>
                  <a:xfrm>
                    <a:off x="4868197" y="2022066"/>
                    <a:ext cx="0" cy="98906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167C25-2DE1-D1CB-1B2B-2189606DE3FF}"/>
                      </a:ext>
                    </a:extLst>
                  </p:cNvPr>
                  <p:cNvCxnSpPr>
                    <a:cxnSpLocks/>
                  </p:cNvCxnSpPr>
                  <p:nvPr/>
                </p:nvCxnSpPr>
                <p:spPr>
                  <a:xfrm>
                    <a:off x="5001613" y="1529458"/>
                    <a:ext cx="0" cy="3980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DA7070C-6F9A-0050-BDFE-A845C9D1E5AB}"/>
                      </a:ext>
                    </a:extLst>
                  </p:cNvPr>
                  <p:cNvCxnSpPr>
                    <a:cxnSpLocks/>
                  </p:cNvCxnSpPr>
                  <p:nvPr/>
                </p:nvCxnSpPr>
                <p:spPr>
                  <a:xfrm>
                    <a:off x="3254616" y="1490973"/>
                    <a:ext cx="0" cy="64108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0A59281-9AAC-BDDC-97C8-0DCBA6A7A207}"/>
                      </a:ext>
                    </a:extLst>
                  </p:cNvPr>
                  <p:cNvCxnSpPr>
                    <a:cxnSpLocks/>
                  </p:cNvCxnSpPr>
                  <p:nvPr/>
                </p:nvCxnSpPr>
                <p:spPr>
                  <a:xfrm>
                    <a:off x="3063969" y="2505091"/>
                    <a:ext cx="0" cy="29822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535C82A-AE4E-28E5-7372-BD1F52B6F51E}"/>
                      </a:ext>
                    </a:extLst>
                  </p:cNvPr>
                  <p:cNvCxnSpPr>
                    <a:cxnSpLocks/>
                  </p:cNvCxnSpPr>
                  <p:nvPr/>
                </p:nvCxnSpPr>
                <p:spPr>
                  <a:xfrm>
                    <a:off x="7194366" y="2502269"/>
                    <a:ext cx="1194" cy="28004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grpSp>
          <p:cxnSp>
            <p:nvCxnSpPr>
              <p:cNvPr id="31" name="Straight Connector 30">
                <a:extLst>
                  <a:ext uri="{FF2B5EF4-FFF2-40B4-BE49-F238E27FC236}">
                    <a16:creationId xmlns:a16="http://schemas.microsoft.com/office/drawing/2014/main" id="{315AA706-449B-C599-68A0-70A0400AEE26}"/>
                  </a:ext>
                </a:extLst>
              </p:cNvPr>
              <p:cNvCxnSpPr>
                <a:cxnSpLocks/>
              </p:cNvCxnSpPr>
              <p:nvPr/>
            </p:nvCxnSpPr>
            <p:spPr>
              <a:xfrm>
                <a:off x="3838963" y="1499635"/>
                <a:ext cx="0" cy="753501"/>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091FE18-6FBA-82CD-0FF6-61412498F46A}"/>
                  </a:ext>
                </a:extLst>
              </p:cNvPr>
              <p:cNvCxnSpPr>
                <a:cxnSpLocks/>
              </p:cNvCxnSpPr>
              <p:nvPr/>
            </p:nvCxnSpPr>
            <p:spPr>
              <a:xfrm>
                <a:off x="5475628" y="2520866"/>
                <a:ext cx="0" cy="14744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1" name="Flowchart: Connector 40">
              <a:extLst>
                <a:ext uri="{FF2B5EF4-FFF2-40B4-BE49-F238E27FC236}">
                  <a16:creationId xmlns:a16="http://schemas.microsoft.com/office/drawing/2014/main" id="{DBB7DF59-D1EE-474C-0A2F-B1834A4ACC44}"/>
                </a:ext>
              </a:extLst>
            </p:cNvPr>
            <p:cNvSpPr/>
            <p:nvPr/>
          </p:nvSpPr>
          <p:spPr>
            <a:xfrm>
              <a:off x="3751365" y="2253136"/>
              <a:ext cx="196528" cy="196528"/>
            </a:xfrm>
            <a:prstGeom prst="flowChartConnector">
              <a:avLst/>
            </a:prstGeom>
            <a:solidFill>
              <a:schemeClr val="bg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grpSp>
    </p:spTree>
    <p:extLst>
      <p:ext uri="{BB962C8B-B14F-4D97-AF65-F5344CB8AC3E}">
        <p14:creationId xmlns:p14="http://schemas.microsoft.com/office/powerpoint/2010/main" val="748772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24D86EBE-1319-7603-721E-F72379E9772A}"/>
              </a:ext>
            </a:extLst>
          </p:cNvPr>
          <p:cNvPicPr>
            <a:picLocks noChangeAspect="1"/>
          </p:cNvPicPr>
          <p:nvPr/>
        </p:nvPicPr>
        <p:blipFill>
          <a:blip r:embed="rId3">
            <a:extLst>
              <a:ext uri="{28A0092B-C50C-407E-A947-70E740481C1C}">
                <a14:useLocalDpi xmlns:a14="http://schemas.microsoft.com/office/drawing/2010/main" val="0"/>
              </a:ext>
            </a:extLst>
          </a:blip>
          <a:srcRect r="3544" b="19628"/>
          <a:stretch>
            <a:fillRect/>
          </a:stretch>
        </p:blipFill>
        <p:spPr>
          <a:xfrm>
            <a:off x="6019112" y="0"/>
            <a:ext cx="6172888" cy="6858000"/>
          </a:xfrm>
          <a:prstGeom prst="rect">
            <a:avLst/>
          </a:prstGeom>
        </p:spPr>
      </p:pic>
      <p:sp>
        <p:nvSpPr>
          <p:cNvPr id="5" name="Title 1">
            <a:extLst>
              <a:ext uri="{FF2B5EF4-FFF2-40B4-BE49-F238E27FC236}">
                <a16:creationId xmlns:a16="http://schemas.microsoft.com/office/drawing/2014/main" id="{A23B4553-6043-BAAB-4730-00634EF27584}"/>
              </a:ext>
            </a:extLst>
          </p:cNvPr>
          <p:cNvSpPr txBox="1">
            <a:spLocks/>
          </p:cNvSpPr>
          <p:nvPr/>
        </p:nvSpPr>
        <p:spPr>
          <a:xfrm>
            <a:off x="207762" y="401964"/>
            <a:ext cx="6172888" cy="473075"/>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r>
              <a:rPr lang="en-US" sz="2800">
                <a:solidFill>
                  <a:schemeClr val="tx1"/>
                </a:solidFill>
                <a:latin typeface="Arial" panose="020B0604020202020204" pitchFamily="34" charset="0"/>
                <a:cs typeface="Arial" panose="020B0604020202020204" pitchFamily="34" charset="0"/>
              </a:rPr>
              <a:t>Nordic’s Culture &amp; Engagement</a:t>
            </a:r>
          </a:p>
        </p:txBody>
      </p:sp>
      <p:sp>
        <p:nvSpPr>
          <p:cNvPr id="6" name="Text Placeholder 2">
            <a:extLst>
              <a:ext uri="{FF2B5EF4-FFF2-40B4-BE49-F238E27FC236}">
                <a16:creationId xmlns:a16="http://schemas.microsoft.com/office/drawing/2014/main" id="{2EB3EE09-2875-89C5-F97F-5C9F3B1F5014}"/>
              </a:ext>
            </a:extLst>
          </p:cNvPr>
          <p:cNvSpPr txBox="1">
            <a:spLocks/>
          </p:cNvSpPr>
          <p:nvPr/>
        </p:nvSpPr>
        <p:spPr>
          <a:xfrm>
            <a:off x="395418" y="1188423"/>
            <a:ext cx="5420591" cy="5165489"/>
          </a:xfrm>
          <a:prstGeom prst="rect">
            <a:avLst/>
          </a:prstGeom>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endPar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a:p>
            <a:pPr marL="274320" marR="0" lvl="0" indent="-274320" algn="l" defTabSz="914377" rtl="0" eaLnBrk="1" fontAlgn="auto" latinLnBrk="0" hangingPunct="1">
              <a:lnSpc>
                <a:spcPct val="100000"/>
              </a:lnSpc>
              <a:spcBef>
                <a:spcPts val="0"/>
              </a:spcBef>
              <a:spcAft>
                <a:spcPts val="0"/>
              </a:spcAft>
              <a:buClr>
                <a:srgbClr val="315470"/>
              </a:buClr>
              <a:buSzTx/>
              <a:buFont typeface="Source Sans Pro" panose="020B0503030403020204" pitchFamily="34" charset="0"/>
              <a:buChar char="→"/>
              <a:tabLst/>
              <a:defRPr/>
            </a:pPr>
            <a:r>
              <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rPr>
              <a:t>Employee Resource Groups (ERGs)</a:t>
            </a:r>
          </a:p>
          <a:p>
            <a:pPr marL="274320" marR="0" lvl="0" indent="-274320" algn="l" defTabSz="914377" rtl="0" eaLnBrk="1" fontAlgn="auto" latinLnBrk="0" hangingPunct="1">
              <a:lnSpc>
                <a:spcPct val="100000"/>
              </a:lnSpc>
              <a:spcBef>
                <a:spcPts val="0"/>
              </a:spcBef>
              <a:spcAft>
                <a:spcPts val="0"/>
              </a:spcAft>
              <a:buClr>
                <a:srgbClr val="315470"/>
              </a:buClr>
              <a:buSzTx/>
              <a:buFont typeface="Source Sans Pro" panose="020B0503030403020204" pitchFamily="34" charset="0"/>
              <a:buChar char="→"/>
              <a:tabLst/>
              <a:defRPr/>
            </a:pPr>
            <a:endPar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a:p>
            <a:pPr marL="274320" marR="0" lvl="0" indent="-274320" algn="l" defTabSz="914377" rtl="0" eaLnBrk="1" fontAlgn="auto" latinLnBrk="0" hangingPunct="1">
              <a:lnSpc>
                <a:spcPct val="100000"/>
              </a:lnSpc>
              <a:spcBef>
                <a:spcPts val="0"/>
              </a:spcBef>
              <a:spcAft>
                <a:spcPts val="0"/>
              </a:spcAft>
              <a:buClr>
                <a:srgbClr val="315470"/>
              </a:buClr>
              <a:buSzTx/>
              <a:buFont typeface="Source Sans Pro" panose="020B0503030403020204" pitchFamily="34" charset="0"/>
              <a:buChar char="→"/>
              <a:tabLst/>
              <a:defRPr/>
            </a:pPr>
            <a:r>
              <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rPr>
              <a:t>Community Matters Events</a:t>
            </a:r>
            <a:br>
              <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rPr>
            </a:br>
            <a:r>
              <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rPr>
              <a:t> </a:t>
            </a:r>
          </a:p>
          <a:p>
            <a:pPr marL="274320" marR="0" lvl="0" indent="-274320" algn="l" defTabSz="914377" rtl="0" eaLnBrk="1" fontAlgn="auto" latinLnBrk="0" hangingPunct="1">
              <a:lnSpc>
                <a:spcPct val="100000"/>
              </a:lnSpc>
              <a:spcBef>
                <a:spcPts val="0"/>
              </a:spcBef>
              <a:spcAft>
                <a:spcPts val="0"/>
              </a:spcAft>
              <a:buClr>
                <a:srgbClr val="315470"/>
              </a:buClr>
              <a:buSzTx/>
              <a:buFont typeface="Source Sans Pro" panose="020B0503030403020204" pitchFamily="34" charset="0"/>
              <a:buChar char="→"/>
              <a:tabLst/>
              <a:defRPr/>
            </a:pPr>
            <a:r>
              <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rPr>
              <a:t>Equitable Recruiting Practices</a:t>
            </a:r>
          </a:p>
          <a:p>
            <a:pPr marL="274320" marR="0" lvl="0" indent="-274320" algn="l" defTabSz="914377" rtl="0" eaLnBrk="1" fontAlgn="auto" latinLnBrk="0" hangingPunct="1">
              <a:lnSpc>
                <a:spcPct val="100000"/>
              </a:lnSpc>
              <a:spcBef>
                <a:spcPts val="0"/>
              </a:spcBef>
              <a:spcAft>
                <a:spcPts val="0"/>
              </a:spcAft>
              <a:buClr>
                <a:srgbClr val="315470"/>
              </a:buClr>
              <a:buSzTx/>
              <a:buFont typeface="Source Sans Pro" panose="020B0503030403020204" pitchFamily="34" charset="0"/>
              <a:buChar char="→"/>
              <a:tabLst/>
              <a:defRPr/>
            </a:pPr>
            <a:endPar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a:p>
            <a:pPr marL="274320" marR="0" lvl="0" indent="-274320" algn="l" defTabSz="914377" rtl="0" eaLnBrk="1" fontAlgn="auto" latinLnBrk="0" hangingPunct="1">
              <a:lnSpc>
                <a:spcPct val="100000"/>
              </a:lnSpc>
              <a:spcBef>
                <a:spcPts val="0"/>
              </a:spcBef>
              <a:spcAft>
                <a:spcPts val="0"/>
              </a:spcAft>
              <a:buClr>
                <a:srgbClr val="315470"/>
              </a:buClr>
              <a:buSzTx/>
              <a:buFont typeface="Source Sans Pro" panose="020B0503030403020204" pitchFamily="34" charset="0"/>
              <a:buChar char="→"/>
              <a:tabLst/>
              <a:defRPr/>
            </a:pPr>
            <a:r>
              <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rPr>
              <a:t>Anti-Bias Training</a:t>
            </a:r>
          </a:p>
          <a:p>
            <a:pPr marL="274320" marR="0" lvl="0" indent="-274320" algn="l" defTabSz="914377" rtl="0" eaLnBrk="1" fontAlgn="auto" latinLnBrk="0" hangingPunct="1">
              <a:lnSpc>
                <a:spcPct val="100000"/>
              </a:lnSpc>
              <a:spcBef>
                <a:spcPts val="0"/>
              </a:spcBef>
              <a:spcAft>
                <a:spcPts val="0"/>
              </a:spcAft>
              <a:buClr>
                <a:srgbClr val="315470"/>
              </a:buClr>
              <a:buSzTx/>
              <a:buFont typeface="Source Sans Pro" panose="020B0503030403020204" pitchFamily="34" charset="0"/>
              <a:buChar char="→"/>
              <a:tabLst/>
              <a:defRPr/>
            </a:pPr>
            <a:endPar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a:p>
            <a:pPr marL="274320" marR="0" lvl="0" indent="-274320" algn="l" defTabSz="914377" rtl="0" eaLnBrk="1" fontAlgn="auto" latinLnBrk="0" hangingPunct="1">
              <a:lnSpc>
                <a:spcPct val="100000"/>
              </a:lnSpc>
              <a:spcBef>
                <a:spcPts val="0"/>
              </a:spcBef>
              <a:spcAft>
                <a:spcPts val="0"/>
              </a:spcAft>
              <a:buClr>
                <a:srgbClr val="315470"/>
              </a:buClr>
              <a:buSzTx/>
              <a:buFont typeface="Source Sans Pro" panose="020B0503030403020204" pitchFamily="34" charset="0"/>
              <a:buChar char="→"/>
              <a:tabLst/>
              <a:defRPr/>
            </a:pPr>
            <a:r>
              <a:rPr lang="en-US" sz="2400">
                <a:solidFill>
                  <a:srgbClr val="595959"/>
                </a:solidFill>
                <a:latin typeface="Arial" panose="020B0604020202020204" pitchFamily="34" charset="0"/>
              </a:rPr>
              <a:t>Culture &amp; Engagement Surveys</a:t>
            </a:r>
            <a:endPar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p:txBody>
      </p:sp>
      <p:cxnSp>
        <p:nvCxnSpPr>
          <p:cNvPr id="8" name="Straight Connector 7">
            <a:extLst>
              <a:ext uri="{FF2B5EF4-FFF2-40B4-BE49-F238E27FC236}">
                <a16:creationId xmlns:a16="http://schemas.microsoft.com/office/drawing/2014/main" id="{1D9ADDC5-DFCD-1A6B-DD87-3DA731256AFE}"/>
              </a:ext>
            </a:extLst>
          </p:cNvPr>
          <p:cNvCxnSpPr>
            <a:cxnSpLocks/>
          </p:cNvCxnSpPr>
          <p:nvPr/>
        </p:nvCxnSpPr>
        <p:spPr>
          <a:xfrm>
            <a:off x="-73891" y="969820"/>
            <a:ext cx="729673"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FEAB4408-565C-BF99-2C0E-DC8546777AD9}"/>
              </a:ext>
            </a:extLst>
          </p:cNvPr>
          <p:cNvSpPr/>
          <p:nvPr/>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fld id="{CA5ED260-20AD-45AD-AFCA-6B0DE0811A5D}" type="slidenum">
              <a:rPr kumimoji="0" lang="en-US" sz="1600" b="0" i="0" u="none" strike="noStrike" kern="1200" cap="none" spc="0" normalizeH="0" baseline="0" noProof="0" smtClean="0">
                <a:ln>
                  <a:noFill/>
                </a:ln>
                <a:solidFill>
                  <a:srgbClr val="FFFFFF"/>
                </a:solidFill>
                <a:effectLst/>
                <a:uLnTx/>
                <a:uFillTx/>
                <a:latin typeface="Arial" panose="020B0604020202020204" pitchFamily="34" charset="0"/>
                <a:ea typeface="+mn-ea"/>
                <a:cs typeface="+mn-cs"/>
              </a:rPr>
              <a:pPr marL="0" marR="0" lvl="0" indent="0" algn="ctr" defTabSz="914377" rtl="0" eaLnBrk="1" fontAlgn="auto" latinLnBrk="0" hangingPunct="1">
                <a:lnSpc>
                  <a:spcPct val="100000"/>
                </a:lnSpc>
                <a:spcBef>
                  <a:spcPts val="0"/>
                </a:spcBef>
                <a:spcAft>
                  <a:spcPts val="0"/>
                </a:spcAft>
                <a:buClrTx/>
                <a:buSzTx/>
                <a:buFontTx/>
                <a:buNone/>
                <a:tabLst/>
                <a:defRPr/>
              </a:pPr>
              <a:t>8</a:t>
            </a:fld>
            <a:endPar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20553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D0537-A6F1-4768-E559-4BDE89283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8E13D-0455-844B-A82C-3EDA3C49D3F3}"/>
              </a:ext>
            </a:extLst>
          </p:cNvPr>
          <p:cNvSpPr txBox="1">
            <a:spLocks/>
          </p:cNvSpPr>
          <p:nvPr/>
        </p:nvSpPr>
        <p:spPr>
          <a:xfrm>
            <a:off x="345991" y="401964"/>
            <a:ext cx="10065106" cy="473075"/>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pPr lvl="0">
              <a:defRPr/>
            </a:pPr>
            <a:r>
              <a:rPr lang="en-US" sz="2800" dirty="0">
                <a:solidFill>
                  <a:srgbClr val="595959"/>
                </a:solidFill>
                <a:latin typeface="Arial" panose="020B0604020202020204" pitchFamily="34" charset="0"/>
                <a:cs typeface="Arial" panose="020B0604020202020204" pitchFamily="34" charset="0"/>
              </a:rPr>
              <a:t>Nordic’s Context: The “Big Squeeze”</a:t>
            </a:r>
          </a:p>
        </p:txBody>
      </p:sp>
      <p:cxnSp>
        <p:nvCxnSpPr>
          <p:cNvPr id="3" name="Straight Connector 2">
            <a:extLst>
              <a:ext uri="{FF2B5EF4-FFF2-40B4-BE49-F238E27FC236}">
                <a16:creationId xmlns:a16="http://schemas.microsoft.com/office/drawing/2014/main" id="{7AB94B61-8E7C-6EA2-BBD6-52FCA040F50E}"/>
              </a:ext>
            </a:extLst>
          </p:cNvPr>
          <p:cNvCxnSpPr>
            <a:cxnSpLocks/>
          </p:cNvCxnSpPr>
          <p:nvPr/>
        </p:nvCxnSpPr>
        <p:spPr>
          <a:xfrm>
            <a:off x="-73891" y="969820"/>
            <a:ext cx="729673"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pic>
        <p:nvPicPr>
          <p:cNvPr id="14" name="Picture 13" descr="Person in telemedicine call">
            <a:extLst>
              <a:ext uri="{FF2B5EF4-FFF2-40B4-BE49-F238E27FC236}">
                <a16:creationId xmlns:a16="http://schemas.microsoft.com/office/drawing/2014/main" id="{31BD84BC-DAAB-395B-6BCB-5D1F6044DB8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flipH="1">
            <a:off x="290945" y="2437348"/>
            <a:ext cx="2743200" cy="3081499"/>
          </a:xfrm>
          <a:prstGeom prst="rect">
            <a:avLst/>
          </a:prstGeom>
        </p:spPr>
      </p:pic>
      <p:pic>
        <p:nvPicPr>
          <p:cNvPr id="15" name="Picture 14" descr="Businessman looking at tablet">
            <a:extLst>
              <a:ext uri="{FF2B5EF4-FFF2-40B4-BE49-F238E27FC236}">
                <a16:creationId xmlns:a16="http://schemas.microsoft.com/office/drawing/2014/main" id="{7A385460-B9A1-9EE8-D32C-CC3499784F8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157855" y="2437348"/>
            <a:ext cx="2743200" cy="3074808"/>
          </a:xfrm>
          <a:prstGeom prst="rect">
            <a:avLst/>
          </a:prstGeom>
        </p:spPr>
      </p:pic>
      <p:pic>
        <p:nvPicPr>
          <p:cNvPr id="18" name="Picture 17" descr="Senior couple embracing at beach">
            <a:extLst>
              <a:ext uri="{FF2B5EF4-FFF2-40B4-BE49-F238E27FC236}">
                <a16:creationId xmlns:a16="http://schemas.microsoft.com/office/drawing/2014/main" id="{E4DE86BB-31F9-4A7E-0D6A-0604A45F4450}"/>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b="-217"/>
          <a:stretch/>
        </p:blipFill>
        <p:spPr>
          <a:xfrm>
            <a:off x="3185622" y="2439097"/>
            <a:ext cx="2926080" cy="3081499"/>
          </a:xfrm>
          <a:prstGeom prst="rect">
            <a:avLst/>
          </a:prstGeom>
        </p:spPr>
      </p:pic>
      <p:pic>
        <p:nvPicPr>
          <p:cNvPr id="19" name="Picture 18" descr="Stressed healthcare worker">
            <a:extLst>
              <a:ext uri="{FF2B5EF4-FFF2-40B4-BE49-F238E27FC236}">
                <a16:creationId xmlns:a16="http://schemas.microsoft.com/office/drawing/2014/main" id="{25DB8B2A-A237-B921-5E65-B51AEB934457}"/>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6263177" y="2437348"/>
            <a:ext cx="2743201" cy="3074808"/>
          </a:xfrm>
          <a:prstGeom prst="rect">
            <a:avLst/>
          </a:prstGeom>
        </p:spPr>
      </p:pic>
      <p:sp>
        <p:nvSpPr>
          <p:cNvPr id="20" name="TextBox 19">
            <a:extLst>
              <a:ext uri="{FF2B5EF4-FFF2-40B4-BE49-F238E27FC236}">
                <a16:creationId xmlns:a16="http://schemas.microsoft.com/office/drawing/2014/main" id="{E6D7D57C-A9AF-6551-01CF-FED367C6D568}"/>
              </a:ext>
            </a:extLst>
          </p:cNvPr>
          <p:cNvSpPr txBox="1"/>
          <p:nvPr/>
        </p:nvSpPr>
        <p:spPr>
          <a:xfrm>
            <a:off x="290945" y="1335450"/>
            <a:ext cx="2743200" cy="1084421"/>
          </a:xfrm>
          <a:prstGeom prst="downArrowCallout">
            <a:avLst/>
          </a:prstGeom>
          <a:solidFill>
            <a:schemeClr val="bg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NEW COMPETITORS</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p:txBody>
      </p:sp>
      <p:sp>
        <p:nvSpPr>
          <p:cNvPr id="21" name="TextBox 20">
            <a:extLst>
              <a:ext uri="{FF2B5EF4-FFF2-40B4-BE49-F238E27FC236}">
                <a16:creationId xmlns:a16="http://schemas.microsoft.com/office/drawing/2014/main" id="{F2E83C83-9FA1-96D8-23EA-86B925F79294}"/>
              </a:ext>
            </a:extLst>
          </p:cNvPr>
          <p:cNvSpPr txBox="1"/>
          <p:nvPr/>
        </p:nvSpPr>
        <p:spPr>
          <a:xfrm>
            <a:off x="3185622" y="1335450"/>
            <a:ext cx="2926080" cy="1084421"/>
          </a:xfrm>
          <a:prstGeom prst="downArrowCallout">
            <a:avLst/>
          </a:prstGeom>
          <a:solidFill>
            <a:schemeClr val="bg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CARE COMPLEXITY</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p:txBody>
      </p:sp>
      <p:sp>
        <p:nvSpPr>
          <p:cNvPr id="22" name="TextBox 21">
            <a:extLst>
              <a:ext uri="{FF2B5EF4-FFF2-40B4-BE49-F238E27FC236}">
                <a16:creationId xmlns:a16="http://schemas.microsoft.com/office/drawing/2014/main" id="{DBB49B46-A005-A1FB-6B6C-E03863321676}"/>
              </a:ext>
            </a:extLst>
          </p:cNvPr>
          <p:cNvSpPr txBox="1"/>
          <p:nvPr/>
        </p:nvSpPr>
        <p:spPr>
          <a:xfrm>
            <a:off x="6263179" y="1335450"/>
            <a:ext cx="2743200" cy="1084421"/>
          </a:xfrm>
          <a:prstGeom prst="downArrowCallout">
            <a:avLst/>
          </a:prstGeom>
          <a:solidFill>
            <a:schemeClr val="bg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Source Sans Pro"/>
                <a:ea typeface="+mn-ea"/>
                <a:cs typeface="+mn-cs"/>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ource Sans Pro"/>
                <a:ea typeface="+mn-ea"/>
                <a:cs typeface="+mn-cs"/>
              </a:rPr>
              <a:t>CHANGE FATIGUE</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Source Sans Pro"/>
                <a:ea typeface="+mn-ea"/>
                <a:cs typeface="+mn-cs"/>
              </a:rPr>
              <a:t> </a:t>
            </a:r>
          </a:p>
        </p:txBody>
      </p:sp>
      <p:sp>
        <p:nvSpPr>
          <p:cNvPr id="23" name="TextBox 22">
            <a:extLst>
              <a:ext uri="{FF2B5EF4-FFF2-40B4-BE49-F238E27FC236}">
                <a16:creationId xmlns:a16="http://schemas.microsoft.com/office/drawing/2014/main" id="{157FDBB9-C082-0F50-1C2F-E003690168A5}"/>
              </a:ext>
            </a:extLst>
          </p:cNvPr>
          <p:cNvSpPr txBox="1"/>
          <p:nvPr/>
        </p:nvSpPr>
        <p:spPr>
          <a:xfrm>
            <a:off x="9157855" y="1335450"/>
            <a:ext cx="2743200" cy="1084421"/>
          </a:xfrm>
          <a:prstGeom prst="downArrowCallout">
            <a:avLst/>
          </a:prstGeom>
          <a:solidFill>
            <a:schemeClr val="bg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Source Sans Pro"/>
                <a:ea typeface="+mn-ea"/>
                <a:cs typeface="+mn-cs"/>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ource Sans Pro"/>
                <a:ea typeface="+mn-ea"/>
                <a:cs typeface="+mn-cs"/>
              </a:rPr>
              <a:t>RISING COSTS</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8" name="TextBox 7">
            <a:extLst>
              <a:ext uri="{FF2B5EF4-FFF2-40B4-BE49-F238E27FC236}">
                <a16:creationId xmlns:a16="http://schemas.microsoft.com/office/drawing/2014/main" id="{6DE22BFA-E8EC-F737-E640-C5FCD86611AA}"/>
              </a:ext>
            </a:extLst>
          </p:cNvPr>
          <p:cNvSpPr txBox="1"/>
          <p:nvPr/>
        </p:nvSpPr>
        <p:spPr>
          <a:xfrm>
            <a:off x="290945" y="5530640"/>
            <a:ext cx="2743200" cy="1088136"/>
          </a:xfrm>
          <a:prstGeom prst="upArrowCallout">
            <a:avLst/>
          </a:prstGeom>
          <a:solidFill>
            <a:schemeClr val="tx2"/>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ource Sans Pro"/>
                <a:ea typeface="+mn-ea"/>
                <a:cs typeface="+mn-cs"/>
              </a:rPr>
              <a:t>CONSUMER DEMANDS</a:t>
            </a:r>
          </a:p>
        </p:txBody>
      </p:sp>
      <p:sp>
        <p:nvSpPr>
          <p:cNvPr id="9" name="TextBox 8">
            <a:extLst>
              <a:ext uri="{FF2B5EF4-FFF2-40B4-BE49-F238E27FC236}">
                <a16:creationId xmlns:a16="http://schemas.microsoft.com/office/drawing/2014/main" id="{E7C13223-7BE4-6270-5FDB-2BA22CD42AA9}"/>
              </a:ext>
            </a:extLst>
          </p:cNvPr>
          <p:cNvSpPr txBox="1"/>
          <p:nvPr/>
        </p:nvSpPr>
        <p:spPr>
          <a:xfrm>
            <a:off x="3185622" y="5530640"/>
            <a:ext cx="2926080" cy="1088136"/>
          </a:xfrm>
          <a:prstGeom prst="upArrowCallout">
            <a:avLst/>
          </a:prstGeom>
          <a:solidFill>
            <a:schemeClr val="tx2"/>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REDUCED COVERAGE</a:t>
            </a:r>
          </a:p>
        </p:txBody>
      </p:sp>
      <p:sp>
        <p:nvSpPr>
          <p:cNvPr id="11" name="TextBox 10">
            <a:extLst>
              <a:ext uri="{FF2B5EF4-FFF2-40B4-BE49-F238E27FC236}">
                <a16:creationId xmlns:a16="http://schemas.microsoft.com/office/drawing/2014/main" id="{D9755AE3-B44F-6119-850C-B2065262FEC2}"/>
              </a:ext>
            </a:extLst>
          </p:cNvPr>
          <p:cNvSpPr txBox="1"/>
          <p:nvPr/>
        </p:nvSpPr>
        <p:spPr>
          <a:xfrm>
            <a:off x="6263179" y="5530640"/>
            <a:ext cx="2743200" cy="1088136"/>
          </a:xfrm>
          <a:prstGeom prst="upArrowCallout">
            <a:avLst/>
          </a:prstGeom>
          <a:solidFill>
            <a:schemeClr val="tx2"/>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LABOR SHORTAGE</a:t>
            </a:r>
          </a:p>
        </p:txBody>
      </p:sp>
      <p:sp>
        <p:nvSpPr>
          <p:cNvPr id="13" name="TextBox 12">
            <a:extLst>
              <a:ext uri="{FF2B5EF4-FFF2-40B4-BE49-F238E27FC236}">
                <a16:creationId xmlns:a16="http://schemas.microsoft.com/office/drawing/2014/main" id="{3A9D42F9-98C3-78C7-404D-A06BBF499DE6}"/>
              </a:ext>
            </a:extLst>
          </p:cNvPr>
          <p:cNvSpPr txBox="1"/>
          <p:nvPr/>
        </p:nvSpPr>
        <p:spPr>
          <a:xfrm>
            <a:off x="9157855" y="5530640"/>
            <a:ext cx="2743200" cy="1088136"/>
          </a:xfrm>
          <a:prstGeom prst="upArrowCallout">
            <a:avLst/>
          </a:prstGeom>
          <a:solidFill>
            <a:schemeClr val="tx2"/>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ource Sans Pro"/>
                <a:ea typeface="+mn-ea"/>
                <a:cs typeface="+mn-cs"/>
              </a:rPr>
              <a:t>POORER HEALTH</a:t>
            </a:r>
          </a:p>
        </p:txBody>
      </p:sp>
    </p:spTree>
    <p:extLst>
      <p:ext uri="{BB962C8B-B14F-4D97-AF65-F5344CB8AC3E}">
        <p14:creationId xmlns:p14="http://schemas.microsoft.com/office/powerpoint/2010/main" val="7250636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8" grpId="0" animBg="1"/>
      <p:bldP spid="9" grpId="0" animBg="1"/>
      <p:bldP spid="11"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5C51D-D34E-A870-898A-0E965A679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3D222-FA46-95AD-B18E-65DEC66AA664}"/>
              </a:ext>
            </a:extLst>
          </p:cNvPr>
          <p:cNvSpPr txBox="1">
            <a:spLocks/>
          </p:cNvSpPr>
          <p:nvPr/>
        </p:nvSpPr>
        <p:spPr>
          <a:xfrm>
            <a:off x="345991" y="401964"/>
            <a:ext cx="10065106" cy="473075"/>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Nordic’s Context: The “Big Squeeze”</a:t>
            </a:r>
          </a:p>
        </p:txBody>
      </p:sp>
      <p:cxnSp>
        <p:nvCxnSpPr>
          <p:cNvPr id="3" name="Straight Connector 2">
            <a:extLst>
              <a:ext uri="{FF2B5EF4-FFF2-40B4-BE49-F238E27FC236}">
                <a16:creationId xmlns:a16="http://schemas.microsoft.com/office/drawing/2014/main" id="{D843A381-439E-62A2-7DA1-3178B1C847CB}"/>
              </a:ext>
            </a:extLst>
          </p:cNvPr>
          <p:cNvCxnSpPr>
            <a:cxnSpLocks/>
          </p:cNvCxnSpPr>
          <p:nvPr/>
        </p:nvCxnSpPr>
        <p:spPr>
          <a:xfrm>
            <a:off x="-73891" y="969820"/>
            <a:ext cx="729673"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pic>
        <p:nvPicPr>
          <p:cNvPr id="14" name="Picture 13" descr="Person in telemedicine call">
            <a:extLst>
              <a:ext uri="{FF2B5EF4-FFF2-40B4-BE49-F238E27FC236}">
                <a16:creationId xmlns:a16="http://schemas.microsoft.com/office/drawing/2014/main" id="{3EFB78F8-D93D-F3F8-AEE7-A80C61F201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flipH="1">
            <a:off x="290945" y="2437348"/>
            <a:ext cx="2743200" cy="3081499"/>
          </a:xfrm>
          <a:prstGeom prst="rect">
            <a:avLst/>
          </a:prstGeom>
        </p:spPr>
      </p:pic>
      <p:pic>
        <p:nvPicPr>
          <p:cNvPr id="15" name="Picture 14" descr="Businessman looking at tablet">
            <a:extLst>
              <a:ext uri="{FF2B5EF4-FFF2-40B4-BE49-F238E27FC236}">
                <a16:creationId xmlns:a16="http://schemas.microsoft.com/office/drawing/2014/main" id="{BEFD5708-FBC7-C0B9-6A16-8965717EBCF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157855" y="2437348"/>
            <a:ext cx="2743200" cy="3074808"/>
          </a:xfrm>
          <a:prstGeom prst="rect">
            <a:avLst/>
          </a:prstGeom>
        </p:spPr>
      </p:pic>
      <p:pic>
        <p:nvPicPr>
          <p:cNvPr id="18" name="Picture 17" descr="Senior couple embracing at beach">
            <a:extLst>
              <a:ext uri="{FF2B5EF4-FFF2-40B4-BE49-F238E27FC236}">
                <a16:creationId xmlns:a16="http://schemas.microsoft.com/office/drawing/2014/main" id="{E4881820-A947-F6ED-1F66-8F880FCF3440}"/>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b="-217"/>
          <a:stretch/>
        </p:blipFill>
        <p:spPr>
          <a:xfrm>
            <a:off x="3185622" y="2439097"/>
            <a:ext cx="2926080" cy="3081499"/>
          </a:xfrm>
          <a:prstGeom prst="rect">
            <a:avLst/>
          </a:prstGeom>
        </p:spPr>
      </p:pic>
      <p:pic>
        <p:nvPicPr>
          <p:cNvPr id="19" name="Picture 18" descr="Stressed healthcare worker">
            <a:extLst>
              <a:ext uri="{FF2B5EF4-FFF2-40B4-BE49-F238E27FC236}">
                <a16:creationId xmlns:a16="http://schemas.microsoft.com/office/drawing/2014/main" id="{DCDB2EED-B7EB-E3A6-7774-F1A1C13E9BBE}"/>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6263177" y="2437348"/>
            <a:ext cx="2743201" cy="3074808"/>
          </a:xfrm>
          <a:prstGeom prst="rect">
            <a:avLst/>
          </a:prstGeom>
        </p:spPr>
      </p:pic>
      <p:grpSp>
        <p:nvGrpSpPr>
          <p:cNvPr id="25" name="Group 24">
            <a:extLst>
              <a:ext uri="{FF2B5EF4-FFF2-40B4-BE49-F238E27FC236}">
                <a16:creationId xmlns:a16="http://schemas.microsoft.com/office/drawing/2014/main" id="{C97E99B9-CB61-F1F8-808E-EB272C05C0D3}"/>
              </a:ext>
            </a:extLst>
          </p:cNvPr>
          <p:cNvGrpSpPr/>
          <p:nvPr/>
        </p:nvGrpSpPr>
        <p:grpSpPr>
          <a:xfrm>
            <a:off x="290945" y="1335450"/>
            <a:ext cx="11610110" cy="1084421"/>
            <a:chOff x="290945" y="1335450"/>
            <a:chExt cx="11610110" cy="1084421"/>
          </a:xfrm>
        </p:grpSpPr>
        <p:sp>
          <p:nvSpPr>
            <p:cNvPr id="20" name="TextBox 19">
              <a:extLst>
                <a:ext uri="{FF2B5EF4-FFF2-40B4-BE49-F238E27FC236}">
                  <a16:creationId xmlns:a16="http://schemas.microsoft.com/office/drawing/2014/main" id="{4C6F0EB4-4968-8062-E05F-F62946B05FC3}"/>
                </a:ext>
              </a:extLst>
            </p:cNvPr>
            <p:cNvSpPr txBox="1"/>
            <p:nvPr/>
          </p:nvSpPr>
          <p:spPr>
            <a:xfrm>
              <a:off x="290945" y="1335450"/>
              <a:ext cx="2743200" cy="1084421"/>
            </a:xfrm>
            <a:prstGeom prst="downArrowCallout">
              <a:avLst/>
            </a:prstGeom>
            <a:solidFill>
              <a:schemeClr val="bg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NEW COMPETITORS</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p:txBody>
        </p:sp>
        <p:sp>
          <p:nvSpPr>
            <p:cNvPr id="21" name="TextBox 20">
              <a:extLst>
                <a:ext uri="{FF2B5EF4-FFF2-40B4-BE49-F238E27FC236}">
                  <a16:creationId xmlns:a16="http://schemas.microsoft.com/office/drawing/2014/main" id="{31178F81-8AFA-236D-7760-8BEC2EEB5D9C}"/>
                </a:ext>
              </a:extLst>
            </p:cNvPr>
            <p:cNvSpPr txBox="1"/>
            <p:nvPr/>
          </p:nvSpPr>
          <p:spPr>
            <a:xfrm>
              <a:off x="3185622" y="1335450"/>
              <a:ext cx="2926080" cy="1084421"/>
            </a:xfrm>
            <a:prstGeom prst="downArrowCallout">
              <a:avLst/>
            </a:prstGeom>
            <a:solidFill>
              <a:schemeClr val="bg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CARE COMPLEXITY</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p:txBody>
        </p:sp>
        <p:sp>
          <p:nvSpPr>
            <p:cNvPr id="22" name="TextBox 21">
              <a:extLst>
                <a:ext uri="{FF2B5EF4-FFF2-40B4-BE49-F238E27FC236}">
                  <a16:creationId xmlns:a16="http://schemas.microsoft.com/office/drawing/2014/main" id="{FF2B4E0F-E3D0-AC3C-C8A8-6C7D01C1AA55}"/>
                </a:ext>
              </a:extLst>
            </p:cNvPr>
            <p:cNvSpPr txBox="1"/>
            <p:nvPr/>
          </p:nvSpPr>
          <p:spPr>
            <a:xfrm>
              <a:off x="6263179" y="1335450"/>
              <a:ext cx="2743200" cy="1084421"/>
            </a:xfrm>
            <a:prstGeom prst="downArrowCallout">
              <a:avLst/>
            </a:prstGeom>
            <a:solidFill>
              <a:schemeClr val="bg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CHANGE FATIGUE</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Source Sans Pro"/>
                  <a:ea typeface="+mn-ea"/>
                  <a:cs typeface="+mn-cs"/>
                </a:rPr>
                <a:t> </a:t>
              </a:r>
            </a:p>
          </p:txBody>
        </p:sp>
        <p:sp>
          <p:nvSpPr>
            <p:cNvPr id="23" name="TextBox 22">
              <a:extLst>
                <a:ext uri="{FF2B5EF4-FFF2-40B4-BE49-F238E27FC236}">
                  <a16:creationId xmlns:a16="http://schemas.microsoft.com/office/drawing/2014/main" id="{97ABB5D1-1355-71CB-1200-65E488ABDE75}"/>
                </a:ext>
              </a:extLst>
            </p:cNvPr>
            <p:cNvSpPr txBox="1"/>
            <p:nvPr/>
          </p:nvSpPr>
          <p:spPr>
            <a:xfrm>
              <a:off x="9157855" y="1335450"/>
              <a:ext cx="2743200" cy="1084421"/>
            </a:xfrm>
            <a:prstGeom prst="downArrowCallout">
              <a:avLst/>
            </a:prstGeom>
            <a:solidFill>
              <a:schemeClr val="bg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Source Sans Pro"/>
                  <a:ea typeface="+mn-ea"/>
                  <a:cs typeface="+mn-cs"/>
                </a:rPr>
                <a: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ource Sans Pro"/>
                  <a:ea typeface="+mn-ea"/>
                  <a:cs typeface="+mn-cs"/>
                </a:rPr>
                <a:t>RISING COSTS</a:t>
              </a:r>
            </a:p>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dirty="0">
                <a:ln>
                  <a:noFill/>
                </a:ln>
                <a:solidFill>
                  <a:srgbClr val="FFFFFF"/>
                </a:solidFill>
                <a:effectLst/>
                <a:uLnTx/>
                <a:uFillTx/>
                <a:latin typeface="Source Sans Pro"/>
                <a:ea typeface="+mn-ea"/>
                <a:cs typeface="+mn-cs"/>
              </a:endParaRPr>
            </a:p>
          </p:txBody>
        </p:sp>
      </p:grpSp>
      <p:grpSp>
        <p:nvGrpSpPr>
          <p:cNvPr id="24" name="Group 23">
            <a:extLst>
              <a:ext uri="{FF2B5EF4-FFF2-40B4-BE49-F238E27FC236}">
                <a16:creationId xmlns:a16="http://schemas.microsoft.com/office/drawing/2014/main" id="{27C5ABE3-724F-B264-2A49-A5C0543B67D1}"/>
              </a:ext>
            </a:extLst>
          </p:cNvPr>
          <p:cNvGrpSpPr/>
          <p:nvPr/>
        </p:nvGrpSpPr>
        <p:grpSpPr>
          <a:xfrm>
            <a:off x="290945" y="5530640"/>
            <a:ext cx="11610110" cy="1088136"/>
            <a:chOff x="290945" y="5530640"/>
            <a:chExt cx="11610110" cy="1088136"/>
          </a:xfrm>
        </p:grpSpPr>
        <p:sp>
          <p:nvSpPr>
            <p:cNvPr id="8" name="TextBox 7">
              <a:extLst>
                <a:ext uri="{FF2B5EF4-FFF2-40B4-BE49-F238E27FC236}">
                  <a16:creationId xmlns:a16="http://schemas.microsoft.com/office/drawing/2014/main" id="{8F934C0C-9176-5BD8-0005-5C5361CA47E4}"/>
                </a:ext>
              </a:extLst>
            </p:cNvPr>
            <p:cNvSpPr txBox="1"/>
            <p:nvPr/>
          </p:nvSpPr>
          <p:spPr>
            <a:xfrm>
              <a:off x="290945" y="5530640"/>
              <a:ext cx="2743200" cy="1088136"/>
            </a:xfrm>
            <a:prstGeom prst="upArrowCallout">
              <a:avLst/>
            </a:prstGeom>
            <a:solidFill>
              <a:schemeClr val="tx2"/>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ource Sans Pro"/>
                  <a:ea typeface="+mn-ea"/>
                  <a:cs typeface="+mn-cs"/>
                </a:rPr>
                <a:t>CONSUMER DEMANDS</a:t>
              </a:r>
            </a:p>
          </p:txBody>
        </p:sp>
        <p:sp>
          <p:nvSpPr>
            <p:cNvPr id="9" name="TextBox 8">
              <a:extLst>
                <a:ext uri="{FF2B5EF4-FFF2-40B4-BE49-F238E27FC236}">
                  <a16:creationId xmlns:a16="http://schemas.microsoft.com/office/drawing/2014/main" id="{EEF564B2-5E1E-8F38-453A-2AD97F1DD45B}"/>
                </a:ext>
              </a:extLst>
            </p:cNvPr>
            <p:cNvSpPr txBox="1"/>
            <p:nvPr/>
          </p:nvSpPr>
          <p:spPr>
            <a:xfrm>
              <a:off x="3185622" y="5530640"/>
              <a:ext cx="2926080" cy="1088136"/>
            </a:xfrm>
            <a:prstGeom prst="upArrowCallout">
              <a:avLst/>
            </a:prstGeom>
            <a:solidFill>
              <a:schemeClr val="tx2"/>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REDUCED COVERAGE</a:t>
              </a:r>
            </a:p>
          </p:txBody>
        </p:sp>
        <p:sp>
          <p:nvSpPr>
            <p:cNvPr id="11" name="TextBox 10">
              <a:extLst>
                <a:ext uri="{FF2B5EF4-FFF2-40B4-BE49-F238E27FC236}">
                  <a16:creationId xmlns:a16="http://schemas.microsoft.com/office/drawing/2014/main" id="{AF28254F-78F8-60B9-6C9B-F625B6CF0262}"/>
                </a:ext>
              </a:extLst>
            </p:cNvPr>
            <p:cNvSpPr txBox="1"/>
            <p:nvPr/>
          </p:nvSpPr>
          <p:spPr>
            <a:xfrm>
              <a:off x="6263179" y="5530640"/>
              <a:ext cx="2743200" cy="1088136"/>
            </a:xfrm>
            <a:prstGeom prst="upArrowCallout">
              <a:avLst/>
            </a:prstGeom>
            <a:solidFill>
              <a:schemeClr val="tx2"/>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LABOR SHORTAGE</a:t>
              </a:r>
            </a:p>
          </p:txBody>
        </p:sp>
        <p:sp>
          <p:nvSpPr>
            <p:cNvPr id="13" name="TextBox 12">
              <a:extLst>
                <a:ext uri="{FF2B5EF4-FFF2-40B4-BE49-F238E27FC236}">
                  <a16:creationId xmlns:a16="http://schemas.microsoft.com/office/drawing/2014/main" id="{4528B70C-6F08-CBFB-AB6D-075A5D0FF019}"/>
                </a:ext>
              </a:extLst>
            </p:cNvPr>
            <p:cNvSpPr txBox="1"/>
            <p:nvPr/>
          </p:nvSpPr>
          <p:spPr>
            <a:xfrm>
              <a:off x="9157855" y="5530640"/>
              <a:ext cx="2743200" cy="1088136"/>
            </a:xfrm>
            <a:prstGeom prst="upArrowCallout">
              <a:avLst/>
            </a:prstGeom>
            <a:solidFill>
              <a:schemeClr val="tx2"/>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ource Sans Pro"/>
                  <a:ea typeface="+mn-ea"/>
                  <a:cs typeface="+mn-cs"/>
                </a:rPr>
                <a:t>POORER HEALTH</a:t>
              </a:r>
            </a:p>
          </p:txBody>
        </p:sp>
      </p:grpSp>
    </p:spTree>
    <p:extLst>
      <p:ext uri="{BB962C8B-B14F-4D97-AF65-F5344CB8AC3E}">
        <p14:creationId xmlns:p14="http://schemas.microsoft.com/office/powerpoint/2010/main" val="4697189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xit" presetSubtype="26" fill="hold" nodeType="withEffect">
                                  <p:stCondLst>
                                    <p:cond delay="500"/>
                                  </p:stCondLst>
                                  <p:childTnLst>
                                    <p:animEffect transition="out" filter="barn(inHorizontal)">
                                      <p:cBhvr>
                                        <p:cTn id="6" dur="2000"/>
                                        <p:tgtEl>
                                          <p:spTgt spid="14"/>
                                        </p:tgtEl>
                                      </p:cBhvr>
                                    </p:animEffect>
                                    <p:set>
                                      <p:cBhvr>
                                        <p:cTn id="7" dur="1" fill="hold">
                                          <p:stCondLst>
                                            <p:cond delay="1999"/>
                                          </p:stCondLst>
                                        </p:cTn>
                                        <p:tgtEl>
                                          <p:spTgt spid="14"/>
                                        </p:tgtEl>
                                        <p:attrNameLst>
                                          <p:attrName>style.visibility</p:attrName>
                                        </p:attrNameLst>
                                      </p:cBhvr>
                                      <p:to>
                                        <p:strVal val="hidden"/>
                                      </p:to>
                                    </p:set>
                                  </p:childTnLst>
                                </p:cTn>
                              </p:par>
                              <p:par>
                                <p:cTn id="8" presetID="16" presetClass="exit" presetSubtype="26" fill="hold" nodeType="withEffect">
                                  <p:stCondLst>
                                    <p:cond delay="500"/>
                                  </p:stCondLst>
                                  <p:childTnLst>
                                    <p:animEffect transition="out" filter="barn(inHorizontal)">
                                      <p:cBhvr>
                                        <p:cTn id="9" dur="2000"/>
                                        <p:tgtEl>
                                          <p:spTgt spid="18"/>
                                        </p:tgtEl>
                                      </p:cBhvr>
                                    </p:animEffect>
                                    <p:set>
                                      <p:cBhvr>
                                        <p:cTn id="10" dur="1" fill="hold">
                                          <p:stCondLst>
                                            <p:cond delay="1999"/>
                                          </p:stCondLst>
                                        </p:cTn>
                                        <p:tgtEl>
                                          <p:spTgt spid="18"/>
                                        </p:tgtEl>
                                        <p:attrNameLst>
                                          <p:attrName>style.visibility</p:attrName>
                                        </p:attrNameLst>
                                      </p:cBhvr>
                                      <p:to>
                                        <p:strVal val="hidden"/>
                                      </p:to>
                                    </p:set>
                                  </p:childTnLst>
                                </p:cTn>
                              </p:par>
                              <p:par>
                                <p:cTn id="11" presetID="16" presetClass="exit" presetSubtype="26" fill="hold" nodeType="withEffect">
                                  <p:stCondLst>
                                    <p:cond delay="500"/>
                                  </p:stCondLst>
                                  <p:childTnLst>
                                    <p:animEffect transition="out" filter="barn(inHorizontal)">
                                      <p:cBhvr>
                                        <p:cTn id="12" dur="2000"/>
                                        <p:tgtEl>
                                          <p:spTgt spid="19"/>
                                        </p:tgtEl>
                                      </p:cBhvr>
                                    </p:animEffect>
                                    <p:set>
                                      <p:cBhvr>
                                        <p:cTn id="13" dur="1" fill="hold">
                                          <p:stCondLst>
                                            <p:cond delay="1999"/>
                                          </p:stCondLst>
                                        </p:cTn>
                                        <p:tgtEl>
                                          <p:spTgt spid="19"/>
                                        </p:tgtEl>
                                        <p:attrNameLst>
                                          <p:attrName>style.visibility</p:attrName>
                                        </p:attrNameLst>
                                      </p:cBhvr>
                                      <p:to>
                                        <p:strVal val="hidden"/>
                                      </p:to>
                                    </p:set>
                                  </p:childTnLst>
                                </p:cTn>
                              </p:par>
                              <p:par>
                                <p:cTn id="14" presetID="16" presetClass="exit" presetSubtype="26" fill="hold" nodeType="withEffect">
                                  <p:stCondLst>
                                    <p:cond delay="500"/>
                                  </p:stCondLst>
                                  <p:childTnLst>
                                    <p:animEffect transition="out" filter="barn(inHorizontal)">
                                      <p:cBhvr>
                                        <p:cTn id="15" dur="2000"/>
                                        <p:tgtEl>
                                          <p:spTgt spid="15"/>
                                        </p:tgtEl>
                                      </p:cBhvr>
                                    </p:animEffect>
                                    <p:set>
                                      <p:cBhvr>
                                        <p:cTn id="16" dur="1" fill="hold">
                                          <p:stCondLst>
                                            <p:cond delay="1999"/>
                                          </p:stCondLst>
                                        </p:cTn>
                                        <p:tgtEl>
                                          <p:spTgt spid="15"/>
                                        </p:tgtEl>
                                        <p:attrNameLst>
                                          <p:attrName>style.visibility</p:attrName>
                                        </p:attrNameLst>
                                      </p:cBhvr>
                                      <p:to>
                                        <p:strVal val="hidden"/>
                                      </p:to>
                                    </p:set>
                                  </p:childTnLst>
                                </p:cTn>
                              </p:par>
                              <p:par>
                                <p:cTn id="17" presetID="64" presetClass="path" presetSubtype="0" accel="50000" decel="50000" fill="hold" nodeType="withEffect">
                                  <p:stCondLst>
                                    <p:cond delay="500"/>
                                  </p:stCondLst>
                                  <p:childTnLst>
                                    <p:animMotion origin="layout" path="M 0 1.85185E-6 L 0 -0.21621 " pathEditMode="relative" rAng="0" ptsTypes="AA">
                                      <p:cBhvr>
                                        <p:cTn id="18" dur="2000" fill="hold"/>
                                        <p:tgtEl>
                                          <p:spTgt spid="24"/>
                                        </p:tgtEl>
                                        <p:attrNameLst>
                                          <p:attrName>ppt_x</p:attrName>
                                          <p:attrName>ppt_y</p:attrName>
                                        </p:attrNameLst>
                                      </p:cBhvr>
                                      <p:rCtr x="0" y="-10810"/>
                                    </p:animMotion>
                                  </p:childTnLst>
                                </p:cTn>
                              </p:par>
                              <p:par>
                                <p:cTn id="19" presetID="42" presetClass="path" presetSubtype="0" accel="50000" decel="50000" fill="hold" nodeType="withEffect">
                                  <p:stCondLst>
                                    <p:cond delay="500"/>
                                  </p:stCondLst>
                                  <p:childTnLst>
                                    <p:animMotion origin="layout" path="M 0 -1.11111E-6 L 0 0.21158 " pathEditMode="relative" rAng="0" ptsTypes="AA">
                                      <p:cBhvr>
                                        <p:cTn id="20" dur="2000" fill="hold"/>
                                        <p:tgtEl>
                                          <p:spTgt spid="25"/>
                                        </p:tgtEl>
                                        <p:attrNameLst>
                                          <p:attrName>ppt_x</p:attrName>
                                          <p:attrName>ppt_y</p:attrName>
                                        </p:attrNameLst>
                                      </p:cBhvr>
                                      <p:rCtr x="0" y="1057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10D9CAD-3334-5CC8-E67F-30DF8088F33C}"/>
              </a:ext>
            </a:extLst>
          </p:cNvPr>
          <p:cNvSpPr txBox="1"/>
          <p:nvPr/>
        </p:nvSpPr>
        <p:spPr>
          <a:xfrm>
            <a:off x="402336" y="1513729"/>
            <a:ext cx="3657600" cy="830997"/>
          </a:xfrm>
          <a:prstGeom prst="rect">
            <a:avLst/>
          </a:prstGeom>
          <a:solidFill>
            <a:schemeClr val="tx1"/>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FFFFFF"/>
              </a:solidFill>
              <a:effectLst/>
              <a:uLnTx/>
              <a:uFillTx/>
              <a:latin typeface="Overpass"/>
              <a:ea typeface="+mn-ea"/>
              <a:cs typeface="+mn-cs"/>
            </a:endParaRPr>
          </a:p>
        </p:txBody>
      </p:sp>
      <p:sp>
        <p:nvSpPr>
          <p:cNvPr id="11" name="TextBox 10">
            <a:extLst>
              <a:ext uri="{FF2B5EF4-FFF2-40B4-BE49-F238E27FC236}">
                <a16:creationId xmlns:a16="http://schemas.microsoft.com/office/drawing/2014/main" id="{67B26758-92DE-2BB6-D533-C636E58EB042}"/>
              </a:ext>
            </a:extLst>
          </p:cNvPr>
          <p:cNvSpPr txBox="1"/>
          <p:nvPr/>
        </p:nvSpPr>
        <p:spPr>
          <a:xfrm>
            <a:off x="8128918" y="1513728"/>
            <a:ext cx="3657600" cy="830997"/>
          </a:xfrm>
          <a:prstGeom prst="rect">
            <a:avLst/>
          </a:prstGeom>
          <a:solidFill>
            <a:schemeClr val="tx1"/>
          </a:solidFill>
        </p:spPr>
        <p:txBody>
          <a:bodyPr wrap="square"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FFFFFF"/>
              </a:solidFill>
              <a:effectLst/>
              <a:uLnTx/>
              <a:uFillTx/>
              <a:latin typeface="Overpass"/>
              <a:ea typeface="+mn-ea"/>
              <a:cs typeface="+mn-cs"/>
            </a:endParaRPr>
          </a:p>
        </p:txBody>
      </p:sp>
      <p:grpSp>
        <p:nvGrpSpPr>
          <p:cNvPr id="49" name="Group 48">
            <a:extLst>
              <a:ext uri="{FF2B5EF4-FFF2-40B4-BE49-F238E27FC236}">
                <a16:creationId xmlns:a16="http://schemas.microsoft.com/office/drawing/2014/main" id="{53D2337C-B903-87A4-2115-20837ADE0679}"/>
              </a:ext>
            </a:extLst>
          </p:cNvPr>
          <p:cNvGrpSpPr/>
          <p:nvPr/>
        </p:nvGrpSpPr>
        <p:grpSpPr>
          <a:xfrm>
            <a:off x="314361" y="3157647"/>
            <a:ext cx="3404535" cy="2557351"/>
            <a:chOff x="314361" y="3157647"/>
            <a:chExt cx="3404535" cy="2557351"/>
          </a:xfrm>
        </p:grpSpPr>
        <p:pic>
          <p:nvPicPr>
            <p:cNvPr id="12" name="Picture 2" descr="Deloitte Logo and symbol, meaning ...">
              <a:extLst>
                <a:ext uri="{FF2B5EF4-FFF2-40B4-BE49-F238E27FC236}">
                  <a16:creationId xmlns:a16="http://schemas.microsoft.com/office/drawing/2014/main" id="{07DEE230-7BD4-6838-D591-5652E7D291AF}"/>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t="24010" b="19009"/>
            <a:stretch/>
          </p:blipFill>
          <p:spPr bwMode="auto">
            <a:xfrm>
              <a:off x="408627" y="3157647"/>
              <a:ext cx="1615246" cy="48076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ernst-young-EY-logo – GeoMarvel">
              <a:extLst>
                <a:ext uri="{FF2B5EF4-FFF2-40B4-BE49-F238E27FC236}">
                  <a16:creationId xmlns:a16="http://schemas.microsoft.com/office/drawing/2014/main" id="{1DEBAD63-3FAA-449E-CF3F-0A7F314E257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103650" y="3560166"/>
              <a:ext cx="1615246" cy="7299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PwC (ICE) - STAR Management Week 2024">
              <a:extLst>
                <a:ext uri="{FF2B5EF4-FFF2-40B4-BE49-F238E27FC236}">
                  <a16:creationId xmlns:a16="http://schemas.microsoft.com/office/drawing/2014/main" id="{13E9F975-FBC6-2259-AB07-8CFC07A023ED}"/>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314361" y="4451337"/>
              <a:ext cx="1615246" cy="48076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a:extLst>
                <a:ext uri="{FF2B5EF4-FFF2-40B4-BE49-F238E27FC236}">
                  <a16:creationId xmlns:a16="http://schemas.microsoft.com/office/drawing/2014/main" id="{76DC3BF8-9DEF-9EF5-2CB0-D2244D497CCE}"/>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103650" y="5093344"/>
              <a:ext cx="1615246" cy="6216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5587E0A5-077F-E879-4936-F8804FA6EA0B}"/>
              </a:ext>
            </a:extLst>
          </p:cNvPr>
          <p:cNvGrpSpPr/>
          <p:nvPr/>
        </p:nvGrpSpPr>
        <p:grpSpPr>
          <a:xfrm>
            <a:off x="8458528" y="3168533"/>
            <a:ext cx="2948056" cy="2556751"/>
            <a:chOff x="8458528" y="3157647"/>
            <a:chExt cx="2948056" cy="2556751"/>
          </a:xfrm>
        </p:grpSpPr>
        <p:pic>
          <p:nvPicPr>
            <p:cNvPr id="18" name="Picture 14" descr="Tegria - Health Plan Alliance">
              <a:extLst>
                <a:ext uri="{FF2B5EF4-FFF2-40B4-BE49-F238E27FC236}">
                  <a16:creationId xmlns:a16="http://schemas.microsoft.com/office/drawing/2014/main" id="{9FB55A63-E07E-EF70-5079-7142F83794CB}"/>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l="7399" t="27556" b="26247"/>
            <a:stretch/>
          </p:blipFill>
          <p:spPr bwMode="auto">
            <a:xfrm>
              <a:off x="8458528" y="4170677"/>
              <a:ext cx="1499190" cy="69602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Evergreen Healthcare Partners ...">
              <a:extLst>
                <a:ext uri="{FF2B5EF4-FFF2-40B4-BE49-F238E27FC236}">
                  <a16:creationId xmlns:a16="http://schemas.microsoft.com/office/drawing/2014/main" id="{D28878D5-0EC0-8ED3-CEC9-E8A92560C82E}"/>
                </a:ext>
              </a:extLst>
            </p:cNvPr>
            <p:cNvPicPr>
              <a:picLocks noChangeAspect="1" noChangeArrowheads="1"/>
            </p:cNvPicPr>
            <p:nvPr/>
          </p:nvPicPr>
          <p:blipFill rotWithShape="1">
            <a:blip r:embed="rId8" cstate="print">
              <a:extLst>
                <a:ext uri="{28A0092B-C50C-407E-A947-70E740481C1C}">
                  <a14:useLocalDpi xmlns:a14="http://schemas.microsoft.com/office/drawing/2010/main"/>
                </a:ext>
              </a:extLst>
            </a:blip>
            <a:srcRect t="1055"/>
            <a:stretch/>
          </p:blipFill>
          <p:spPr bwMode="auto">
            <a:xfrm>
              <a:off x="9787606" y="3157647"/>
              <a:ext cx="1618978" cy="78638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6" descr="Huron Announces 27 Managing Director ...">
              <a:extLst>
                <a:ext uri="{FF2B5EF4-FFF2-40B4-BE49-F238E27FC236}">
                  <a16:creationId xmlns:a16="http://schemas.microsoft.com/office/drawing/2014/main" id="{9AE06816-8D99-977E-526C-39D3226A9EAB}"/>
                </a:ext>
              </a:extLst>
            </p:cNvPr>
            <p:cNvPicPr>
              <a:picLocks noChangeAspect="1" noChangeArrowheads="1"/>
            </p:cNvPicPr>
            <p:nvPr/>
          </p:nvPicPr>
          <p:blipFill rotWithShape="1">
            <a:blip r:embed="rId9" cstate="print">
              <a:extLst>
                <a:ext uri="{28A0092B-C50C-407E-A947-70E740481C1C}">
                  <a14:useLocalDpi xmlns:a14="http://schemas.microsoft.com/office/drawing/2010/main"/>
                </a:ext>
              </a:extLst>
            </a:blip>
            <a:srcRect t="10167" b="10700"/>
            <a:stretch/>
          </p:blipFill>
          <p:spPr bwMode="auto">
            <a:xfrm>
              <a:off x="9787606" y="5093344"/>
              <a:ext cx="1618978" cy="62105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 name="Straight Connector 4">
            <a:extLst>
              <a:ext uri="{FF2B5EF4-FFF2-40B4-BE49-F238E27FC236}">
                <a16:creationId xmlns:a16="http://schemas.microsoft.com/office/drawing/2014/main" id="{89B7BF1B-6F26-3E62-B4E6-D859CC03423E}"/>
              </a:ext>
            </a:extLst>
          </p:cNvPr>
          <p:cNvCxnSpPr>
            <a:cxnSpLocks/>
          </p:cNvCxnSpPr>
          <p:nvPr/>
        </p:nvCxnSpPr>
        <p:spPr>
          <a:xfrm>
            <a:off x="4129998" y="2601684"/>
            <a:ext cx="0" cy="311331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0C3ADC-AFFE-91B8-B8CB-7B7254B5054D}"/>
              </a:ext>
            </a:extLst>
          </p:cNvPr>
          <p:cNvCxnSpPr>
            <a:cxnSpLocks/>
          </p:cNvCxnSpPr>
          <p:nvPr/>
        </p:nvCxnSpPr>
        <p:spPr>
          <a:xfrm>
            <a:off x="8060428" y="2601684"/>
            <a:ext cx="0" cy="311810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DDA77F7D-D173-9D46-A6B2-A2D75EE1D092}"/>
              </a:ext>
            </a:extLst>
          </p:cNvPr>
          <p:cNvCxnSpPr>
            <a:cxnSpLocks/>
          </p:cNvCxnSpPr>
          <p:nvPr/>
        </p:nvCxnSpPr>
        <p:spPr>
          <a:xfrm>
            <a:off x="-73891" y="969820"/>
            <a:ext cx="729673"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itle 1">
            <a:extLst>
              <a:ext uri="{FF2B5EF4-FFF2-40B4-BE49-F238E27FC236}">
                <a16:creationId xmlns:a16="http://schemas.microsoft.com/office/drawing/2014/main" id="{23C85DE7-D382-0880-5C64-3EBC380C1633}"/>
              </a:ext>
            </a:extLst>
          </p:cNvPr>
          <p:cNvSpPr txBox="1">
            <a:spLocks/>
          </p:cNvSpPr>
          <p:nvPr/>
        </p:nvSpPr>
        <p:spPr>
          <a:xfrm>
            <a:off x="345991" y="401964"/>
            <a:ext cx="10065106" cy="473075"/>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Nordic’s Market Position</a:t>
            </a:r>
          </a:p>
        </p:txBody>
      </p:sp>
      <p:sp>
        <p:nvSpPr>
          <p:cNvPr id="2" name="TextBox 1">
            <a:extLst>
              <a:ext uri="{FF2B5EF4-FFF2-40B4-BE49-F238E27FC236}">
                <a16:creationId xmlns:a16="http://schemas.microsoft.com/office/drawing/2014/main" id="{F959E573-8E6B-6272-3558-1F83ADEE18B8}"/>
              </a:ext>
            </a:extLst>
          </p:cNvPr>
          <p:cNvSpPr txBox="1"/>
          <p:nvPr/>
        </p:nvSpPr>
        <p:spPr>
          <a:xfrm>
            <a:off x="402336" y="1513729"/>
            <a:ext cx="3657600" cy="830997"/>
          </a:xfrm>
          <a:prstGeom prst="rect">
            <a:avLst/>
          </a:prstGeom>
          <a:solidFill>
            <a:schemeClr val="tx1"/>
          </a:solidFill>
        </p:spPr>
        <p:txBody>
          <a:bodyPr wrap="square"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BROAD CONSULTING</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CAPABILITIES</a:t>
            </a:r>
          </a:p>
        </p:txBody>
      </p:sp>
      <p:sp>
        <p:nvSpPr>
          <p:cNvPr id="7" name="TextBox 6">
            <a:extLst>
              <a:ext uri="{FF2B5EF4-FFF2-40B4-BE49-F238E27FC236}">
                <a16:creationId xmlns:a16="http://schemas.microsoft.com/office/drawing/2014/main" id="{995E199F-5354-9885-9E66-F4A8CCD041D5}"/>
              </a:ext>
            </a:extLst>
          </p:cNvPr>
          <p:cNvSpPr txBox="1"/>
          <p:nvPr/>
        </p:nvSpPr>
        <p:spPr>
          <a:xfrm>
            <a:off x="8128918" y="1513728"/>
            <a:ext cx="3657600" cy="830997"/>
          </a:xfrm>
          <a:prstGeom prst="rect">
            <a:avLst/>
          </a:prstGeom>
          <a:solidFill>
            <a:schemeClr val="tx1"/>
          </a:solidFill>
        </p:spPr>
        <p:txBody>
          <a:bodyPr wrap="square"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EXPERTS IN EHR</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IMPLEMENTATION</a:t>
            </a:r>
          </a:p>
        </p:txBody>
      </p:sp>
    </p:spTree>
    <p:extLst>
      <p:ext uri="{BB962C8B-B14F-4D97-AF65-F5344CB8AC3E}">
        <p14:creationId xmlns:p14="http://schemas.microsoft.com/office/powerpoint/2010/main" val="414158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6B322F8-826D-B7AC-25C8-DD5D39AD6341}"/>
              </a:ext>
            </a:extLst>
          </p:cNvPr>
          <p:cNvGrpSpPr/>
          <p:nvPr/>
        </p:nvGrpSpPr>
        <p:grpSpPr>
          <a:xfrm>
            <a:off x="314361" y="1513729"/>
            <a:ext cx="3745575" cy="4201269"/>
            <a:chOff x="314361" y="1513729"/>
            <a:chExt cx="3745575" cy="4201269"/>
          </a:xfrm>
        </p:grpSpPr>
        <p:sp>
          <p:nvSpPr>
            <p:cNvPr id="10" name="TextBox 9">
              <a:extLst>
                <a:ext uri="{FF2B5EF4-FFF2-40B4-BE49-F238E27FC236}">
                  <a16:creationId xmlns:a16="http://schemas.microsoft.com/office/drawing/2014/main" id="{A10D9CAD-3334-5CC8-E67F-30DF8088F33C}"/>
                </a:ext>
              </a:extLst>
            </p:cNvPr>
            <p:cNvSpPr txBox="1"/>
            <p:nvPr/>
          </p:nvSpPr>
          <p:spPr>
            <a:xfrm>
              <a:off x="402336" y="1513729"/>
              <a:ext cx="3657600" cy="830997"/>
            </a:xfrm>
            <a:prstGeom prst="rect">
              <a:avLst/>
            </a:prstGeom>
            <a:solidFill>
              <a:schemeClr val="tx1"/>
            </a:solidFill>
          </p:spPr>
          <p:txBody>
            <a:bodyPr wrap="square"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BROAD CONSULTING</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CAPABILITIES</a:t>
              </a:r>
            </a:p>
          </p:txBody>
        </p:sp>
        <p:pic>
          <p:nvPicPr>
            <p:cNvPr id="12" name="Picture 2" descr="Deloitte Logo and symbol, meaning ...">
              <a:extLst>
                <a:ext uri="{FF2B5EF4-FFF2-40B4-BE49-F238E27FC236}">
                  <a16:creationId xmlns:a16="http://schemas.microsoft.com/office/drawing/2014/main" id="{07DEE230-7BD4-6838-D591-5652E7D291AF}"/>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t="24010" b="19009"/>
            <a:stretch/>
          </p:blipFill>
          <p:spPr bwMode="auto">
            <a:xfrm>
              <a:off x="408627" y="3157647"/>
              <a:ext cx="1615246" cy="48076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ernst-young-EY-logo – GeoMarvel">
              <a:extLst>
                <a:ext uri="{FF2B5EF4-FFF2-40B4-BE49-F238E27FC236}">
                  <a16:creationId xmlns:a16="http://schemas.microsoft.com/office/drawing/2014/main" id="{1DEBAD63-3FAA-449E-CF3F-0A7F314E257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103650" y="3560166"/>
              <a:ext cx="1615246" cy="7299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PwC (ICE) - STAR Management Week 2024">
              <a:extLst>
                <a:ext uri="{FF2B5EF4-FFF2-40B4-BE49-F238E27FC236}">
                  <a16:creationId xmlns:a16="http://schemas.microsoft.com/office/drawing/2014/main" id="{13E9F975-FBC6-2259-AB07-8CFC07A023ED}"/>
                </a:ext>
              </a:extLst>
            </p:cNvPr>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314361" y="4451337"/>
              <a:ext cx="1615246" cy="48076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a:extLst>
                <a:ext uri="{FF2B5EF4-FFF2-40B4-BE49-F238E27FC236}">
                  <a16:creationId xmlns:a16="http://schemas.microsoft.com/office/drawing/2014/main" id="{76DC3BF8-9DEF-9EF5-2CB0-D2244D497CCE}"/>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103650" y="5093344"/>
              <a:ext cx="1615246" cy="62165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Group 2">
            <a:extLst>
              <a:ext uri="{FF2B5EF4-FFF2-40B4-BE49-F238E27FC236}">
                <a16:creationId xmlns:a16="http://schemas.microsoft.com/office/drawing/2014/main" id="{2C483D36-3824-D2C6-D664-978DD31923AE}"/>
              </a:ext>
            </a:extLst>
          </p:cNvPr>
          <p:cNvGrpSpPr/>
          <p:nvPr/>
        </p:nvGrpSpPr>
        <p:grpSpPr>
          <a:xfrm>
            <a:off x="8128918" y="1513728"/>
            <a:ext cx="3657600" cy="4200670"/>
            <a:chOff x="8128918" y="1513728"/>
            <a:chExt cx="3657600" cy="4200670"/>
          </a:xfrm>
        </p:grpSpPr>
        <p:sp>
          <p:nvSpPr>
            <p:cNvPr id="11" name="TextBox 10">
              <a:extLst>
                <a:ext uri="{FF2B5EF4-FFF2-40B4-BE49-F238E27FC236}">
                  <a16:creationId xmlns:a16="http://schemas.microsoft.com/office/drawing/2014/main" id="{67B26758-92DE-2BB6-D533-C636E58EB042}"/>
                </a:ext>
              </a:extLst>
            </p:cNvPr>
            <p:cNvSpPr txBox="1"/>
            <p:nvPr/>
          </p:nvSpPr>
          <p:spPr>
            <a:xfrm>
              <a:off x="8128918" y="1513728"/>
              <a:ext cx="3657600" cy="830997"/>
            </a:xfrm>
            <a:prstGeom prst="rect">
              <a:avLst/>
            </a:prstGeom>
            <a:solidFill>
              <a:schemeClr val="tx1"/>
            </a:solidFill>
          </p:spPr>
          <p:txBody>
            <a:bodyPr wrap="square"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EXPERTS IN EHR</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IMPLEMENTATION</a:t>
              </a:r>
            </a:p>
          </p:txBody>
        </p:sp>
        <p:pic>
          <p:nvPicPr>
            <p:cNvPr id="18" name="Picture 14" descr="Tegria - Health Plan Alliance">
              <a:extLst>
                <a:ext uri="{FF2B5EF4-FFF2-40B4-BE49-F238E27FC236}">
                  <a16:creationId xmlns:a16="http://schemas.microsoft.com/office/drawing/2014/main" id="{9FB55A63-E07E-EF70-5079-7142F83794CB}"/>
                </a:ext>
              </a:extLst>
            </p:cNvPr>
            <p:cNvPicPr>
              <a:picLocks noChangeAspect="1" noChangeArrowheads="1"/>
            </p:cNvPicPr>
            <p:nvPr/>
          </p:nvPicPr>
          <p:blipFill rotWithShape="1">
            <a:blip r:embed="rId7" cstate="print">
              <a:extLst>
                <a:ext uri="{28A0092B-C50C-407E-A947-70E740481C1C}">
                  <a14:useLocalDpi xmlns:a14="http://schemas.microsoft.com/office/drawing/2010/main"/>
                </a:ext>
              </a:extLst>
            </a:blip>
            <a:srcRect l="7399" t="27556" b="26247"/>
            <a:stretch/>
          </p:blipFill>
          <p:spPr bwMode="auto">
            <a:xfrm>
              <a:off x="8458528" y="4170677"/>
              <a:ext cx="1499190" cy="69602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2" descr="Evergreen Healthcare Partners ...">
              <a:extLst>
                <a:ext uri="{FF2B5EF4-FFF2-40B4-BE49-F238E27FC236}">
                  <a16:creationId xmlns:a16="http://schemas.microsoft.com/office/drawing/2014/main" id="{D28878D5-0EC0-8ED3-CEC9-E8A92560C82E}"/>
                </a:ext>
              </a:extLst>
            </p:cNvPr>
            <p:cNvPicPr>
              <a:picLocks noChangeAspect="1" noChangeArrowheads="1"/>
            </p:cNvPicPr>
            <p:nvPr/>
          </p:nvPicPr>
          <p:blipFill rotWithShape="1">
            <a:blip r:embed="rId8" cstate="print">
              <a:extLst>
                <a:ext uri="{28A0092B-C50C-407E-A947-70E740481C1C}">
                  <a14:useLocalDpi xmlns:a14="http://schemas.microsoft.com/office/drawing/2010/main"/>
                </a:ext>
              </a:extLst>
            </a:blip>
            <a:srcRect t="1055"/>
            <a:stretch/>
          </p:blipFill>
          <p:spPr bwMode="auto">
            <a:xfrm>
              <a:off x="9787606" y="3157647"/>
              <a:ext cx="1618978" cy="78638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6" descr="Huron Announces 27 Managing Director ...">
              <a:extLst>
                <a:ext uri="{FF2B5EF4-FFF2-40B4-BE49-F238E27FC236}">
                  <a16:creationId xmlns:a16="http://schemas.microsoft.com/office/drawing/2014/main" id="{9AE06816-8D99-977E-526C-39D3226A9EAB}"/>
                </a:ext>
              </a:extLst>
            </p:cNvPr>
            <p:cNvPicPr>
              <a:picLocks noChangeAspect="1" noChangeArrowheads="1"/>
            </p:cNvPicPr>
            <p:nvPr/>
          </p:nvPicPr>
          <p:blipFill rotWithShape="1">
            <a:blip r:embed="rId9" cstate="print">
              <a:extLst>
                <a:ext uri="{28A0092B-C50C-407E-A947-70E740481C1C}">
                  <a14:useLocalDpi xmlns:a14="http://schemas.microsoft.com/office/drawing/2010/main"/>
                </a:ext>
              </a:extLst>
            </a:blip>
            <a:srcRect t="10167" b="10700"/>
            <a:stretch/>
          </p:blipFill>
          <p:spPr bwMode="auto">
            <a:xfrm>
              <a:off x="9787606" y="5093344"/>
              <a:ext cx="1618978" cy="62105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 name="Straight Connector 4">
            <a:extLst>
              <a:ext uri="{FF2B5EF4-FFF2-40B4-BE49-F238E27FC236}">
                <a16:creationId xmlns:a16="http://schemas.microsoft.com/office/drawing/2014/main" id="{89B7BF1B-6F26-3E62-B4E6-D859CC03423E}"/>
              </a:ext>
            </a:extLst>
          </p:cNvPr>
          <p:cNvCxnSpPr>
            <a:cxnSpLocks/>
          </p:cNvCxnSpPr>
          <p:nvPr/>
        </p:nvCxnSpPr>
        <p:spPr>
          <a:xfrm>
            <a:off x="4129998" y="2601684"/>
            <a:ext cx="0" cy="311331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0C3ADC-AFFE-91B8-B8CB-7B7254B5054D}"/>
              </a:ext>
            </a:extLst>
          </p:cNvPr>
          <p:cNvCxnSpPr>
            <a:cxnSpLocks/>
          </p:cNvCxnSpPr>
          <p:nvPr/>
        </p:nvCxnSpPr>
        <p:spPr>
          <a:xfrm>
            <a:off x="8060428" y="2601684"/>
            <a:ext cx="0" cy="311810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743E87D-D3E7-4313-43D6-417F6EAF0F3F}"/>
              </a:ext>
            </a:extLst>
          </p:cNvPr>
          <p:cNvSpPr txBox="1"/>
          <p:nvPr/>
        </p:nvSpPr>
        <p:spPr>
          <a:xfrm>
            <a:off x="0" y="424948"/>
            <a:ext cx="12192000" cy="523220"/>
          </a:xfrm>
          <a:prstGeom prst="rect">
            <a:avLst/>
          </a:prstGeom>
          <a:no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8BE20"/>
                </a:solidFill>
                <a:effectLst/>
                <a:uLnTx/>
                <a:uFillTx/>
                <a:latin typeface="Arial" panose="020B0604020202020204" pitchFamily="34" charset="0"/>
                <a:ea typeface="Source Sans Pro" panose="020B0503030403020204" pitchFamily="34" charset="0"/>
                <a:cs typeface="Arial" panose="020B0604020202020204" pitchFamily="34" charset="0"/>
              </a:rPr>
              <a:t>THE SWEET SPOT</a:t>
            </a:r>
          </a:p>
        </p:txBody>
      </p:sp>
      <p:sp>
        <p:nvSpPr>
          <p:cNvPr id="4" name="Rectangle 3">
            <a:extLst>
              <a:ext uri="{FF2B5EF4-FFF2-40B4-BE49-F238E27FC236}">
                <a16:creationId xmlns:a16="http://schemas.microsoft.com/office/drawing/2014/main" id="{ABB98DE9-99EA-6F8C-0CCA-939AD0AF172A}"/>
              </a:ext>
            </a:extLst>
          </p:cNvPr>
          <p:cNvSpPr/>
          <p:nvPr/>
        </p:nvSpPr>
        <p:spPr>
          <a:xfrm>
            <a:off x="119743" y="1314663"/>
            <a:ext cx="11865428" cy="4563623"/>
          </a:xfrm>
          <a:prstGeom prst="rect">
            <a:avLst/>
          </a:prstGeom>
          <a:solidFill>
            <a:schemeClr val="bg1">
              <a:alpha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nvGrpSpPr>
          <p:cNvPr id="7" name="Group 6">
            <a:extLst>
              <a:ext uri="{FF2B5EF4-FFF2-40B4-BE49-F238E27FC236}">
                <a16:creationId xmlns:a16="http://schemas.microsoft.com/office/drawing/2014/main" id="{1915BDFD-E402-FB17-D2D8-B3CAFF24AE8F}"/>
              </a:ext>
            </a:extLst>
          </p:cNvPr>
          <p:cNvGrpSpPr/>
          <p:nvPr/>
        </p:nvGrpSpPr>
        <p:grpSpPr>
          <a:xfrm>
            <a:off x="4200060" y="1513728"/>
            <a:ext cx="3791879" cy="4029609"/>
            <a:chOff x="4200060" y="1513728"/>
            <a:chExt cx="3791879" cy="4029609"/>
          </a:xfrm>
        </p:grpSpPr>
        <p:sp>
          <p:nvSpPr>
            <p:cNvPr id="29" name="TextBox 28">
              <a:extLst>
                <a:ext uri="{FF2B5EF4-FFF2-40B4-BE49-F238E27FC236}">
                  <a16:creationId xmlns:a16="http://schemas.microsoft.com/office/drawing/2014/main" id="{971AFD03-94E0-DAC6-AC4D-BEC631C6F540}"/>
                </a:ext>
              </a:extLst>
            </p:cNvPr>
            <p:cNvSpPr txBox="1"/>
            <p:nvPr/>
          </p:nvSpPr>
          <p:spPr>
            <a:xfrm>
              <a:off x="4200060" y="1513728"/>
              <a:ext cx="3791879" cy="830997"/>
            </a:xfrm>
            <a:prstGeom prst="rect">
              <a:avLst/>
            </a:prstGeom>
            <a:solidFill>
              <a:schemeClr val="tx2"/>
            </a:solidFill>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WE CAN DO THINGS </a:t>
              </a:r>
              <a:b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b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OTHER FIRMS CANNOT </a:t>
              </a:r>
            </a:p>
          </p:txBody>
        </p:sp>
        <p:pic>
          <p:nvPicPr>
            <p:cNvPr id="38" name="Picture 37" descr="A black and grey letter&#10;&#10;Description automatically generated">
              <a:extLst>
                <a:ext uri="{FF2B5EF4-FFF2-40B4-BE49-F238E27FC236}">
                  <a16:creationId xmlns:a16="http://schemas.microsoft.com/office/drawing/2014/main" id="{812E5FB2-2CB6-2540-7460-F82EAF0E4F98}"/>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4926089" y="5058108"/>
              <a:ext cx="2468880" cy="485229"/>
            </a:xfrm>
            <a:prstGeom prst="rect">
              <a:avLst/>
            </a:prstGeom>
          </p:spPr>
        </p:pic>
        <p:pic>
          <p:nvPicPr>
            <p:cNvPr id="41" name="Picture 40" descr="A green cross in a circle&#10;&#10;Description automatically generated">
              <a:extLst>
                <a:ext uri="{FF2B5EF4-FFF2-40B4-BE49-F238E27FC236}">
                  <a16:creationId xmlns:a16="http://schemas.microsoft.com/office/drawing/2014/main" id="{CA0C9490-B180-E68C-8C20-08B2F8B774DF}"/>
                </a:ext>
              </a:extLst>
            </p:cNvPr>
            <p:cNvPicPr>
              <a:picLocks noChangeAspect="1"/>
            </p:cNvPicPr>
            <p:nvPr/>
          </p:nvPicPr>
          <p:blipFill>
            <a:blip r:embed="rId11"/>
            <a:stretch>
              <a:fillRect/>
            </a:stretch>
          </p:blipFill>
          <p:spPr>
            <a:xfrm>
              <a:off x="5272253" y="3121071"/>
              <a:ext cx="1645920" cy="1645920"/>
            </a:xfrm>
            <a:prstGeom prst="rect">
              <a:avLst/>
            </a:prstGeom>
          </p:spPr>
        </p:pic>
      </p:grpSp>
    </p:spTree>
    <p:extLst>
      <p:ext uri="{BB962C8B-B14F-4D97-AF65-F5344CB8AC3E}">
        <p14:creationId xmlns:p14="http://schemas.microsoft.com/office/powerpoint/2010/main" val="2034409690"/>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Digital Partnership Success Story: VHC Health and Nordic">
            <a:hlinkClick r:id="" action="ppaction://media"/>
            <a:extLst>
              <a:ext uri="{FF2B5EF4-FFF2-40B4-BE49-F238E27FC236}">
                <a16:creationId xmlns:a16="http://schemas.microsoft.com/office/drawing/2014/main" id="{FAE267F4-DBBD-F7FE-8331-04688885D6A2}"/>
              </a:ext>
            </a:extLst>
          </p:cNvPr>
          <p:cNvPicPr>
            <a:picLocks noRot="1" noChangeAspect="1"/>
          </p:cNvPicPr>
          <p:nvPr>
            <a:videoFile r:link="rId1"/>
          </p:nvPr>
        </p:nvPicPr>
        <p:blipFill>
          <a:blip r:embed="rId4"/>
          <a:stretch>
            <a:fillRect/>
          </a:stretch>
        </p:blipFill>
        <p:spPr>
          <a:xfrm>
            <a:off x="26988" y="0"/>
            <a:ext cx="12138025" cy="6858000"/>
          </a:xfrm>
          <a:prstGeom prst="rect">
            <a:avLst/>
          </a:prstGeom>
        </p:spPr>
      </p:pic>
    </p:spTree>
    <p:extLst>
      <p:ext uri="{BB962C8B-B14F-4D97-AF65-F5344CB8AC3E}">
        <p14:creationId xmlns:p14="http://schemas.microsoft.com/office/powerpoint/2010/main" val="590583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43AC1BC-713B-2558-46B1-C76D209BA6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A9682-D5C4-3798-F600-67C833B18019}"/>
              </a:ext>
            </a:extLst>
          </p:cNvPr>
          <p:cNvSpPr txBox="1">
            <a:spLocks/>
          </p:cNvSpPr>
          <p:nvPr/>
        </p:nvSpPr>
        <p:spPr>
          <a:xfrm>
            <a:off x="1376902" y="2942376"/>
            <a:ext cx="9438195" cy="1812040"/>
          </a:xfrm>
          <a:prstGeom prst="rect">
            <a:avLst/>
          </a:prstGeom>
        </p:spPr>
        <p:txBody>
          <a:bodyPr>
            <a:noAutofit/>
          </a:bodyPr>
          <a:lst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What stood out to you about Nordic’s value?</a:t>
            </a:r>
          </a:p>
        </p:txBody>
      </p:sp>
      <p:sp>
        <p:nvSpPr>
          <p:cNvPr id="3" name="Rectangle 2">
            <a:extLst>
              <a:ext uri="{FF2B5EF4-FFF2-40B4-BE49-F238E27FC236}">
                <a16:creationId xmlns:a16="http://schemas.microsoft.com/office/drawing/2014/main" id="{DEB823EB-0772-9CB0-94FF-067B6C356DF4}"/>
              </a:ext>
            </a:extLst>
          </p:cNvPr>
          <p:cNvSpPr/>
          <p:nvPr/>
        </p:nvSpPr>
        <p:spPr>
          <a:xfrm>
            <a:off x="0" y="530458"/>
            <a:ext cx="230318" cy="8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ource Sans Pro"/>
              <a:ea typeface="+mn-ea"/>
              <a:cs typeface="+mn-cs"/>
            </a:endParaRPr>
          </a:p>
        </p:txBody>
      </p:sp>
    </p:spTree>
    <p:extLst>
      <p:ext uri="{BB962C8B-B14F-4D97-AF65-F5344CB8AC3E}">
        <p14:creationId xmlns:p14="http://schemas.microsoft.com/office/powerpoint/2010/main" val="2337077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3075B-60A9-B6BC-6D0E-88688AC373A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5D59514-046A-6FE8-45E3-DC5D1954D2C3}"/>
              </a:ext>
            </a:extLst>
          </p:cNvPr>
          <p:cNvSpPr>
            <a:spLocks/>
          </p:cNvSpPr>
          <p:nvPr/>
        </p:nvSpPr>
        <p:spPr>
          <a:xfrm>
            <a:off x="0" y="1765854"/>
            <a:ext cx="12192000" cy="47480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4" name="TextBox 23">
            <a:extLst>
              <a:ext uri="{FF2B5EF4-FFF2-40B4-BE49-F238E27FC236}">
                <a16:creationId xmlns:a16="http://schemas.microsoft.com/office/drawing/2014/main" id="{989065D3-1249-6433-49D8-F2CA6A7E55B9}"/>
              </a:ext>
            </a:extLst>
          </p:cNvPr>
          <p:cNvSpPr txBox="1"/>
          <p:nvPr/>
        </p:nvSpPr>
        <p:spPr>
          <a:xfrm>
            <a:off x="3509685" y="4835700"/>
            <a:ext cx="184731" cy="300210"/>
          </a:xfrm>
          <a:prstGeom prst="rect">
            <a:avLst/>
          </a:prstGeom>
          <a:noFill/>
        </p:spPr>
        <p:txBody>
          <a:bodyPr wrap="none" rtlCol="0">
            <a:spAutoFit/>
          </a:bodyPr>
          <a:lstStyle/>
          <a:p>
            <a:pPr defTabSz="914354"/>
            <a:endParaRPr lang="en-US" sz="1351">
              <a:solidFill>
                <a:srgbClr val="595959"/>
              </a:solidFill>
              <a:latin typeface="Source Sans Pro"/>
            </a:endParaRPr>
          </a:p>
        </p:txBody>
      </p:sp>
      <p:sp>
        <p:nvSpPr>
          <p:cNvPr id="29" name="Title 1">
            <a:extLst>
              <a:ext uri="{FF2B5EF4-FFF2-40B4-BE49-F238E27FC236}">
                <a16:creationId xmlns:a16="http://schemas.microsoft.com/office/drawing/2014/main" id="{01EFD71B-E1BD-A63F-6BD2-98F2A92D7BF0}"/>
              </a:ext>
            </a:extLst>
          </p:cNvPr>
          <p:cNvSpPr txBox="1">
            <a:spLocks/>
          </p:cNvSpPr>
          <p:nvPr/>
        </p:nvSpPr>
        <p:spPr>
          <a:xfrm>
            <a:off x="1791214" y="2175305"/>
            <a:ext cx="2359087" cy="46090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54">
              <a:lnSpc>
                <a:spcPct val="114000"/>
              </a:lnSpc>
            </a:pPr>
            <a:r>
              <a:rPr lang="en-US" sz="2000" b="1" dirty="0">
                <a:solidFill>
                  <a:schemeClr val="tx2"/>
                </a:solidFill>
                <a:latin typeface="Arial" panose="020B0604020202020204" pitchFamily="34" charset="0"/>
                <a:cs typeface="Arial" panose="020B0604020202020204" pitchFamily="34" charset="0"/>
              </a:rPr>
              <a:t>Digital and Cloud</a:t>
            </a:r>
          </a:p>
        </p:txBody>
      </p:sp>
      <p:pic>
        <p:nvPicPr>
          <p:cNvPr id="30" name="Graphic 29">
            <a:extLst>
              <a:ext uri="{FF2B5EF4-FFF2-40B4-BE49-F238E27FC236}">
                <a16:creationId xmlns:a16="http://schemas.microsoft.com/office/drawing/2014/main" id="{DFDDEC16-369D-286B-5850-3826D40450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7087" y="2142535"/>
            <a:ext cx="660400" cy="487680"/>
          </a:xfrm>
          <a:prstGeom prst="rect">
            <a:avLst/>
          </a:prstGeom>
        </p:spPr>
      </p:pic>
      <p:sp>
        <p:nvSpPr>
          <p:cNvPr id="32" name="Title 1">
            <a:extLst>
              <a:ext uri="{FF2B5EF4-FFF2-40B4-BE49-F238E27FC236}">
                <a16:creationId xmlns:a16="http://schemas.microsoft.com/office/drawing/2014/main" id="{C67EE577-BE10-288A-50B9-40C2866A704C}"/>
              </a:ext>
            </a:extLst>
          </p:cNvPr>
          <p:cNvSpPr txBox="1">
            <a:spLocks/>
          </p:cNvSpPr>
          <p:nvPr/>
        </p:nvSpPr>
        <p:spPr>
          <a:xfrm>
            <a:off x="1791214" y="3185069"/>
            <a:ext cx="1947847" cy="45681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54">
              <a:lnSpc>
                <a:spcPct val="114000"/>
              </a:lnSpc>
            </a:pPr>
            <a:r>
              <a:rPr lang="en-US" sz="2000" b="1" dirty="0">
                <a:solidFill>
                  <a:schemeClr val="tx2"/>
                </a:solidFill>
                <a:latin typeface="Arial" panose="020B0604020202020204" pitchFamily="34" charset="0"/>
                <a:cs typeface="Arial" panose="020B0604020202020204" pitchFamily="34" charset="0"/>
              </a:rPr>
              <a:t>EHR Services</a:t>
            </a:r>
          </a:p>
        </p:txBody>
      </p:sp>
      <p:pic>
        <p:nvPicPr>
          <p:cNvPr id="33" name="Graphic 32">
            <a:extLst>
              <a:ext uri="{FF2B5EF4-FFF2-40B4-BE49-F238E27FC236}">
                <a16:creationId xmlns:a16="http://schemas.microsoft.com/office/drawing/2014/main" id="{454A16CF-DEAA-0AD7-9B8B-0D0E07876F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7087" y="3139329"/>
            <a:ext cx="747776" cy="487680"/>
          </a:xfrm>
          <a:prstGeom prst="rect">
            <a:avLst/>
          </a:prstGeom>
        </p:spPr>
      </p:pic>
      <p:sp>
        <p:nvSpPr>
          <p:cNvPr id="3" name="Title 1">
            <a:extLst>
              <a:ext uri="{FF2B5EF4-FFF2-40B4-BE49-F238E27FC236}">
                <a16:creationId xmlns:a16="http://schemas.microsoft.com/office/drawing/2014/main" id="{E9FC5C5F-AE91-EDEB-E595-FDA302355A6D}"/>
              </a:ext>
            </a:extLst>
          </p:cNvPr>
          <p:cNvSpPr txBox="1">
            <a:spLocks/>
          </p:cNvSpPr>
          <p:nvPr/>
        </p:nvSpPr>
        <p:spPr>
          <a:xfrm>
            <a:off x="7047414" y="4260821"/>
            <a:ext cx="2599765" cy="48768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54">
              <a:lnSpc>
                <a:spcPct val="114000"/>
              </a:lnSpc>
            </a:pPr>
            <a:r>
              <a:rPr lang="en-US" sz="2000" b="1" dirty="0">
                <a:solidFill>
                  <a:schemeClr val="tx2"/>
                </a:solidFill>
                <a:latin typeface="Arial" panose="020B0604020202020204" pitchFamily="34" charset="0"/>
                <a:cs typeface="Arial" panose="020B0604020202020204" pitchFamily="34" charset="0"/>
              </a:rPr>
              <a:t>Managed Services</a:t>
            </a:r>
          </a:p>
        </p:txBody>
      </p:sp>
      <p:pic>
        <p:nvPicPr>
          <p:cNvPr id="4" name="Graphic 3">
            <a:extLst>
              <a:ext uri="{FF2B5EF4-FFF2-40B4-BE49-F238E27FC236}">
                <a16:creationId xmlns:a16="http://schemas.microsoft.com/office/drawing/2014/main" id="{282931FA-1966-84FC-0AFC-83ACCFFF338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flipH="1">
            <a:off x="6418779" y="4260821"/>
            <a:ext cx="642652" cy="487680"/>
          </a:xfrm>
          <a:prstGeom prst="rect">
            <a:avLst/>
          </a:prstGeom>
        </p:spPr>
      </p:pic>
      <p:sp>
        <p:nvSpPr>
          <p:cNvPr id="35" name="Title 1">
            <a:extLst>
              <a:ext uri="{FF2B5EF4-FFF2-40B4-BE49-F238E27FC236}">
                <a16:creationId xmlns:a16="http://schemas.microsoft.com/office/drawing/2014/main" id="{19A3D37C-DB30-400B-E8D6-262153D3D1BD}"/>
              </a:ext>
            </a:extLst>
          </p:cNvPr>
          <p:cNvSpPr txBox="1">
            <a:spLocks/>
          </p:cNvSpPr>
          <p:nvPr/>
        </p:nvSpPr>
        <p:spPr>
          <a:xfrm>
            <a:off x="1791214" y="4190748"/>
            <a:ext cx="1873022" cy="42704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54">
              <a:lnSpc>
                <a:spcPct val="114000"/>
              </a:lnSpc>
            </a:pPr>
            <a:r>
              <a:rPr lang="en-US" sz="2000" b="1" dirty="0">
                <a:solidFill>
                  <a:schemeClr val="tx2"/>
                </a:solidFill>
                <a:latin typeface="Arial" panose="020B0604020202020204" pitchFamily="34" charset="0"/>
                <a:cs typeface="Arial" panose="020B0604020202020204" pitchFamily="34" charset="0"/>
              </a:rPr>
              <a:t>ERP Services</a:t>
            </a:r>
          </a:p>
        </p:txBody>
      </p:sp>
      <p:pic>
        <p:nvPicPr>
          <p:cNvPr id="5" name="Picture 4" descr="Shape, icon, arrow&#10;&#10;Description automatically generated">
            <a:extLst>
              <a:ext uri="{FF2B5EF4-FFF2-40B4-BE49-F238E27FC236}">
                <a16:creationId xmlns:a16="http://schemas.microsoft.com/office/drawing/2014/main" id="{A32F7834-8B70-EA54-C601-694F94F73B4D}"/>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087087" y="4136122"/>
            <a:ext cx="573684" cy="487680"/>
          </a:xfrm>
          <a:prstGeom prst="rect">
            <a:avLst/>
          </a:prstGeom>
          <a:noFill/>
          <a:ln w="9525">
            <a:noFill/>
          </a:ln>
        </p:spPr>
      </p:pic>
      <p:sp>
        <p:nvSpPr>
          <p:cNvPr id="9" name="Title 1">
            <a:extLst>
              <a:ext uri="{FF2B5EF4-FFF2-40B4-BE49-F238E27FC236}">
                <a16:creationId xmlns:a16="http://schemas.microsoft.com/office/drawing/2014/main" id="{CE8B34F0-D344-176B-2AB6-30BBEE9A32B7}"/>
              </a:ext>
            </a:extLst>
          </p:cNvPr>
          <p:cNvSpPr txBox="1">
            <a:spLocks/>
          </p:cNvSpPr>
          <p:nvPr/>
        </p:nvSpPr>
        <p:spPr>
          <a:xfrm>
            <a:off x="7047414" y="3236921"/>
            <a:ext cx="2306898" cy="42704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54">
              <a:lnSpc>
                <a:spcPct val="114000"/>
              </a:lnSpc>
            </a:pPr>
            <a:r>
              <a:rPr lang="en-US" sz="2000" b="1" dirty="0">
                <a:solidFill>
                  <a:schemeClr val="tx2"/>
                </a:solidFill>
                <a:latin typeface="Arial" panose="020B0604020202020204" pitchFamily="34" charset="0"/>
                <a:cs typeface="Arial" panose="020B0604020202020204" pitchFamily="34" charset="0"/>
              </a:rPr>
              <a:t>Staffing Services</a:t>
            </a:r>
          </a:p>
        </p:txBody>
      </p:sp>
      <p:pic>
        <p:nvPicPr>
          <p:cNvPr id="14" name="Graphic 13">
            <a:extLst>
              <a:ext uri="{FF2B5EF4-FFF2-40B4-BE49-F238E27FC236}">
                <a16:creationId xmlns:a16="http://schemas.microsoft.com/office/drawing/2014/main" id="{2F77F471-6D49-746C-F365-D7FE05E4D47A}"/>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418779" y="3214363"/>
            <a:ext cx="473945" cy="487680"/>
          </a:xfrm>
          <a:prstGeom prst="rect">
            <a:avLst/>
          </a:prstGeom>
        </p:spPr>
      </p:pic>
      <p:sp>
        <p:nvSpPr>
          <p:cNvPr id="8" name="Title 3">
            <a:extLst>
              <a:ext uri="{FF2B5EF4-FFF2-40B4-BE49-F238E27FC236}">
                <a16:creationId xmlns:a16="http://schemas.microsoft.com/office/drawing/2014/main" id="{C19DF454-824C-0F7B-E6E4-5F8B292270A2}"/>
              </a:ext>
            </a:extLst>
          </p:cNvPr>
          <p:cNvSpPr txBox="1">
            <a:spLocks/>
          </p:cNvSpPr>
          <p:nvPr/>
        </p:nvSpPr>
        <p:spPr>
          <a:xfrm>
            <a:off x="260198" y="549939"/>
            <a:ext cx="6928001" cy="681960"/>
          </a:xfrm>
          <a:prstGeom prst="rect">
            <a:avLst/>
          </a:prstGeom>
        </p:spPr>
        <p:txBody>
          <a:bodyPr>
            <a:normAutofit/>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r>
              <a:rPr lang="en-US" sz="2800" dirty="0">
                <a:solidFill>
                  <a:schemeClr val="tx1"/>
                </a:solidFill>
                <a:latin typeface="Arial" panose="020B0604020202020204" pitchFamily="34" charset="0"/>
                <a:cs typeface="Arial" panose="020B0604020202020204" pitchFamily="34" charset="0"/>
              </a:rPr>
              <a:t>Nordic’s Business Lines </a:t>
            </a:r>
          </a:p>
        </p:txBody>
      </p:sp>
      <p:cxnSp>
        <p:nvCxnSpPr>
          <p:cNvPr id="10" name="Straight Connector 9">
            <a:extLst>
              <a:ext uri="{FF2B5EF4-FFF2-40B4-BE49-F238E27FC236}">
                <a16:creationId xmlns:a16="http://schemas.microsoft.com/office/drawing/2014/main" id="{A5FD8F12-88DD-7563-BBD7-269474848904}"/>
              </a:ext>
            </a:extLst>
          </p:cNvPr>
          <p:cNvCxnSpPr/>
          <p:nvPr/>
        </p:nvCxnSpPr>
        <p:spPr>
          <a:xfrm>
            <a:off x="-123152" y="1330036"/>
            <a:ext cx="146550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Title 1">
            <a:extLst>
              <a:ext uri="{FF2B5EF4-FFF2-40B4-BE49-F238E27FC236}">
                <a16:creationId xmlns:a16="http://schemas.microsoft.com/office/drawing/2014/main" id="{9F29C690-A57E-7B0A-29BB-FA0EFAEB46F9}"/>
              </a:ext>
            </a:extLst>
          </p:cNvPr>
          <p:cNvSpPr txBox="1">
            <a:spLocks/>
          </p:cNvSpPr>
          <p:nvPr/>
        </p:nvSpPr>
        <p:spPr>
          <a:xfrm>
            <a:off x="7065285" y="2216281"/>
            <a:ext cx="3609158" cy="428661"/>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77">
              <a:lnSpc>
                <a:spcPct val="114000"/>
              </a:lnSpc>
            </a:pPr>
            <a:r>
              <a:rPr lang="en-US" sz="2000" b="1" dirty="0">
                <a:solidFill>
                  <a:schemeClr val="tx2"/>
                </a:solidFill>
                <a:latin typeface="Arial" panose="020B0604020202020204" pitchFamily="34" charset="0"/>
                <a:cs typeface="Arial" panose="020B0604020202020204" pitchFamily="34" charset="0"/>
              </a:rPr>
              <a:t>Process Improvement</a:t>
            </a:r>
          </a:p>
        </p:txBody>
      </p:sp>
      <p:pic>
        <p:nvPicPr>
          <p:cNvPr id="27" name="Graphic 26">
            <a:extLst>
              <a:ext uri="{FF2B5EF4-FFF2-40B4-BE49-F238E27FC236}">
                <a16:creationId xmlns:a16="http://schemas.microsoft.com/office/drawing/2014/main" id="{F2C613B9-A275-037F-F64A-75ED9512E1E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36650" y="2175492"/>
            <a:ext cx="605087" cy="487680"/>
          </a:xfrm>
          <a:prstGeom prst="rect">
            <a:avLst/>
          </a:prstGeom>
        </p:spPr>
      </p:pic>
      <p:sp>
        <p:nvSpPr>
          <p:cNvPr id="15" name="Title 1">
            <a:extLst>
              <a:ext uri="{FF2B5EF4-FFF2-40B4-BE49-F238E27FC236}">
                <a16:creationId xmlns:a16="http://schemas.microsoft.com/office/drawing/2014/main" id="{FB31CA3F-8F1A-FA48-D06A-F4695FA5CD5F}"/>
              </a:ext>
            </a:extLst>
          </p:cNvPr>
          <p:cNvSpPr txBox="1">
            <a:spLocks/>
          </p:cNvSpPr>
          <p:nvPr/>
        </p:nvSpPr>
        <p:spPr>
          <a:xfrm>
            <a:off x="7065285" y="2615056"/>
            <a:ext cx="3403850" cy="33075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77">
              <a:lnSpc>
                <a:spcPct val="114000"/>
              </a:lnSpc>
            </a:pPr>
            <a:r>
              <a:rPr lang="en-US" sz="1400" dirty="0">
                <a:latin typeface="Arial" panose="020B0604020202020204" pitchFamily="34" charset="0"/>
                <a:ea typeface="Source Sans Pro Light" panose="020B0403030403020204" pitchFamily="34" charset="0"/>
                <a:cs typeface="Arial" panose="020B0604020202020204" pitchFamily="34" charset="0"/>
              </a:rPr>
              <a:t>Optimize clinical and financial efficiency.</a:t>
            </a:r>
          </a:p>
        </p:txBody>
      </p:sp>
      <p:sp>
        <p:nvSpPr>
          <p:cNvPr id="7" name="Title 1">
            <a:extLst>
              <a:ext uri="{FF2B5EF4-FFF2-40B4-BE49-F238E27FC236}">
                <a16:creationId xmlns:a16="http://schemas.microsoft.com/office/drawing/2014/main" id="{4A581CF0-7CAD-7E86-C249-1F2E2E56DD2A}"/>
              </a:ext>
            </a:extLst>
          </p:cNvPr>
          <p:cNvSpPr txBox="1">
            <a:spLocks/>
          </p:cNvSpPr>
          <p:nvPr/>
        </p:nvSpPr>
        <p:spPr>
          <a:xfrm>
            <a:off x="1791214" y="5275692"/>
            <a:ext cx="4754101" cy="452658"/>
          </a:xfrm>
          <a:prstGeom prst="rect">
            <a:avLst/>
          </a:prstGeom>
          <a:solidFill>
            <a:schemeClr val="bg2"/>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54">
              <a:lnSpc>
                <a:spcPct val="114000"/>
              </a:lnSpc>
            </a:pPr>
            <a:r>
              <a:rPr lang="en-US" sz="2000" b="1" dirty="0">
                <a:solidFill>
                  <a:schemeClr val="tx2"/>
                </a:solidFill>
                <a:latin typeface="Arial" panose="020B0604020202020204" pitchFamily="34" charset="0"/>
                <a:cs typeface="Arial" panose="020B0604020202020204" pitchFamily="34" charset="0"/>
              </a:rPr>
              <a:t>CRM Services</a:t>
            </a:r>
          </a:p>
        </p:txBody>
      </p:sp>
      <p:sp>
        <p:nvSpPr>
          <p:cNvPr id="16" name="Title 1">
            <a:extLst>
              <a:ext uri="{FF2B5EF4-FFF2-40B4-BE49-F238E27FC236}">
                <a16:creationId xmlns:a16="http://schemas.microsoft.com/office/drawing/2014/main" id="{BAF6A8BF-6928-9BB7-98F3-B8E1513D6DA1}"/>
              </a:ext>
            </a:extLst>
          </p:cNvPr>
          <p:cNvSpPr txBox="1">
            <a:spLocks/>
          </p:cNvSpPr>
          <p:nvPr/>
        </p:nvSpPr>
        <p:spPr>
          <a:xfrm>
            <a:off x="1762250" y="2597210"/>
            <a:ext cx="3780711" cy="33075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77">
              <a:lnSpc>
                <a:spcPct val="114000"/>
              </a:lnSpc>
            </a:pPr>
            <a:r>
              <a:rPr lang="en-US" sz="1400" dirty="0">
                <a:latin typeface="Arial" panose="020B0604020202020204" pitchFamily="34" charset="0"/>
                <a:ea typeface="Source Sans Pro Light" panose="020B0403030403020204" pitchFamily="34" charset="0"/>
                <a:cs typeface="Arial" panose="020B0604020202020204" pitchFamily="34" charset="0"/>
              </a:rPr>
              <a:t>Migration of data to online hosting platforms.</a:t>
            </a:r>
          </a:p>
        </p:txBody>
      </p:sp>
      <p:sp>
        <p:nvSpPr>
          <p:cNvPr id="17" name="Title 1">
            <a:extLst>
              <a:ext uri="{FF2B5EF4-FFF2-40B4-BE49-F238E27FC236}">
                <a16:creationId xmlns:a16="http://schemas.microsoft.com/office/drawing/2014/main" id="{14C0FBFA-9B1D-5D28-78EA-E5674C88574D}"/>
              </a:ext>
            </a:extLst>
          </p:cNvPr>
          <p:cNvSpPr txBox="1">
            <a:spLocks/>
          </p:cNvSpPr>
          <p:nvPr/>
        </p:nvSpPr>
        <p:spPr>
          <a:xfrm>
            <a:off x="1762250" y="3603422"/>
            <a:ext cx="4010971" cy="33075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77">
              <a:lnSpc>
                <a:spcPct val="114000"/>
              </a:lnSpc>
            </a:pPr>
            <a:r>
              <a:rPr lang="en-US" sz="1400" dirty="0">
                <a:latin typeface="Arial" panose="020B0604020202020204" pitchFamily="34" charset="0"/>
                <a:ea typeface="Source Sans Pro Light" panose="020B0403030403020204" pitchFamily="34" charset="0"/>
                <a:cs typeface="Arial" panose="020B0604020202020204" pitchFamily="34" charset="0"/>
              </a:rPr>
              <a:t>Installation of electronic health records.</a:t>
            </a:r>
          </a:p>
        </p:txBody>
      </p:sp>
      <p:sp>
        <p:nvSpPr>
          <p:cNvPr id="19" name="Title 1">
            <a:extLst>
              <a:ext uri="{FF2B5EF4-FFF2-40B4-BE49-F238E27FC236}">
                <a16:creationId xmlns:a16="http://schemas.microsoft.com/office/drawing/2014/main" id="{C880C5EE-F11F-5849-76A5-C329EBBE237A}"/>
              </a:ext>
            </a:extLst>
          </p:cNvPr>
          <p:cNvSpPr txBox="1">
            <a:spLocks/>
          </p:cNvSpPr>
          <p:nvPr/>
        </p:nvSpPr>
        <p:spPr>
          <a:xfrm>
            <a:off x="1762251" y="4609633"/>
            <a:ext cx="2740342" cy="33075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77">
              <a:lnSpc>
                <a:spcPct val="114000"/>
              </a:lnSpc>
            </a:pPr>
            <a:r>
              <a:rPr lang="en-US" sz="1400" dirty="0">
                <a:latin typeface="Arial" panose="020B0604020202020204" pitchFamily="34" charset="0"/>
                <a:ea typeface="Source Sans Pro Light" panose="020B0403030403020204" pitchFamily="34" charset="0"/>
                <a:cs typeface="Arial" panose="020B0604020202020204" pitchFamily="34" charset="0"/>
              </a:rPr>
              <a:t>Implementation of HR systems.</a:t>
            </a:r>
          </a:p>
        </p:txBody>
      </p:sp>
      <p:sp>
        <p:nvSpPr>
          <p:cNvPr id="20" name="Title 1">
            <a:extLst>
              <a:ext uri="{FF2B5EF4-FFF2-40B4-BE49-F238E27FC236}">
                <a16:creationId xmlns:a16="http://schemas.microsoft.com/office/drawing/2014/main" id="{85B2D2D2-A7A6-3D6B-5078-A7751247B54B}"/>
              </a:ext>
            </a:extLst>
          </p:cNvPr>
          <p:cNvSpPr txBox="1">
            <a:spLocks/>
          </p:cNvSpPr>
          <p:nvPr/>
        </p:nvSpPr>
        <p:spPr>
          <a:xfrm>
            <a:off x="7047413" y="4702608"/>
            <a:ext cx="2740341" cy="33075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77">
              <a:lnSpc>
                <a:spcPct val="114000"/>
              </a:lnSpc>
            </a:pPr>
            <a:r>
              <a:rPr lang="en-US" sz="1400" dirty="0">
                <a:latin typeface="Arial" panose="020B0604020202020204" pitchFamily="34" charset="0"/>
                <a:ea typeface="Source Sans Pro Light" panose="020B0403030403020204" pitchFamily="34" charset="0"/>
                <a:cs typeface="Arial" panose="020B0604020202020204" pitchFamily="34" charset="0"/>
              </a:rPr>
              <a:t>Long-term IT and tech support.</a:t>
            </a:r>
          </a:p>
        </p:txBody>
      </p:sp>
      <p:sp>
        <p:nvSpPr>
          <p:cNvPr id="21" name="Title 1">
            <a:extLst>
              <a:ext uri="{FF2B5EF4-FFF2-40B4-BE49-F238E27FC236}">
                <a16:creationId xmlns:a16="http://schemas.microsoft.com/office/drawing/2014/main" id="{737E4A79-70B0-88FC-D32F-741618B8F35F}"/>
              </a:ext>
            </a:extLst>
          </p:cNvPr>
          <p:cNvSpPr txBox="1">
            <a:spLocks/>
          </p:cNvSpPr>
          <p:nvPr/>
        </p:nvSpPr>
        <p:spPr>
          <a:xfrm>
            <a:off x="7047413" y="3651704"/>
            <a:ext cx="2181427" cy="330758"/>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77">
              <a:lnSpc>
                <a:spcPct val="114000"/>
              </a:lnSpc>
            </a:pPr>
            <a:r>
              <a:rPr lang="en-US" sz="1400" dirty="0">
                <a:latin typeface="Arial" panose="020B0604020202020204" pitchFamily="34" charset="0"/>
                <a:ea typeface="Source Sans Pro Light" panose="020B0403030403020204" pitchFamily="34" charset="0"/>
                <a:cs typeface="Arial" panose="020B0604020202020204" pitchFamily="34" charset="0"/>
              </a:rPr>
              <a:t>Provide skilled workers.</a:t>
            </a:r>
          </a:p>
        </p:txBody>
      </p:sp>
      <p:sp>
        <p:nvSpPr>
          <p:cNvPr id="18" name="Title 1">
            <a:extLst>
              <a:ext uri="{FF2B5EF4-FFF2-40B4-BE49-F238E27FC236}">
                <a16:creationId xmlns:a16="http://schemas.microsoft.com/office/drawing/2014/main" id="{19948A48-8CD6-350E-5B44-8CE67E1C63A1}"/>
              </a:ext>
            </a:extLst>
          </p:cNvPr>
          <p:cNvSpPr txBox="1">
            <a:spLocks/>
          </p:cNvSpPr>
          <p:nvPr/>
        </p:nvSpPr>
        <p:spPr>
          <a:xfrm>
            <a:off x="1762251" y="5637859"/>
            <a:ext cx="5043902" cy="300673"/>
          </a:xfrm>
          <a:prstGeom prst="rect">
            <a:avLst/>
          </a:prstGeom>
          <a:solidFill>
            <a:schemeClr val="bg2"/>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defTabSz="914377">
              <a:lnSpc>
                <a:spcPct val="114000"/>
              </a:lnSpc>
            </a:pPr>
            <a:r>
              <a:rPr lang="en-US" sz="1400" dirty="0">
                <a:latin typeface="Arial" panose="020B0604020202020204" pitchFamily="34" charset="0"/>
                <a:ea typeface="Source Sans Pro Light" panose="020B0403030403020204" pitchFamily="34" charset="0"/>
                <a:cs typeface="Arial" panose="020B0604020202020204" pitchFamily="34" charset="0"/>
              </a:rPr>
              <a:t>Installation of client relationship management systems.</a:t>
            </a:r>
          </a:p>
        </p:txBody>
      </p:sp>
      <p:pic>
        <p:nvPicPr>
          <p:cNvPr id="13" name="Graphic 12" descr="Handshake outline">
            <a:extLst>
              <a:ext uri="{FF2B5EF4-FFF2-40B4-BE49-F238E27FC236}">
                <a16:creationId xmlns:a16="http://schemas.microsoft.com/office/drawing/2014/main" id="{D0866D45-E648-76CE-01D4-C5A21C2746C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103497" y="5154397"/>
            <a:ext cx="621493" cy="621493"/>
          </a:xfrm>
          <a:prstGeom prst="rect">
            <a:avLst/>
          </a:prstGeom>
        </p:spPr>
      </p:pic>
    </p:spTree>
    <p:extLst>
      <p:ext uri="{BB962C8B-B14F-4D97-AF65-F5344CB8AC3E}">
        <p14:creationId xmlns:p14="http://schemas.microsoft.com/office/powerpoint/2010/main" val="2428031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9" grpId="0"/>
      <p:bldP spid="20" grpId="0"/>
      <p:bldP spid="21" grpId="0"/>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48045-B054-19A0-1D9F-553204E615CE}"/>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DB73F389-729C-2341-2624-1FC066DC854C}"/>
              </a:ext>
            </a:extLst>
          </p:cNvPr>
          <p:cNvSpPr txBox="1">
            <a:spLocks/>
          </p:cNvSpPr>
          <p:nvPr/>
        </p:nvSpPr>
        <p:spPr>
          <a:xfrm>
            <a:off x="0" y="0"/>
            <a:ext cx="12192000" cy="946976"/>
          </a:xfrm>
          <a:prstGeom prst="rect">
            <a:avLst/>
          </a:prstGeom>
          <a:solidFill>
            <a:schemeClr val="bg2"/>
          </a:solidFill>
        </p:spPr>
        <p:txBody>
          <a:bodyPr tIns="91440" bIns="91440" anchor="ctr" anchorCtr="0"/>
          <a:lst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Nordic’s Mergers &amp; Acquisitions</a:t>
            </a:r>
          </a:p>
        </p:txBody>
      </p:sp>
      <p:sp>
        <p:nvSpPr>
          <p:cNvPr id="6" name="Rectangle 5">
            <a:extLst>
              <a:ext uri="{FF2B5EF4-FFF2-40B4-BE49-F238E27FC236}">
                <a16:creationId xmlns:a16="http://schemas.microsoft.com/office/drawing/2014/main" id="{6756079D-57FD-240B-EBAB-D69727E2A8E8}"/>
              </a:ext>
            </a:extLst>
          </p:cNvPr>
          <p:cNvSpPr/>
          <p:nvPr/>
        </p:nvSpPr>
        <p:spPr>
          <a:xfrm>
            <a:off x="1038520" y="104402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9001C4A-52AD-278E-249F-D8DB0F498A7E}"/>
              </a:ext>
            </a:extLst>
          </p:cNvPr>
          <p:cNvSpPr/>
          <p:nvPr/>
        </p:nvSpPr>
        <p:spPr>
          <a:xfrm>
            <a:off x="1038520" y="496557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41CCFCE-93A3-F74F-097D-FD4D646DB20F}"/>
              </a:ext>
            </a:extLst>
          </p:cNvPr>
          <p:cNvSpPr/>
          <p:nvPr/>
        </p:nvSpPr>
        <p:spPr>
          <a:xfrm>
            <a:off x="4507582" y="104402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A47AD6-3FD5-1CD9-6AA0-E727BB7F8C27}"/>
              </a:ext>
            </a:extLst>
          </p:cNvPr>
          <p:cNvSpPr/>
          <p:nvPr/>
        </p:nvSpPr>
        <p:spPr>
          <a:xfrm>
            <a:off x="4507582" y="3004795"/>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7D58E00-850A-3C6A-BEA2-6A87279906DE}"/>
              </a:ext>
            </a:extLst>
          </p:cNvPr>
          <p:cNvSpPr/>
          <p:nvPr/>
        </p:nvSpPr>
        <p:spPr>
          <a:xfrm>
            <a:off x="4507582" y="496557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454C767-2E40-3A41-C9FC-DFAF22BD8C32}"/>
              </a:ext>
            </a:extLst>
          </p:cNvPr>
          <p:cNvSpPr/>
          <p:nvPr/>
        </p:nvSpPr>
        <p:spPr>
          <a:xfrm>
            <a:off x="7976642" y="104402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4307442-CC56-1D73-F15F-3483BF2E392E}"/>
              </a:ext>
            </a:extLst>
          </p:cNvPr>
          <p:cNvSpPr/>
          <p:nvPr/>
        </p:nvSpPr>
        <p:spPr>
          <a:xfrm>
            <a:off x="7976643" y="3004795"/>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57A2E9A-E1AF-0ABA-EB89-133AE7956556}"/>
              </a:ext>
            </a:extLst>
          </p:cNvPr>
          <p:cNvSpPr/>
          <p:nvPr/>
        </p:nvSpPr>
        <p:spPr>
          <a:xfrm>
            <a:off x="7976642" y="496557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A5E9003E-7798-27F8-AA4F-7BD30F95D5DF}"/>
              </a:ext>
            </a:extLst>
          </p:cNvPr>
          <p:cNvPicPr>
            <a:picLocks noChangeAspect="1"/>
          </p:cNvPicPr>
          <p:nvPr/>
        </p:nvPicPr>
        <p:blipFill>
          <a:blip r:embed="rId3"/>
          <a:stretch>
            <a:fillRect/>
          </a:stretch>
        </p:blipFill>
        <p:spPr>
          <a:xfrm>
            <a:off x="5039319" y="3426646"/>
            <a:ext cx="2113360" cy="890830"/>
          </a:xfrm>
          <a:prstGeom prst="rect">
            <a:avLst/>
          </a:prstGeom>
          <a:solidFill>
            <a:schemeClr val="accent5">
              <a:lumMod val="20000"/>
              <a:lumOff val="80000"/>
            </a:schemeClr>
          </a:solidFill>
        </p:spPr>
      </p:pic>
      <p:pic>
        <p:nvPicPr>
          <p:cNvPr id="26" name="Picture 25" descr="Text&#10;&#10;Description automatically generated with low confidence">
            <a:extLst>
              <a:ext uri="{FF2B5EF4-FFF2-40B4-BE49-F238E27FC236}">
                <a16:creationId xmlns:a16="http://schemas.microsoft.com/office/drawing/2014/main" id="{9FF2F462-F92E-BCFA-AD79-032C1C4BB655}"/>
              </a:ext>
            </a:extLst>
          </p:cNvPr>
          <p:cNvPicPr>
            <a:picLocks noChangeAspect="1"/>
          </p:cNvPicPr>
          <p:nvPr/>
        </p:nvPicPr>
        <p:blipFill>
          <a:blip r:embed="rId4"/>
          <a:stretch>
            <a:fillRect/>
          </a:stretch>
        </p:blipFill>
        <p:spPr>
          <a:xfrm>
            <a:off x="1195246" y="5165889"/>
            <a:ext cx="2863382" cy="1296182"/>
          </a:xfrm>
          <a:prstGeom prst="rect">
            <a:avLst/>
          </a:prstGeom>
          <a:solidFill>
            <a:schemeClr val="accent5">
              <a:lumMod val="20000"/>
              <a:lumOff val="80000"/>
            </a:schemeClr>
          </a:solidFill>
        </p:spPr>
      </p:pic>
      <p:pic>
        <p:nvPicPr>
          <p:cNvPr id="27" name="Picture 26">
            <a:extLst>
              <a:ext uri="{FF2B5EF4-FFF2-40B4-BE49-F238E27FC236}">
                <a16:creationId xmlns:a16="http://schemas.microsoft.com/office/drawing/2014/main" id="{9C757D8F-F462-3206-2427-A45701C89063}"/>
              </a:ext>
            </a:extLst>
          </p:cNvPr>
          <p:cNvPicPr>
            <a:picLocks noChangeAspect="1"/>
          </p:cNvPicPr>
          <p:nvPr/>
        </p:nvPicPr>
        <p:blipFill>
          <a:blip r:embed="rId5"/>
          <a:stretch>
            <a:fillRect/>
          </a:stretch>
        </p:blipFill>
        <p:spPr>
          <a:xfrm>
            <a:off x="8270440" y="1644915"/>
            <a:ext cx="2589238" cy="532742"/>
          </a:xfrm>
          <a:prstGeom prst="rect">
            <a:avLst/>
          </a:prstGeom>
        </p:spPr>
      </p:pic>
      <p:pic>
        <p:nvPicPr>
          <p:cNvPr id="28" name="Picture 2" descr="Hygeian-Logo-Tagline-Color (1)-01">
            <a:extLst>
              <a:ext uri="{FF2B5EF4-FFF2-40B4-BE49-F238E27FC236}">
                <a16:creationId xmlns:a16="http://schemas.microsoft.com/office/drawing/2014/main" id="{2CE2150B-6F4B-32F5-7CB7-2C40E68BCFA4}"/>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t="20042" b="14805"/>
          <a:stretch/>
        </p:blipFill>
        <p:spPr bwMode="auto">
          <a:xfrm>
            <a:off x="4832955" y="5330860"/>
            <a:ext cx="2526088" cy="1003952"/>
          </a:xfrm>
          <a:prstGeom prst="rect">
            <a:avLst/>
          </a:prstGeom>
          <a:noFill/>
        </p:spPr>
      </p:pic>
      <p:pic>
        <p:nvPicPr>
          <p:cNvPr id="29" name="Picture 28">
            <a:extLst>
              <a:ext uri="{FF2B5EF4-FFF2-40B4-BE49-F238E27FC236}">
                <a16:creationId xmlns:a16="http://schemas.microsoft.com/office/drawing/2014/main" id="{53252B0C-87D8-6FB1-E935-964E8D45FD09}"/>
              </a:ext>
            </a:extLst>
          </p:cNvPr>
          <p:cNvPicPr>
            <a:picLocks noChangeAspect="1"/>
          </p:cNvPicPr>
          <p:nvPr/>
        </p:nvPicPr>
        <p:blipFill>
          <a:blip r:embed="rId7"/>
          <a:stretch>
            <a:fillRect/>
          </a:stretch>
        </p:blipFill>
        <p:spPr>
          <a:xfrm>
            <a:off x="8084654" y="5519396"/>
            <a:ext cx="2960810" cy="626880"/>
          </a:xfrm>
          <a:prstGeom prst="rect">
            <a:avLst/>
          </a:prstGeom>
          <a:solidFill>
            <a:schemeClr val="accent5">
              <a:lumMod val="20000"/>
              <a:lumOff val="80000"/>
            </a:schemeClr>
          </a:solidFill>
        </p:spPr>
      </p:pic>
      <p:pic>
        <p:nvPicPr>
          <p:cNvPr id="30" name="Picture 29">
            <a:extLst>
              <a:ext uri="{FF2B5EF4-FFF2-40B4-BE49-F238E27FC236}">
                <a16:creationId xmlns:a16="http://schemas.microsoft.com/office/drawing/2014/main" id="{443E9402-36F8-483C-ABC5-5AAA186C3D56}"/>
              </a:ext>
            </a:extLst>
          </p:cNvPr>
          <p:cNvPicPr>
            <a:picLocks noChangeAspect="1"/>
          </p:cNvPicPr>
          <p:nvPr/>
        </p:nvPicPr>
        <p:blipFill>
          <a:blip r:embed="rId8"/>
          <a:stretch>
            <a:fillRect/>
          </a:stretch>
        </p:blipFill>
        <p:spPr>
          <a:xfrm>
            <a:off x="4886808" y="1550712"/>
            <a:ext cx="2418382" cy="721148"/>
          </a:xfrm>
          <a:prstGeom prst="rect">
            <a:avLst/>
          </a:prstGeom>
          <a:solidFill>
            <a:schemeClr val="accent5">
              <a:lumMod val="20000"/>
              <a:lumOff val="80000"/>
            </a:schemeClr>
          </a:solidFill>
        </p:spPr>
      </p:pic>
      <p:pic>
        <p:nvPicPr>
          <p:cNvPr id="31" name="Picture 30">
            <a:extLst>
              <a:ext uri="{FF2B5EF4-FFF2-40B4-BE49-F238E27FC236}">
                <a16:creationId xmlns:a16="http://schemas.microsoft.com/office/drawing/2014/main" id="{9921BCFF-144F-F9D2-4F9F-817C694C90ED}"/>
              </a:ext>
            </a:extLst>
          </p:cNvPr>
          <p:cNvPicPr>
            <a:picLocks noChangeAspect="1"/>
          </p:cNvPicPr>
          <p:nvPr/>
        </p:nvPicPr>
        <p:blipFill>
          <a:blip r:embed="rId9"/>
          <a:stretch>
            <a:fillRect/>
          </a:stretch>
        </p:blipFill>
        <p:spPr>
          <a:xfrm>
            <a:off x="1841312" y="1265951"/>
            <a:ext cx="1571250" cy="1290670"/>
          </a:xfrm>
          <a:prstGeom prst="rect">
            <a:avLst/>
          </a:prstGeom>
        </p:spPr>
      </p:pic>
      <p:pic>
        <p:nvPicPr>
          <p:cNvPr id="32" name="Picture 2" descr="Bon Secours Mercy Health | Health Care Access, Quality and Innovation">
            <a:extLst>
              <a:ext uri="{FF2B5EF4-FFF2-40B4-BE49-F238E27FC236}">
                <a16:creationId xmlns:a16="http://schemas.microsoft.com/office/drawing/2014/main" id="{CEDD53BE-8585-9F63-51FE-2FD76B35A55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59801" y="3585783"/>
            <a:ext cx="2810518" cy="572556"/>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extLst>
              <a:ext uri="{FF2B5EF4-FFF2-40B4-BE49-F238E27FC236}">
                <a16:creationId xmlns:a16="http://schemas.microsoft.com/office/drawing/2014/main" id="{004C638E-2D00-9E65-45C7-2F4B0554ADBF}"/>
              </a:ext>
            </a:extLst>
          </p:cNvPr>
          <p:cNvSpPr/>
          <p:nvPr/>
        </p:nvSpPr>
        <p:spPr>
          <a:xfrm>
            <a:off x="-1" y="937280"/>
            <a:ext cx="12181567" cy="5911024"/>
          </a:xfrm>
          <a:prstGeom prst="rect">
            <a:avLst/>
          </a:prstGeom>
          <a:solidFill>
            <a:srgbClr val="9B9B9B">
              <a:alpha val="50196"/>
            </a:srgbClr>
          </a:solidFill>
          <a:ln>
            <a:solidFill>
              <a:srgbClr val="000000">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F9ABB55-B324-4D3E-1983-4B531FB6CC99}"/>
              </a:ext>
            </a:extLst>
          </p:cNvPr>
          <p:cNvSpPr/>
          <p:nvPr/>
        </p:nvSpPr>
        <p:spPr>
          <a:xfrm>
            <a:off x="1038520" y="3004795"/>
            <a:ext cx="3176834" cy="1734532"/>
          </a:xfrm>
          <a:prstGeom prst="rect">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BF902CD0-FF39-2E0C-39ED-67487DA029AC}"/>
              </a:ext>
            </a:extLst>
          </p:cNvPr>
          <p:cNvPicPr>
            <a:picLocks noChangeAspect="1"/>
          </p:cNvPicPr>
          <p:nvPr/>
        </p:nvPicPr>
        <p:blipFill>
          <a:blip r:embed="rId11"/>
          <a:stretch>
            <a:fillRect/>
          </a:stretch>
        </p:blipFill>
        <p:spPr>
          <a:xfrm>
            <a:off x="1221681" y="3604885"/>
            <a:ext cx="2810512" cy="575814"/>
          </a:xfrm>
          <a:prstGeom prst="rect">
            <a:avLst/>
          </a:prstGeom>
          <a:solidFill>
            <a:schemeClr val="accent5">
              <a:lumMod val="20000"/>
              <a:lumOff val="80000"/>
            </a:schemeClr>
          </a:solidFill>
        </p:spPr>
      </p:pic>
    </p:spTree>
    <p:extLst>
      <p:ext uri="{BB962C8B-B14F-4D97-AF65-F5344CB8AC3E}">
        <p14:creationId xmlns:p14="http://schemas.microsoft.com/office/powerpoint/2010/main" val="12546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50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par>
                          <p:cTn id="39" fill="hold">
                            <p:stCondLst>
                              <p:cond delay="2500"/>
                            </p:stCondLst>
                            <p:childTnLst>
                              <p:par>
                                <p:cTn id="40" presetID="10" presetClass="entr" presetSubtype="0" fill="hold"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par>
                          <p:cTn id="46" fill="hold">
                            <p:stCondLst>
                              <p:cond delay="3000"/>
                            </p:stCondLst>
                            <p:childTnLst>
                              <p:par>
                                <p:cTn id="47" presetID="10" presetClass="entr" presetSubtype="0" fill="hold" nodeType="after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500"/>
                                        <p:tgtEl>
                                          <p:spTgt spid="2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par>
                          <p:cTn id="53" fill="hold">
                            <p:stCondLst>
                              <p:cond delay="3500"/>
                            </p:stCondLst>
                            <p:childTnLst>
                              <p:par>
                                <p:cTn id="54" presetID="10" presetClass="entr" presetSubtype="0" fill="hold" nodeType="after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500"/>
                                        <p:tgtEl>
                                          <p:spTgt spid="3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500"/>
                                        <p:tgtEl>
                                          <p:spTgt spid="2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8" grpId="0" animBg="1"/>
      <p:bldP spid="19" grpId="0" animBg="1"/>
      <p:bldP spid="20" grpId="0" animBg="1"/>
      <p:bldP spid="21" grpId="0" animBg="1"/>
      <p:bldP spid="22" grpId="0" animBg="1"/>
      <p:bldP spid="23" grpId="0" animBg="1"/>
      <p:bldP spid="33"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9D27B-DAE8-A865-6542-B335CDFA5D78}"/>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3F4FDB97-B348-03B7-B855-35C2E4DF9D4A}"/>
              </a:ext>
            </a:extLst>
          </p:cNvPr>
          <p:cNvSpPr txBox="1">
            <a:spLocks/>
          </p:cNvSpPr>
          <p:nvPr/>
        </p:nvSpPr>
        <p:spPr>
          <a:xfrm>
            <a:off x="0" y="0"/>
            <a:ext cx="12192000" cy="946976"/>
          </a:xfrm>
          <a:prstGeom prst="rect">
            <a:avLst/>
          </a:prstGeom>
          <a:solidFill>
            <a:schemeClr val="bg2"/>
          </a:solidFill>
        </p:spPr>
        <p:txBody>
          <a:bodyPr tIns="91440" bIns="91440" anchor="ctr" anchorCtr="0"/>
          <a:lst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Nordic’s Mergers &amp; Acquisitions</a:t>
            </a:r>
          </a:p>
        </p:txBody>
      </p:sp>
      <p:sp>
        <p:nvSpPr>
          <p:cNvPr id="6" name="Rectangle 5">
            <a:extLst>
              <a:ext uri="{FF2B5EF4-FFF2-40B4-BE49-F238E27FC236}">
                <a16:creationId xmlns:a16="http://schemas.microsoft.com/office/drawing/2014/main" id="{2E2DABE8-AC64-A05C-E84A-15830D727C0B}"/>
              </a:ext>
            </a:extLst>
          </p:cNvPr>
          <p:cNvSpPr/>
          <p:nvPr/>
        </p:nvSpPr>
        <p:spPr>
          <a:xfrm>
            <a:off x="1038520" y="104402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0F202A-4EF7-251A-7D75-39931314890B}"/>
              </a:ext>
            </a:extLst>
          </p:cNvPr>
          <p:cNvSpPr/>
          <p:nvPr/>
        </p:nvSpPr>
        <p:spPr>
          <a:xfrm>
            <a:off x="1038520" y="496557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3AAC770-5002-A53E-57B1-B3004D295AB6}"/>
              </a:ext>
            </a:extLst>
          </p:cNvPr>
          <p:cNvSpPr/>
          <p:nvPr/>
        </p:nvSpPr>
        <p:spPr>
          <a:xfrm>
            <a:off x="4507582" y="104402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E348CDD-4B37-892B-0B06-CD7A826758B3}"/>
              </a:ext>
            </a:extLst>
          </p:cNvPr>
          <p:cNvSpPr/>
          <p:nvPr/>
        </p:nvSpPr>
        <p:spPr>
          <a:xfrm>
            <a:off x="4507582" y="3004795"/>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0C0E3E5-4B8C-BB70-9F1C-AC9EFD4CC1D7}"/>
              </a:ext>
            </a:extLst>
          </p:cNvPr>
          <p:cNvSpPr/>
          <p:nvPr/>
        </p:nvSpPr>
        <p:spPr>
          <a:xfrm>
            <a:off x="4507582" y="496557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DA26F66-FC57-423A-C122-FB4156D8913B}"/>
              </a:ext>
            </a:extLst>
          </p:cNvPr>
          <p:cNvSpPr/>
          <p:nvPr/>
        </p:nvSpPr>
        <p:spPr>
          <a:xfrm>
            <a:off x="7976642" y="104402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752A081-D499-C9E7-510F-5AEFFD5AE997}"/>
              </a:ext>
            </a:extLst>
          </p:cNvPr>
          <p:cNvSpPr/>
          <p:nvPr/>
        </p:nvSpPr>
        <p:spPr>
          <a:xfrm>
            <a:off x="7976642" y="4965570"/>
            <a:ext cx="3176834" cy="1734532"/>
          </a:xfrm>
          <a:prstGeom prst="rect">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3F03578F-FAF8-2080-65E5-C1A20D8F5E26}"/>
              </a:ext>
            </a:extLst>
          </p:cNvPr>
          <p:cNvPicPr>
            <a:picLocks noChangeAspect="1"/>
          </p:cNvPicPr>
          <p:nvPr/>
        </p:nvPicPr>
        <p:blipFill>
          <a:blip r:embed="rId3"/>
          <a:stretch>
            <a:fillRect/>
          </a:stretch>
        </p:blipFill>
        <p:spPr>
          <a:xfrm>
            <a:off x="5039319" y="3426646"/>
            <a:ext cx="2113360" cy="890830"/>
          </a:xfrm>
          <a:prstGeom prst="rect">
            <a:avLst/>
          </a:prstGeom>
          <a:solidFill>
            <a:schemeClr val="accent5">
              <a:lumMod val="20000"/>
              <a:lumOff val="80000"/>
            </a:schemeClr>
          </a:solidFill>
        </p:spPr>
      </p:pic>
      <p:pic>
        <p:nvPicPr>
          <p:cNvPr id="26" name="Picture 25" descr="Text&#10;&#10;Description automatically generated with low confidence">
            <a:extLst>
              <a:ext uri="{FF2B5EF4-FFF2-40B4-BE49-F238E27FC236}">
                <a16:creationId xmlns:a16="http://schemas.microsoft.com/office/drawing/2014/main" id="{0AA829D6-BA96-FA7E-9776-50DC22CEDB01}"/>
              </a:ext>
            </a:extLst>
          </p:cNvPr>
          <p:cNvPicPr>
            <a:picLocks noChangeAspect="1"/>
          </p:cNvPicPr>
          <p:nvPr/>
        </p:nvPicPr>
        <p:blipFill>
          <a:blip r:embed="rId4"/>
          <a:stretch>
            <a:fillRect/>
          </a:stretch>
        </p:blipFill>
        <p:spPr>
          <a:xfrm>
            <a:off x="1195246" y="5165889"/>
            <a:ext cx="2863382" cy="1296182"/>
          </a:xfrm>
          <a:prstGeom prst="rect">
            <a:avLst/>
          </a:prstGeom>
          <a:solidFill>
            <a:schemeClr val="accent5">
              <a:lumMod val="20000"/>
              <a:lumOff val="80000"/>
            </a:schemeClr>
          </a:solidFill>
        </p:spPr>
      </p:pic>
      <p:pic>
        <p:nvPicPr>
          <p:cNvPr id="27" name="Picture 26">
            <a:extLst>
              <a:ext uri="{FF2B5EF4-FFF2-40B4-BE49-F238E27FC236}">
                <a16:creationId xmlns:a16="http://schemas.microsoft.com/office/drawing/2014/main" id="{C0A3A664-25F2-2488-A78C-27859B9013A1}"/>
              </a:ext>
            </a:extLst>
          </p:cNvPr>
          <p:cNvPicPr>
            <a:picLocks noChangeAspect="1"/>
          </p:cNvPicPr>
          <p:nvPr/>
        </p:nvPicPr>
        <p:blipFill>
          <a:blip r:embed="rId5"/>
          <a:stretch>
            <a:fillRect/>
          </a:stretch>
        </p:blipFill>
        <p:spPr>
          <a:xfrm>
            <a:off x="8270440" y="1644915"/>
            <a:ext cx="2589238" cy="532742"/>
          </a:xfrm>
          <a:prstGeom prst="rect">
            <a:avLst/>
          </a:prstGeom>
        </p:spPr>
      </p:pic>
      <p:pic>
        <p:nvPicPr>
          <p:cNvPr id="28" name="Picture 2" descr="Hygeian-Logo-Tagline-Color (1)-01">
            <a:extLst>
              <a:ext uri="{FF2B5EF4-FFF2-40B4-BE49-F238E27FC236}">
                <a16:creationId xmlns:a16="http://schemas.microsoft.com/office/drawing/2014/main" id="{CC62AA98-4148-7759-082F-DAC5BC85E524}"/>
              </a:ext>
            </a:extLst>
          </p:cNvPr>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t="20042" b="14805"/>
          <a:stretch/>
        </p:blipFill>
        <p:spPr bwMode="auto">
          <a:xfrm>
            <a:off x="4832955" y="5330860"/>
            <a:ext cx="2526088" cy="1003952"/>
          </a:xfrm>
          <a:prstGeom prst="rect">
            <a:avLst/>
          </a:prstGeom>
          <a:noFill/>
        </p:spPr>
      </p:pic>
      <p:pic>
        <p:nvPicPr>
          <p:cNvPr id="29" name="Picture 28">
            <a:extLst>
              <a:ext uri="{FF2B5EF4-FFF2-40B4-BE49-F238E27FC236}">
                <a16:creationId xmlns:a16="http://schemas.microsoft.com/office/drawing/2014/main" id="{CAA812EE-17BB-581B-01EF-96AC1D2E6DE6}"/>
              </a:ext>
            </a:extLst>
          </p:cNvPr>
          <p:cNvPicPr>
            <a:picLocks noChangeAspect="1"/>
          </p:cNvPicPr>
          <p:nvPr/>
        </p:nvPicPr>
        <p:blipFill>
          <a:blip r:embed="rId7"/>
          <a:stretch>
            <a:fillRect/>
          </a:stretch>
        </p:blipFill>
        <p:spPr>
          <a:xfrm>
            <a:off x="8084654" y="5519396"/>
            <a:ext cx="2960810" cy="626880"/>
          </a:xfrm>
          <a:prstGeom prst="rect">
            <a:avLst/>
          </a:prstGeom>
          <a:solidFill>
            <a:schemeClr val="accent5">
              <a:lumMod val="20000"/>
              <a:lumOff val="80000"/>
            </a:schemeClr>
          </a:solidFill>
        </p:spPr>
      </p:pic>
      <p:pic>
        <p:nvPicPr>
          <p:cNvPr id="30" name="Picture 29">
            <a:extLst>
              <a:ext uri="{FF2B5EF4-FFF2-40B4-BE49-F238E27FC236}">
                <a16:creationId xmlns:a16="http://schemas.microsoft.com/office/drawing/2014/main" id="{77BDF7FE-032B-6335-5994-AEA460B18CD6}"/>
              </a:ext>
            </a:extLst>
          </p:cNvPr>
          <p:cNvPicPr>
            <a:picLocks noChangeAspect="1"/>
          </p:cNvPicPr>
          <p:nvPr/>
        </p:nvPicPr>
        <p:blipFill>
          <a:blip r:embed="rId8"/>
          <a:stretch>
            <a:fillRect/>
          </a:stretch>
        </p:blipFill>
        <p:spPr>
          <a:xfrm>
            <a:off x="4886808" y="1550712"/>
            <a:ext cx="2418382" cy="721148"/>
          </a:xfrm>
          <a:prstGeom prst="rect">
            <a:avLst/>
          </a:prstGeom>
          <a:solidFill>
            <a:schemeClr val="accent5">
              <a:lumMod val="20000"/>
              <a:lumOff val="80000"/>
            </a:schemeClr>
          </a:solidFill>
        </p:spPr>
      </p:pic>
      <p:pic>
        <p:nvPicPr>
          <p:cNvPr id="31" name="Picture 30">
            <a:extLst>
              <a:ext uri="{FF2B5EF4-FFF2-40B4-BE49-F238E27FC236}">
                <a16:creationId xmlns:a16="http://schemas.microsoft.com/office/drawing/2014/main" id="{3CFC058C-F026-5395-B5AA-04F1712CCAB5}"/>
              </a:ext>
            </a:extLst>
          </p:cNvPr>
          <p:cNvPicPr>
            <a:picLocks noChangeAspect="1"/>
          </p:cNvPicPr>
          <p:nvPr/>
        </p:nvPicPr>
        <p:blipFill>
          <a:blip r:embed="rId9"/>
          <a:stretch>
            <a:fillRect/>
          </a:stretch>
        </p:blipFill>
        <p:spPr>
          <a:xfrm>
            <a:off x="1841312" y="1265951"/>
            <a:ext cx="1571250" cy="1290670"/>
          </a:xfrm>
          <a:prstGeom prst="rect">
            <a:avLst/>
          </a:prstGeom>
        </p:spPr>
      </p:pic>
      <p:sp>
        <p:nvSpPr>
          <p:cNvPr id="8" name="Rectangle 7">
            <a:extLst>
              <a:ext uri="{FF2B5EF4-FFF2-40B4-BE49-F238E27FC236}">
                <a16:creationId xmlns:a16="http://schemas.microsoft.com/office/drawing/2014/main" id="{B29D3D7B-5230-5879-1E22-CA880D88C93D}"/>
              </a:ext>
            </a:extLst>
          </p:cNvPr>
          <p:cNvSpPr/>
          <p:nvPr/>
        </p:nvSpPr>
        <p:spPr>
          <a:xfrm>
            <a:off x="1038520" y="3004795"/>
            <a:ext cx="3176834" cy="1734532"/>
          </a:xfrm>
          <a:prstGeom prst="rect">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40F49516-EA92-58B5-A580-0FCD52F0C03C}"/>
              </a:ext>
            </a:extLst>
          </p:cNvPr>
          <p:cNvPicPr>
            <a:picLocks noChangeAspect="1"/>
          </p:cNvPicPr>
          <p:nvPr/>
        </p:nvPicPr>
        <p:blipFill>
          <a:blip r:embed="rId10"/>
          <a:stretch>
            <a:fillRect/>
          </a:stretch>
        </p:blipFill>
        <p:spPr>
          <a:xfrm>
            <a:off x="1221681" y="3604885"/>
            <a:ext cx="2810512" cy="575814"/>
          </a:xfrm>
          <a:prstGeom prst="rect">
            <a:avLst/>
          </a:prstGeom>
          <a:solidFill>
            <a:schemeClr val="accent5">
              <a:lumMod val="20000"/>
              <a:lumOff val="80000"/>
            </a:schemeClr>
          </a:solidFill>
        </p:spPr>
      </p:pic>
      <p:sp>
        <p:nvSpPr>
          <p:cNvPr id="33" name="Rectangle 32">
            <a:extLst>
              <a:ext uri="{FF2B5EF4-FFF2-40B4-BE49-F238E27FC236}">
                <a16:creationId xmlns:a16="http://schemas.microsoft.com/office/drawing/2014/main" id="{E26EAE4B-6A7F-0B43-2B12-4E3EC120230C}"/>
              </a:ext>
            </a:extLst>
          </p:cNvPr>
          <p:cNvSpPr/>
          <p:nvPr/>
        </p:nvSpPr>
        <p:spPr>
          <a:xfrm>
            <a:off x="-1" y="946976"/>
            <a:ext cx="12192000" cy="5911024"/>
          </a:xfrm>
          <a:prstGeom prst="rect">
            <a:avLst/>
          </a:prstGeom>
          <a:solidFill>
            <a:srgbClr val="9B9B9B">
              <a:alpha val="50196"/>
            </a:srgbClr>
          </a:solidFill>
          <a:ln>
            <a:solidFill>
              <a:srgbClr val="000000">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A1DDB0-153C-2E05-80AF-A791C2AE2F6F}"/>
              </a:ext>
            </a:extLst>
          </p:cNvPr>
          <p:cNvSpPr/>
          <p:nvPr/>
        </p:nvSpPr>
        <p:spPr>
          <a:xfrm>
            <a:off x="7976643" y="3004795"/>
            <a:ext cx="3176834" cy="1734532"/>
          </a:xfrm>
          <a:prstGeom prst="rect">
            <a:avLst/>
          </a:prstGeom>
          <a:solidFill>
            <a:schemeClr val="bg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2" descr="Bon Secours Mercy Health | Health Care Access, Quality and Innovation">
            <a:extLst>
              <a:ext uri="{FF2B5EF4-FFF2-40B4-BE49-F238E27FC236}">
                <a16:creationId xmlns:a16="http://schemas.microsoft.com/office/drawing/2014/main" id="{4F8E846E-6721-0792-BD75-4E5B94675D9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59801" y="3585783"/>
            <a:ext cx="2810518" cy="572556"/>
          </a:xfrm>
          <a:prstGeom prst="rect">
            <a:avLst/>
          </a:prstGeom>
          <a:solidFill>
            <a:schemeClr val="bg1"/>
          </a:solidFill>
        </p:spPr>
      </p:pic>
    </p:spTree>
    <p:extLst>
      <p:ext uri="{BB962C8B-B14F-4D97-AF65-F5344CB8AC3E}">
        <p14:creationId xmlns:p14="http://schemas.microsoft.com/office/powerpoint/2010/main" val="2407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3"/>
                                        </p:tgtEl>
                                      </p:cBhvr>
                                    </p:animEffect>
                                    <p:set>
                                      <p:cBhvr>
                                        <p:cTn id="7"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C3DBE3-16AF-7A2D-73C5-2F47C05E5743}"/>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ext Placeholder 2">
            <a:extLst>
              <a:ext uri="{FF2B5EF4-FFF2-40B4-BE49-F238E27FC236}">
                <a16:creationId xmlns:a16="http://schemas.microsoft.com/office/drawing/2014/main" id="{E6BDD681-AA65-0CAB-BA46-8ECD17C2FF31}"/>
              </a:ext>
            </a:extLst>
          </p:cNvPr>
          <p:cNvSpPr txBox="1">
            <a:spLocks/>
          </p:cNvSpPr>
          <p:nvPr/>
        </p:nvSpPr>
        <p:spPr>
          <a:xfrm>
            <a:off x="1" y="3054558"/>
            <a:ext cx="12191999" cy="1282890"/>
          </a:xfrm>
          <a:prstGeom prst="rect">
            <a:avLst/>
          </a:prstGeom>
          <a:solidFill>
            <a:schemeClr val="bg1">
              <a:alpha val="93000"/>
            </a:schemeClr>
          </a:solidFill>
        </p:spPr>
        <p:txBody>
          <a:bodyPr lIns="274320" rIns="182880" anchor="ctr" anchorCtr="0"/>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90000"/>
              </a:lnSpc>
              <a:spcBef>
                <a:spcPts val="750"/>
              </a:spcBef>
              <a:spcAft>
                <a:spcPts val="600"/>
              </a:spcAft>
              <a:buClr>
                <a:srgbClr val="315470"/>
              </a:buClr>
              <a:buSzTx/>
              <a:buFont typeface="Wingdings" panose="05000000000000000000" pitchFamily="2" charset="2"/>
              <a:buNone/>
              <a:tabLst/>
              <a:defRPr/>
            </a:pPr>
            <a:r>
              <a:rPr kumimoji="0" lang="en-US" sz="4000" b="0" i="0" u="none" strike="noStrike" kern="1200" cap="none" spc="0" normalizeH="0" baseline="0" noProof="0">
                <a:ln>
                  <a:noFill/>
                </a:ln>
                <a:solidFill>
                  <a:srgbClr val="595959"/>
                </a:solidFill>
                <a:effectLst/>
                <a:uLnTx/>
                <a:uFillTx/>
                <a:latin typeface="Arial" panose="020B0604020202020204" pitchFamily="34" charset="0"/>
                <a:ea typeface="+mn-ea"/>
                <a:cs typeface="+mn-cs"/>
              </a:rPr>
              <a:t>Menti</a:t>
            </a:r>
          </a:p>
        </p:txBody>
      </p:sp>
    </p:spTree>
    <p:extLst>
      <p:ext uri="{BB962C8B-B14F-4D97-AF65-F5344CB8AC3E}">
        <p14:creationId xmlns:p14="http://schemas.microsoft.com/office/powerpoint/2010/main" val="464274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9EB4652-FBDA-DE3D-85B5-32A7BE3EEC9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5FFF5DD-87AF-2D31-E619-C2EEF4CF4BFE}"/>
              </a:ext>
            </a:extLst>
          </p:cNvPr>
          <p:cNvSpPr txBox="1">
            <a:spLocks/>
          </p:cNvSpPr>
          <p:nvPr/>
        </p:nvSpPr>
        <p:spPr>
          <a:xfrm>
            <a:off x="207762" y="401964"/>
            <a:ext cx="6172888" cy="473075"/>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r>
              <a:rPr lang="en-US" sz="2800">
                <a:solidFill>
                  <a:schemeClr val="bg1"/>
                </a:solidFill>
                <a:latin typeface="Arial" panose="020B0604020202020204" pitchFamily="34" charset="0"/>
                <a:cs typeface="Arial" panose="020B0604020202020204" pitchFamily="34" charset="0"/>
              </a:rPr>
              <a:t>Additional Resources</a:t>
            </a:r>
          </a:p>
        </p:txBody>
      </p:sp>
      <p:sp>
        <p:nvSpPr>
          <p:cNvPr id="6" name="Text Placeholder 2">
            <a:extLst>
              <a:ext uri="{FF2B5EF4-FFF2-40B4-BE49-F238E27FC236}">
                <a16:creationId xmlns:a16="http://schemas.microsoft.com/office/drawing/2014/main" id="{20E740DC-838C-8022-6FAD-56DD78A82287}"/>
              </a:ext>
            </a:extLst>
          </p:cNvPr>
          <p:cNvSpPr txBox="1">
            <a:spLocks/>
          </p:cNvSpPr>
          <p:nvPr/>
        </p:nvSpPr>
        <p:spPr>
          <a:xfrm>
            <a:off x="395418" y="1188423"/>
            <a:ext cx="5420591" cy="5165489"/>
          </a:xfrm>
          <a:prstGeom prst="rect">
            <a:avLst/>
          </a:prstGeom>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Wingdings" panose="05000000000000000000" pitchFamily="2" charset="2"/>
              <a:buNone/>
              <a:tabLst/>
              <a:defRPr/>
            </a:pPr>
            <a:endParaRPr kumimoji="0" lang="en-US" sz="2400" b="0" i="0" u="none" strike="noStrike" kern="1200" cap="none" spc="0" normalizeH="0" baseline="0" noProof="0">
              <a:ln>
                <a:noFill/>
              </a:ln>
              <a:solidFill>
                <a:srgbClr val="595959"/>
              </a:solidFill>
              <a:effectLst/>
              <a:uLnTx/>
              <a:uFillTx/>
              <a:latin typeface="Arial" panose="020B0604020202020204" pitchFamily="34" charset="0"/>
              <a:ea typeface="+mn-ea"/>
              <a:cs typeface="+mn-cs"/>
            </a:endParaRPr>
          </a:p>
          <a:p>
            <a:pPr marL="0" marR="0" lvl="0" indent="0" algn="l" defTabSz="914377" rtl="0" eaLnBrk="1" fontAlgn="auto" latinLnBrk="0" hangingPunct="1">
              <a:lnSpc>
                <a:spcPct val="100000"/>
              </a:lnSpc>
              <a:spcBef>
                <a:spcPts val="0"/>
              </a:spcBef>
              <a:spcAft>
                <a:spcPts val="0"/>
              </a:spcAft>
              <a:buClr>
                <a:srgbClr val="315470"/>
              </a:buClr>
              <a:buSzTx/>
              <a:buNone/>
              <a:tabLst/>
              <a:defRPr/>
            </a:pPr>
            <a:r>
              <a:rPr kumimoji="0" lang="en-US" sz="2400" b="0" i="0" u="none" strike="noStrike" kern="1200" cap="none" spc="0" normalizeH="0" baseline="0" noProof="0">
                <a:ln>
                  <a:noFill/>
                </a:ln>
                <a:solidFill>
                  <a:schemeClr val="bg1"/>
                </a:solidFill>
                <a:effectLst/>
                <a:uLnTx/>
                <a:uFillTx/>
                <a:latin typeface="Arial" panose="020B0604020202020204" pitchFamily="34" charset="0"/>
                <a:ea typeface="+mn-ea"/>
                <a:cs typeface="+mn-cs"/>
              </a:rPr>
              <a:t>EHR Top Ten Facts </a:t>
            </a:r>
          </a:p>
          <a:p>
            <a:pPr marL="0" marR="0" lvl="0" indent="0" algn="l" defTabSz="914377" rtl="0" eaLnBrk="1" fontAlgn="auto" latinLnBrk="0" hangingPunct="1">
              <a:lnSpc>
                <a:spcPct val="100000"/>
              </a:lnSpc>
              <a:spcBef>
                <a:spcPts val="0"/>
              </a:spcBef>
              <a:spcAft>
                <a:spcPts val="0"/>
              </a:spcAft>
              <a:buClr>
                <a:srgbClr val="315470"/>
              </a:buClr>
              <a:buSzTx/>
              <a:buNone/>
              <a:tabLst/>
              <a:defRPr/>
            </a:pPr>
            <a:endParaRPr kumimoji="0" lang="en-US" sz="2400" b="0" i="0" u="none" strike="noStrike" kern="1200" cap="none" spc="0" normalizeH="0" baseline="0" noProof="0">
              <a:ln>
                <a:noFill/>
              </a:ln>
              <a:solidFill>
                <a:schemeClr val="bg1"/>
              </a:solidFill>
              <a:effectLst/>
              <a:uLnTx/>
              <a:uFillTx/>
              <a:latin typeface="Arial" panose="020B0604020202020204" pitchFamily="34" charset="0"/>
              <a:ea typeface="+mn-ea"/>
              <a:cs typeface="+mn-cs"/>
            </a:endParaRPr>
          </a:p>
          <a:p>
            <a:pPr lvl="2" defTabSz="914377">
              <a:lnSpc>
                <a:spcPct val="100000"/>
              </a:lnSpc>
              <a:spcBef>
                <a:spcPts val="0"/>
              </a:spcBef>
              <a:buClr>
                <a:schemeClr val="tx2"/>
              </a:buClr>
              <a:defRPr/>
            </a:pPr>
            <a:r>
              <a:rPr kumimoji="0" lang="en-US" sz="2400" b="0" i="0" u="none" strike="noStrike" kern="1200" cap="none" spc="0" normalizeH="0" baseline="0" noProof="0">
                <a:ln>
                  <a:noFill/>
                </a:ln>
                <a:solidFill>
                  <a:schemeClr val="bg1"/>
                </a:solidFill>
                <a:effectLst/>
                <a:uLnTx/>
                <a:uFillTx/>
                <a:latin typeface="Arial" panose="020B0604020202020204" pitchFamily="34" charset="0"/>
                <a:ea typeface="+mn-ea"/>
                <a:cs typeface="+mn-cs"/>
              </a:rPr>
              <a:t>Epic</a:t>
            </a:r>
          </a:p>
          <a:p>
            <a:pPr lvl="2" defTabSz="914377">
              <a:lnSpc>
                <a:spcPct val="100000"/>
              </a:lnSpc>
              <a:spcBef>
                <a:spcPts val="0"/>
              </a:spcBef>
              <a:buClr>
                <a:schemeClr val="tx2"/>
              </a:buClr>
              <a:defRPr/>
            </a:pPr>
            <a:endParaRPr lang="en-US" sz="2400">
              <a:solidFill>
                <a:schemeClr val="bg1"/>
              </a:solidFill>
              <a:latin typeface="Arial" panose="020B0604020202020204" pitchFamily="34" charset="0"/>
            </a:endParaRPr>
          </a:p>
          <a:p>
            <a:pPr lvl="2" defTabSz="914377">
              <a:lnSpc>
                <a:spcPct val="100000"/>
              </a:lnSpc>
              <a:spcBef>
                <a:spcPts val="0"/>
              </a:spcBef>
              <a:buClr>
                <a:schemeClr val="tx2"/>
              </a:buClr>
              <a:defRPr/>
            </a:pPr>
            <a:r>
              <a:rPr kumimoji="0" lang="en-US" sz="2400" b="0" i="0" u="none" strike="noStrike" kern="1200" cap="none" spc="0" normalizeH="0" baseline="0" noProof="0">
                <a:ln>
                  <a:noFill/>
                </a:ln>
                <a:solidFill>
                  <a:schemeClr val="bg1"/>
                </a:solidFill>
                <a:effectLst/>
                <a:uLnTx/>
                <a:uFillTx/>
                <a:latin typeface="Arial" panose="020B0604020202020204" pitchFamily="34" charset="0"/>
                <a:ea typeface="+mn-ea"/>
                <a:cs typeface="+mn-cs"/>
              </a:rPr>
              <a:t>MEDITECH</a:t>
            </a:r>
          </a:p>
          <a:p>
            <a:pPr lvl="2" defTabSz="914377">
              <a:lnSpc>
                <a:spcPct val="100000"/>
              </a:lnSpc>
              <a:spcBef>
                <a:spcPts val="0"/>
              </a:spcBef>
              <a:buClr>
                <a:schemeClr val="tx2"/>
              </a:buClr>
              <a:defRPr/>
            </a:pPr>
            <a:endParaRPr lang="en-US" sz="2400">
              <a:solidFill>
                <a:schemeClr val="bg1"/>
              </a:solidFill>
              <a:latin typeface="Arial" panose="020B0604020202020204" pitchFamily="34" charset="0"/>
            </a:endParaRPr>
          </a:p>
          <a:p>
            <a:pPr lvl="2" defTabSz="914377">
              <a:lnSpc>
                <a:spcPct val="100000"/>
              </a:lnSpc>
              <a:spcBef>
                <a:spcPts val="0"/>
              </a:spcBef>
              <a:buClr>
                <a:schemeClr val="tx2"/>
              </a:buClr>
              <a:defRPr/>
            </a:pPr>
            <a:r>
              <a:rPr kumimoji="0" lang="en-US" sz="2400" b="0" i="0" u="none" strike="noStrike" kern="1200" cap="none" spc="0" normalizeH="0" baseline="0" noProof="0">
                <a:ln>
                  <a:noFill/>
                </a:ln>
                <a:solidFill>
                  <a:schemeClr val="bg1"/>
                </a:solidFill>
                <a:effectLst/>
                <a:uLnTx/>
                <a:uFillTx/>
                <a:latin typeface="Arial" panose="020B0604020202020204" pitchFamily="34" charset="0"/>
                <a:ea typeface="+mn-ea"/>
                <a:cs typeface="+mn-cs"/>
              </a:rPr>
              <a:t>Oracle Health</a:t>
            </a:r>
          </a:p>
        </p:txBody>
      </p:sp>
      <p:cxnSp>
        <p:nvCxnSpPr>
          <p:cNvPr id="8" name="Straight Connector 7">
            <a:extLst>
              <a:ext uri="{FF2B5EF4-FFF2-40B4-BE49-F238E27FC236}">
                <a16:creationId xmlns:a16="http://schemas.microsoft.com/office/drawing/2014/main" id="{9E415240-433E-3BBB-5C8A-11ABF3B6E098}"/>
              </a:ext>
            </a:extLst>
          </p:cNvPr>
          <p:cNvCxnSpPr>
            <a:cxnSpLocks/>
          </p:cNvCxnSpPr>
          <p:nvPr/>
        </p:nvCxnSpPr>
        <p:spPr>
          <a:xfrm>
            <a:off x="-73891" y="969820"/>
            <a:ext cx="729673"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CAA6EFF-2890-EDD3-EF6E-E754327F4593}"/>
              </a:ext>
            </a:extLst>
          </p:cNvPr>
          <p:cNvSpPr/>
          <p:nvPr/>
        </p:nvSpPr>
        <p:spPr>
          <a:xfrm>
            <a:off x="11604192" y="6353913"/>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fld id="{CA5ED260-20AD-45AD-AFCA-6B0DE0811A5D}" type="slidenum">
              <a:rPr kumimoji="0" lang="en-US" sz="1600" b="0" i="0" u="none" strike="noStrike" kern="1200" cap="none" spc="0" normalizeH="0" baseline="0" noProof="0" smtClean="0">
                <a:ln>
                  <a:noFill/>
                </a:ln>
                <a:solidFill>
                  <a:srgbClr val="FFFFFF"/>
                </a:solidFill>
                <a:effectLst/>
                <a:uLnTx/>
                <a:uFillTx/>
                <a:latin typeface="Arial" panose="020B0604020202020204" pitchFamily="34" charset="0"/>
                <a:ea typeface="+mn-ea"/>
                <a:cs typeface="+mn-cs"/>
              </a:rPr>
              <a:pPr marL="0" marR="0" lvl="0" indent="0" algn="ctr" defTabSz="914377" rtl="0" eaLnBrk="1" fontAlgn="auto" latinLnBrk="0" hangingPunct="1">
                <a:lnSpc>
                  <a:spcPct val="100000"/>
                </a:lnSpc>
                <a:spcBef>
                  <a:spcPts val="0"/>
                </a:spcBef>
                <a:spcAft>
                  <a:spcPts val="0"/>
                </a:spcAft>
                <a:buClrTx/>
                <a:buSzTx/>
                <a:buFontTx/>
                <a:buNone/>
                <a:tabLst/>
                <a:defRPr/>
              </a:pPr>
              <a:t>19</a:t>
            </a:fld>
            <a:endParaRPr kumimoji="0" lang="en-US" sz="16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2" name="Rectangle 1">
            <a:extLst>
              <a:ext uri="{FF2B5EF4-FFF2-40B4-BE49-F238E27FC236}">
                <a16:creationId xmlns:a16="http://schemas.microsoft.com/office/drawing/2014/main" id="{AA81D9EF-6857-98E7-E56C-390D12773EB5}"/>
              </a:ext>
            </a:extLst>
          </p:cNvPr>
          <p:cNvSpPr/>
          <p:nvPr/>
        </p:nvSpPr>
        <p:spPr>
          <a:xfrm>
            <a:off x="6019112" y="-9525"/>
            <a:ext cx="6172888"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3AEBE184-B9AE-ECE7-55E2-5C3098422B30}"/>
              </a:ext>
            </a:extLst>
          </p:cNvPr>
          <p:cNvGrpSpPr/>
          <p:nvPr/>
        </p:nvGrpSpPr>
        <p:grpSpPr>
          <a:xfrm>
            <a:off x="6019113" y="-1009650"/>
            <a:ext cx="9211362" cy="8656303"/>
            <a:chOff x="4625788" y="349399"/>
            <a:chExt cx="6456238" cy="6251840"/>
          </a:xfrm>
          <a:solidFill>
            <a:schemeClr val="tx2"/>
          </a:solidFill>
        </p:grpSpPr>
        <p:grpSp>
          <p:nvGrpSpPr>
            <p:cNvPr id="4" name="Group 3">
              <a:extLst>
                <a:ext uri="{FF2B5EF4-FFF2-40B4-BE49-F238E27FC236}">
                  <a16:creationId xmlns:a16="http://schemas.microsoft.com/office/drawing/2014/main" id="{118C0BC7-7314-AB8C-1112-EBF7465BB2EA}"/>
                </a:ext>
              </a:extLst>
            </p:cNvPr>
            <p:cNvGrpSpPr/>
            <p:nvPr userDrawn="1"/>
          </p:nvGrpSpPr>
          <p:grpSpPr>
            <a:xfrm>
              <a:off x="4625788" y="349399"/>
              <a:ext cx="6456238" cy="2310653"/>
              <a:chOff x="4625788" y="349399"/>
              <a:chExt cx="6456238" cy="2310653"/>
            </a:xfrm>
            <a:grpFill/>
          </p:grpSpPr>
          <p:sp>
            <p:nvSpPr>
              <p:cNvPr id="11" name="Freeform: Shape 10">
                <a:extLst>
                  <a:ext uri="{FF2B5EF4-FFF2-40B4-BE49-F238E27FC236}">
                    <a16:creationId xmlns:a16="http://schemas.microsoft.com/office/drawing/2014/main" id="{CF06CBC4-3F7E-27D8-E45D-2048A44B5362}"/>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12" name="Freeform: Shape 11">
                <a:extLst>
                  <a:ext uri="{FF2B5EF4-FFF2-40B4-BE49-F238E27FC236}">
                    <a16:creationId xmlns:a16="http://schemas.microsoft.com/office/drawing/2014/main" id="{233812BA-0E21-2F0A-462C-FF74A730E612}"/>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grpSp>
        <p:grpSp>
          <p:nvGrpSpPr>
            <p:cNvPr id="7" name="Group 6">
              <a:extLst>
                <a:ext uri="{FF2B5EF4-FFF2-40B4-BE49-F238E27FC236}">
                  <a16:creationId xmlns:a16="http://schemas.microsoft.com/office/drawing/2014/main" id="{5794C3DC-BEEE-815D-F8F2-A965AEE558C0}"/>
                </a:ext>
              </a:extLst>
            </p:cNvPr>
            <p:cNvGrpSpPr/>
            <p:nvPr userDrawn="1"/>
          </p:nvGrpSpPr>
          <p:grpSpPr>
            <a:xfrm flipV="1">
              <a:off x="4625788" y="4290586"/>
              <a:ext cx="6456238" cy="2310653"/>
              <a:chOff x="4625788" y="349399"/>
              <a:chExt cx="6456238" cy="2310653"/>
            </a:xfrm>
            <a:grpFill/>
          </p:grpSpPr>
          <p:sp>
            <p:nvSpPr>
              <p:cNvPr id="9" name="Freeform: Shape 8">
                <a:extLst>
                  <a:ext uri="{FF2B5EF4-FFF2-40B4-BE49-F238E27FC236}">
                    <a16:creationId xmlns:a16="http://schemas.microsoft.com/office/drawing/2014/main" id="{ED370722-6B00-9EA4-8F43-4EE4F97FDFD1}"/>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4363E9E3-8A0E-B280-4C1F-710A7A9796E9}"/>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grpSp>
      </p:grpSp>
    </p:spTree>
    <p:extLst>
      <p:ext uri="{BB962C8B-B14F-4D97-AF65-F5344CB8AC3E}">
        <p14:creationId xmlns:p14="http://schemas.microsoft.com/office/powerpoint/2010/main" val="2504549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79DA0-768D-DCB8-A741-0AE722F5ED8A}"/>
              </a:ext>
            </a:extLst>
          </p:cNvPr>
          <p:cNvSpPr txBox="1">
            <a:spLocks/>
          </p:cNvSpPr>
          <p:nvPr/>
        </p:nvSpPr>
        <p:spPr>
          <a:xfrm>
            <a:off x="0" y="2341527"/>
            <a:ext cx="3976577" cy="473075"/>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pPr marL="0" marR="0" lvl="0" indent="0" algn="ctr" defTabSz="685783" rtl="0" eaLnBrk="1" fontAlgn="auto" latinLnBrk="0" hangingPunct="1">
              <a:lnSpc>
                <a:spcPct val="90000"/>
              </a:lnSpc>
              <a:spcBef>
                <a:spcPct val="0"/>
              </a:spcBef>
              <a:spcAft>
                <a:spcPts val="0"/>
              </a:spcAft>
              <a:buClrTx/>
              <a:buSzTx/>
              <a:buFontTx/>
              <a:buNone/>
              <a:tabLst/>
              <a:defRPr/>
            </a:pPr>
            <a:r>
              <a:rPr kumimoji="0" lang="en-US" sz="3733" b="1" i="0" u="none" strike="noStrike" kern="1200" cap="none" spc="0" normalizeH="0" baseline="0" noProof="0">
                <a:ln>
                  <a:noFill/>
                </a:ln>
                <a:solidFill>
                  <a:srgbClr val="FFFFFF"/>
                </a:solidFill>
                <a:effectLst/>
                <a:uLnTx/>
                <a:uFillTx/>
                <a:latin typeface="Overpass"/>
                <a:ea typeface="+mn-ea"/>
                <a:cs typeface="+mn-cs"/>
              </a:rPr>
              <a:t>Thank you</a:t>
            </a:r>
          </a:p>
        </p:txBody>
      </p:sp>
      <p:sp>
        <p:nvSpPr>
          <p:cNvPr id="3" name="Rectangle: Rounded Corners 2">
            <a:extLst>
              <a:ext uri="{FF2B5EF4-FFF2-40B4-BE49-F238E27FC236}">
                <a16:creationId xmlns:a16="http://schemas.microsoft.com/office/drawing/2014/main" id="{2029CB7B-7A5B-80E6-8FA9-DAC91CA8209F}"/>
              </a:ext>
            </a:extLst>
          </p:cNvPr>
          <p:cNvSpPr/>
          <p:nvPr/>
        </p:nvSpPr>
        <p:spPr>
          <a:xfrm>
            <a:off x="695603" y="3332990"/>
            <a:ext cx="2724379" cy="921929"/>
          </a:xfrm>
          <a:prstGeom prst="round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Source Sans Pro"/>
                <a:ea typeface="+mn-ea"/>
                <a:cs typeface="+mn-cs"/>
              </a:rPr>
              <a:t>Click to complete the </a:t>
            </a:r>
            <a:br>
              <a:rPr kumimoji="0" lang="en-US" sz="2000" b="1" i="0" u="none" strike="noStrike" kern="1200" cap="none" spc="0" normalizeH="0" baseline="0" noProof="0">
                <a:ln>
                  <a:noFill/>
                </a:ln>
                <a:solidFill>
                  <a:srgbClr val="FFFFFF"/>
                </a:solidFill>
                <a:effectLst/>
                <a:uLnTx/>
                <a:uFillTx/>
                <a:latin typeface="Source Sans Pro"/>
                <a:ea typeface="+mn-ea"/>
                <a:cs typeface="+mn-cs"/>
              </a:rPr>
            </a:br>
            <a:r>
              <a:rPr kumimoji="0" lang="en-US" sz="2000" b="1" i="0" u="none" strike="noStrike" kern="1200" cap="none" spc="0" normalizeH="0" baseline="0" noProof="0">
                <a:ln>
                  <a:noFill/>
                </a:ln>
                <a:solidFill>
                  <a:srgbClr val="FFFFFF"/>
                </a:solidFill>
                <a:effectLst/>
                <a:uLnTx/>
                <a:uFillTx/>
                <a:latin typeface="Source Sans Pro"/>
                <a:ea typeface="+mn-ea"/>
                <a:cs typeface="+mn-cs"/>
              </a:rPr>
              <a:t>course evaluation</a:t>
            </a:r>
          </a:p>
        </p:txBody>
      </p:sp>
      <p:grpSp>
        <p:nvGrpSpPr>
          <p:cNvPr id="5" name="Group 4">
            <a:extLst>
              <a:ext uri="{FF2B5EF4-FFF2-40B4-BE49-F238E27FC236}">
                <a16:creationId xmlns:a16="http://schemas.microsoft.com/office/drawing/2014/main" id="{D93ADB77-217E-217C-15EC-D803550E4202}"/>
              </a:ext>
            </a:extLst>
          </p:cNvPr>
          <p:cNvGrpSpPr/>
          <p:nvPr/>
        </p:nvGrpSpPr>
        <p:grpSpPr>
          <a:xfrm flipH="1">
            <a:off x="4551524" y="3811"/>
            <a:ext cx="9402721" cy="6858000"/>
            <a:chOff x="-3072" y="-3811"/>
            <a:chExt cx="9427754" cy="6876259"/>
          </a:xfrm>
        </p:grpSpPr>
        <p:sp>
          <p:nvSpPr>
            <p:cNvPr id="6" name="Freeform: Shape 5">
              <a:extLst>
                <a:ext uri="{FF2B5EF4-FFF2-40B4-BE49-F238E27FC236}">
                  <a16:creationId xmlns:a16="http://schemas.microsoft.com/office/drawing/2014/main" id="{7568DD97-E59A-CF56-2A64-4808648DEA87}"/>
                </a:ext>
              </a:extLst>
            </p:cNvPr>
            <p:cNvSpPr/>
            <p:nvPr userDrawn="1"/>
          </p:nvSpPr>
          <p:spPr>
            <a:xfrm>
              <a:off x="-1" y="-3811"/>
              <a:ext cx="2927034" cy="1204892"/>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556805"/>
                <a:gd name="connsiteY0" fmla="*/ 8496 h 2319149"/>
                <a:gd name="connsiteX1" fmla="*/ 2376980 w 2556805"/>
                <a:gd name="connsiteY1" fmla="*/ 1563691 h 2319149"/>
                <a:gd name="connsiteX2" fmla="*/ 2379681 w 2556805"/>
                <a:gd name="connsiteY2" fmla="*/ 2319149 h 2319149"/>
                <a:gd name="connsiteX3" fmla="*/ 0 w 2556805"/>
                <a:gd name="connsiteY3" fmla="*/ 2315339 h 2319149"/>
                <a:gd name="connsiteX4" fmla="*/ 2381923 w 2556805"/>
                <a:gd name="connsiteY4"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552298 w 2380220"/>
                <a:gd name="connsiteY0" fmla="*/ 238784 h 984018"/>
                <a:gd name="connsiteX1" fmla="*/ 2376980 w 2380220"/>
                <a:gd name="connsiteY1" fmla="*/ 228560 h 984018"/>
                <a:gd name="connsiteX2" fmla="*/ 2379681 w 2380220"/>
                <a:gd name="connsiteY2" fmla="*/ 984018 h 984018"/>
                <a:gd name="connsiteX3" fmla="*/ 540749 w 2380220"/>
                <a:gd name="connsiteY3" fmla="*/ 981547 h 984018"/>
                <a:gd name="connsiteX4" fmla="*/ 0 w 2380220"/>
                <a:gd name="connsiteY4" fmla="*/ 980208 h 984018"/>
                <a:gd name="connsiteX5" fmla="*/ 552298 w 2380220"/>
                <a:gd name="connsiteY5" fmla="*/ 238784 h 984018"/>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11549 w 1839471"/>
                <a:gd name="connsiteY0" fmla="*/ 209341 h 954575"/>
                <a:gd name="connsiteX1" fmla="*/ 1836231 w 1839471"/>
                <a:gd name="connsiteY1" fmla="*/ 199117 h 954575"/>
                <a:gd name="connsiteX2" fmla="*/ 1838932 w 1839471"/>
                <a:gd name="connsiteY2" fmla="*/ 954575 h 954575"/>
                <a:gd name="connsiteX3" fmla="*/ 0 w 1839471"/>
                <a:gd name="connsiteY3" fmla="*/ 952104 h 954575"/>
                <a:gd name="connsiteX4" fmla="*/ 11549 w 1839471"/>
                <a:gd name="connsiteY4" fmla="*/ 209341 h 954575"/>
                <a:gd name="connsiteX0" fmla="*/ 102535 w 1839471"/>
                <a:gd name="connsiteY0" fmla="*/ 270424 h 929461"/>
                <a:gd name="connsiteX1" fmla="*/ 1836231 w 1839471"/>
                <a:gd name="connsiteY1" fmla="*/ 174003 h 929461"/>
                <a:gd name="connsiteX2" fmla="*/ 1838932 w 1839471"/>
                <a:gd name="connsiteY2" fmla="*/ 929461 h 929461"/>
                <a:gd name="connsiteX3" fmla="*/ 0 w 1839471"/>
                <a:gd name="connsiteY3" fmla="*/ 926990 h 929461"/>
                <a:gd name="connsiteX4" fmla="*/ 102535 w 1839471"/>
                <a:gd name="connsiteY4" fmla="*/ 270424 h 929461"/>
                <a:gd name="connsiteX0" fmla="*/ 0 w 1842288"/>
                <a:gd name="connsiteY0" fmla="*/ 201376 h 958582"/>
                <a:gd name="connsiteX1" fmla="*/ 1839048 w 1842288"/>
                <a:gd name="connsiteY1" fmla="*/ 203124 h 958582"/>
                <a:gd name="connsiteX2" fmla="*/ 1841749 w 1842288"/>
                <a:gd name="connsiteY2" fmla="*/ 958582 h 958582"/>
                <a:gd name="connsiteX3" fmla="*/ 2817 w 1842288"/>
                <a:gd name="connsiteY3" fmla="*/ 956111 h 958582"/>
                <a:gd name="connsiteX4" fmla="*/ 0 w 1842288"/>
                <a:gd name="connsiteY4" fmla="*/ 201376 h 958582"/>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0 h 757206"/>
                <a:gd name="connsiteX1" fmla="*/ 1839048 w 1842288"/>
                <a:gd name="connsiteY1" fmla="*/ 1748 h 757206"/>
                <a:gd name="connsiteX2" fmla="*/ 1841749 w 1842288"/>
                <a:gd name="connsiteY2" fmla="*/ 757206 h 757206"/>
                <a:gd name="connsiteX3" fmla="*/ 2817 w 1842288"/>
                <a:gd name="connsiteY3" fmla="*/ 754735 h 757206"/>
                <a:gd name="connsiteX4" fmla="*/ 0 w 1842288"/>
                <a:gd name="connsiteY4" fmla="*/ 0 h 757206"/>
                <a:gd name="connsiteX0" fmla="*/ 0 w 1839894"/>
                <a:gd name="connsiteY0" fmla="*/ 0 h 759600"/>
                <a:gd name="connsiteX1" fmla="*/ 1836654 w 1839894"/>
                <a:gd name="connsiteY1" fmla="*/ 4142 h 759600"/>
                <a:gd name="connsiteX2" fmla="*/ 1839355 w 1839894"/>
                <a:gd name="connsiteY2" fmla="*/ 759600 h 759600"/>
                <a:gd name="connsiteX3" fmla="*/ 423 w 1839894"/>
                <a:gd name="connsiteY3" fmla="*/ 757129 h 759600"/>
                <a:gd name="connsiteX4" fmla="*/ 0 w 1839894"/>
                <a:gd name="connsiteY4" fmla="*/ 0 h 759600"/>
                <a:gd name="connsiteX0" fmla="*/ 1971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1 w 1839471"/>
                <a:gd name="connsiteY4" fmla="*/ 647 h 755458"/>
                <a:gd name="connsiteX0" fmla="*/ 0 w 1866233"/>
                <a:gd name="connsiteY0" fmla="*/ 0 h 788332"/>
                <a:gd name="connsiteX1" fmla="*/ 1862993 w 1866233"/>
                <a:gd name="connsiteY1" fmla="*/ 32874 h 788332"/>
                <a:gd name="connsiteX2" fmla="*/ 1865694 w 1866233"/>
                <a:gd name="connsiteY2" fmla="*/ 788332 h 788332"/>
                <a:gd name="connsiteX3" fmla="*/ 26762 w 1866233"/>
                <a:gd name="connsiteY3" fmla="*/ 785861 h 788332"/>
                <a:gd name="connsiteX4" fmla="*/ 0 w 1866233"/>
                <a:gd name="connsiteY4" fmla="*/ 0 h 788332"/>
                <a:gd name="connsiteX0" fmla="*/ 1970 w 1839471"/>
                <a:gd name="connsiteY0" fmla="*/ 0 h 759600"/>
                <a:gd name="connsiteX1" fmla="*/ 1836231 w 1839471"/>
                <a:gd name="connsiteY1" fmla="*/ 4142 h 759600"/>
                <a:gd name="connsiteX2" fmla="*/ 1838932 w 1839471"/>
                <a:gd name="connsiteY2" fmla="*/ 759600 h 759600"/>
                <a:gd name="connsiteX3" fmla="*/ 0 w 1839471"/>
                <a:gd name="connsiteY3" fmla="*/ 757129 h 759600"/>
                <a:gd name="connsiteX4" fmla="*/ 1970 w 1839471"/>
                <a:gd name="connsiteY4" fmla="*/ 0 h 759600"/>
                <a:gd name="connsiteX0" fmla="*/ 1970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0 w 1839471"/>
                <a:gd name="connsiteY4" fmla="*/ 647 h 755458"/>
                <a:gd name="connsiteX0" fmla="*/ 773 w 1839471"/>
                <a:gd name="connsiteY0" fmla="*/ 0 h 757205"/>
                <a:gd name="connsiteX1" fmla="*/ 1836231 w 1839471"/>
                <a:gd name="connsiteY1" fmla="*/ 1747 h 757205"/>
                <a:gd name="connsiteX2" fmla="*/ 1838932 w 1839471"/>
                <a:gd name="connsiteY2" fmla="*/ 757205 h 757205"/>
                <a:gd name="connsiteX3" fmla="*/ 0 w 1839471"/>
                <a:gd name="connsiteY3" fmla="*/ 754734 h 757205"/>
                <a:gd name="connsiteX4" fmla="*/ 773 w 1839471"/>
                <a:gd name="connsiteY4" fmla="*/ 0 h 757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9471" h="757205">
                  <a:moveTo>
                    <a:pt x="773" y="0"/>
                  </a:moveTo>
                  <a:lnTo>
                    <a:pt x="1836231" y="1747"/>
                  </a:lnTo>
                  <a:cubicBezTo>
                    <a:pt x="1835857" y="386856"/>
                    <a:pt x="1841134" y="433553"/>
                    <a:pt x="1838932" y="757205"/>
                  </a:cubicBezTo>
                  <a:lnTo>
                    <a:pt x="0" y="754734"/>
                  </a:lnTo>
                  <a:cubicBezTo>
                    <a:pt x="657" y="502358"/>
                    <a:pt x="116" y="252376"/>
                    <a:pt x="773"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7" name="Freeform: Shape 6">
              <a:extLst>
                <a:ext uri="{FF2B5EF4-FFF2-40B4-BE49-F238E27FC236}">
                  <a16:creationId xmlns:a16="http://schemas.microsoft.com/office/drawing/2014/main" id="{543F8738-26B8-E7E0-AE56-0E5292DE50E8}"/>
                </a:ext>
              </a:extLst>
            </p:cNvPr>
            <p:cNvSpPr/>
            <p:nvPr userDrawn="1"/>
          </p:nvSpPr>
          <p:spPr>
            <a:xfrm flipV="1">
              <a:off x="-3072" y="3817697"/>
              <a:ext cx="2935460" cy="3053177"/>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527539 w 2381923"/>
                <a:gd name="connsiteY2" fmla="*/ 2305583 h 2310653"/>
                <a:gd name="connsiteX3" fmla="*/ 0 w 2381923"/>
                <a:gd name="connsiteY3" fmla="*/ 2306843 h 2310653"/>
                <a:gd name="connsiteX4" fmla="*/ 2381923 w 2381923"/>
                <a:gd name="connsiteY4" fmla="*/ 0 h 2310653"/>
                <a:gd name="connsiteX0" fmla="*/ 2381923 w 2381923"/>
                <a:gd name="connsiteY0" fmla="*/ 21420 h 2332073"/>
                <a:gd name="connsiteX1" fmla="*/ 2379681 w 2381923"/>
                <a:gd name="connsiteY1" fmla="*/ 2332073 h 2332073"/>
                <a:gd name="connsiteX2" fmla="*/ 527539 w 2381923"/>
                <a:gd name="connsiteY2" fmla="*/ 2327003 h 2332073"/>
                <a:gd name="connsiteX3" fmla="*/ 0 w 2381923"/>
                <a:gd name="connsiteY3" fmla="*/ 2328263 h 2332073"/>
                <a:gd name="connsiteX4" fmla="*/ 527539 w 2381923"/>
                <a:gd name="connsiteY4" fmla="*/ 1243760 h 2332073"/>
                <a:gd name="connsiteX5" fmla="*/ 2381923 w 2381923"/>
                <a:gd name="connsiteY5" fmla="*/ 21420 h 2332073"/>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2381923 w 2519923"/>
                <a:gd name="connsiteY6" fmla="*/ 51721 h 2362374"/>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1491890 w 2519923"/>
                <a:gd name="connsiteY6" fmla="*/ 448418 h 2362374"/>
                <a:gd name="connsiteX7" fmla="*/ 2381923 w 2519923"/>
                <a:gd name="connsiteY7" fmla="*/ 51721 h 2362374"/>
                <a:gd name="connsiteX0" fmla="*/ 1854384 w 1992384"/>
                <a:gd name="connsiteY0" fmla="*/ 51721 h 2362374"/>
                <a:gd name="connsiteX1" fmla="*/ 1856046 w 1992384"/>
                <a:gd name="connsiteY1" fmla="*/ 441812 h 2362374"/>
                <a:gd name="connsiteX2" fmla="*/ 1852142 w 1992384"/>
                <a:gd name="connsiteY2" fmla="*/ 2362374 h 2362374"/>
                <a:gd name="connsiteX3" fmla="*/ 0 w 1992384"/>
                <a:gd name="connsiteY3" fmla="*/ 2357304 h 2362374"/>
                <a:gd name="connsiteX4" fmla="*/ 0 w 1992384"/>
                <a:gd name="connsiteY4" fmla="*/ 1274061 h 2362374"/>
                <a:gd name="connsiteX5" fmla="*/ 964351 w 1992384"/>
                <a:gd name="connsiteY5" fmla="*/ 448418 h 2362374"/>
                <a:gd name="connsiteX6" fmla="*/ 1854384 w 1992384"/>
                <a:gd name="connsiteY6" fmla="*/ 51721 h 2362374"/>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856046"/>
                <a:gd name="connsiteY0" fmla="*/ 182057 h 2096013"/>
                <a:gd name="connsiteX1" fmla="*/ 1856046 w 1856046"/>
                <a:gd name="connsiteY1" fmla="*/ 175451 h 2096013"/>
                <a:gd name="connsiteX2" fmla="*/ 1852142 w 1856046"/>
                <a:gd name="connsiteY2" fmla="*/ 2096013 h 2096013"/>
                <a:gd name="connsiteX3" fmla="*/ 0 w 1856046"/>
                <a:gd name="connsiteY3" fmla="*/ 2090943 h 2096013"/>
                <a:gd name="connsiteX4" fmla="*/ 0 w 1856046"/>
                <a:gd name="connsiteY4" fmla="*/ 1007700 h 2096013"/>
                <a:gd name="connsiteX5" fmla="*/ 964351 w 1856046"/>
                <a:gd name="connsiteY5" fmla="*/ 182057 h 2096013"/>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0 w 1856046"/>
                <a:gd name="connsiteY4" fmla="*/ 887979 h 1976292"/>
                <a:gd name="connsiteX5" fmla="*/ 964351 w 1856046"/>
                <a:gd name="connsiteY5" fmla="*/ 62336 h 1976292"/>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7183 w 1856046"/>
                <a:gd name="connsiteY4" fmla="*/ 859247 h 1976292"/>
                <a:gd name="connsiteX5" fmla="*/ 964351 w 1856046"/>
                <a:gd name="connsiteY5" fmla="*/ 62336 h 1976292"/>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4211 h 1920562"/>
                <a:gd name="connsiteX1" fmla="*/ 1856046 w 1856046"/>
                <a:gd name="connsiteY1" fmla="*/ 0 h 1920562"/>
                <a:gd name="connsiteX2" fmla="*/ 1852142 w 1856046"/>
                <a:gd name="connsiteY2" fmla="*/ 1920562 h 1920562"/>
                <a:gd name="connsiteX3" fmla="*/ 0 w 1856046"/>
                <a:gd name="connsiteY3" fmla="*/ 1915492 h 1920562"/>
                <a:gd name="connsiteX4" fmla="*/ 7183 w 1856046"/>
                <a:gd name="connsiteY4" fmla="*/ 803517 h 1920562"/>
                <a:gd name="connsiteX5" fmla="*/ 894914 w 1856046"/>
                <a:gd name="connsiteY5" fmla="*/ 4211 h 1920562"/>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11972 w 1856046"/>
                <a:gd name="connsiteY4" fmla="*/ 796912 h 1916351"/>
                <a:gd name="connsiteX5" fmla="*/ 894914 w 1856046"/>
                <a:gd name="connsiteY5" fmla="*/ 0 h 1916351"/>
                <a:gd name="connsiteX0" fmla="*/ 883634 w 1844766"/>
                <a:gd name="connsiteY0" fmla="*/ 0 h 1916351"/>
                <a:gd name="connsiteX1" fmla="*/ 1844766 w 1844766"/>
                <a:gd name="connsiteY1" fmla="*/ 578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2973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579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6028 w 1844766"/>
                <a:gd name="connsiteY0" fmla="*/ 0 h 1918745"/>
                <a:gd name="connsiteX1" fmla="*/ 1844766 w 1844766"/>
                <a:gd name="connsiteY1" fmla="*/ 2973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 name="connsiteX0" fmla="*/ 886028 w 1844766"/>
                <a:gd name="connsiteY0" fmla="*/ 0 h 1918745"/>
                <a:gd name="connsiteX1" fmla="*/ 1844766 w 1844766"/>
                <a:gd name="connsiteY1" fmla="*/ 579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4766" h="1918745">
                  <a:moveTo>
                    <a:pt x="886028" y="0"/>
                  </a:moveTo>
                  <a:lnTo>
                    <a:pt x="1844766" y="579"/>
                  </a:lnTo>
                  <a:cubicBezTo>
                    <a:pt x="1844392" y="418714"/>
                    <a:pt x="1839762" y="1625916"/>
                    <a:pt x="1840862" y="1918745"/>
                  </a:cubicBezTo>
                  <a:lnTo>
                    <a:pt x="692" y="1913675"/>
                  </a:lnTo>
                  <a:cubicBezTo>
                    <a:pt x="3086" y="1543017"/>
                    <a:pt x="-1702" y="1169964"/>
                    <a:pt x="692" y="799306"/>
                  </a:cubicBezTo>
                  <a:cubicBezTo>
                    <a:pt x="251735" y="447427"/>
                    <a:pt x="670067" y="102792"/>
                    <a:pt x="886028"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306E73F4-165C-5B53-628F-B0D9210C6A77}"/>
                </a:ext>
              </a:extLst>
            </p:cNvPr>
            <p:cNvSpPr/>
            <p:nvPr userDrawn="1"/>
          </p:nvSpPr>
          <p:spPr>
            <a:xfrm flipH="1" flipV="1">
              <a:off x="5634236" y="3823760"/>
              <a:ext cx="3790446" cy="3048688"/>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96825 w 2396825"/>
                <a:gd name="connsiteY0" fmla="*/ 129170 h 2439823"/>
                <a:gd name="connsiteX1" fmla="*/ 2394583 w 2396825"/>
                <a:gd name="connsiteY1" fmla="*/ 2439823 h 2439823"/>
                <a:gd name="connsiteX2" fmla="*/ 14902 w 2396825"/>
                <a:gd name="connsiteY2" fmla="*/ 2436013 h 2439823"/>
                <a:gd name="connsiteX3" fmla="*/ 1431574 w 2396825"/>
                <a:gd name="connsiteY3" fmla="*/ 521986 h 2439823"/>
                <a:gd name="connsiteX4" fmla="*/ 2396825 w 2396825"/>
                <a:gd name="connsiteY4" fmla="*/ 129170 h 2439823"/>
                <a:gd name="connsiteX0" fmla="*/ 2396825 w 2570614"/>
                <a:gd name="connsiteY0" fmla="*/ 129170 h 2439823"/>
                <a:gd name="connsiteX1" fmla="*/ 2394109 w 2570614"/>
                <a:gd name="connsiteY1" fmla="*/ 524381 h 2439823"/>
                <a:gd name="connsiteX2" fmla="*/ 2394583 w 2570614"/>
                <a:gd name="connsiteY2" fmla="*/ 2439823 h 2439823"/>
                <a:gd name="connsiteX3" fmla="*/ 14902 w 2570614"/>
                <a:gd name="connsiteY3" fmla="*/ 2436013 h 2439823"/>
                <a:gd name="connsiteX4" fmla="*/ 1431574 w 2570614"/>
                <a:gd name="connsiteY4" fmla="*/ 521986 h 2439823"/>
                <a:gd name="connsiteX5" fmla="*/ 2396825 w 2570614"/>
                <a:gd name="connsiteY5" fmla="*/ 129170 h 2439823"/>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141247 h 2059084"/>
                <a:gd name="connsiteX1" fmla="*/ 2394105 w 2570610"/>
                <a:gd name="connsiteY1" fmla="*/ 143642 h 2059084"/>
                <a:gd name="connsiteX2" fmla="*/ 2394579 w 2570610"/>
                <a:gd name="connsiteY2" fmla="*/ 2059084 h 2059084"/>
                <a:gd name="connsiteX3" fmla="*/ 14898 w 2570610"/>
                <a:gd name="connsiteY3" fmla="*/ 2055274 h 2059084"/>
                <a:gd name="connsiteX4" fmla="*/ 1431570 w 2570610"/>
                <a:gd name="connsiteY4" fmla="*/ 141247 h 2059084"/>
                <a:gd name="connsiteX0" fmla="*/ 1436047 w 2575087"/>
                <a:gd name="connsiteY0" fmla="*/ 141247 h 2059084"/>
                <a:gd name="connsiteX1" fmla="*/ 2398582 w 2575087"/>
                <a:gd name="connsiteY1" fmla="*/ 143642 h 2059084"/>
                <a:gd name="connsiteX2" fmla="*/ 2399056 w 2575087"/>
                <a:gd name="connsiteY2" fmla="*/ 2059084 h 2059084"/>
                <a:gd name="connsiteX3" fmla="*/ 19375 w 2575087"/>
                <a:gd name="connsiteY3" fmla="*/ 2055274 h 2059084"/>
                <a:gd name="connsiteX4" fmla="*/ 1436047 w 2575087"/>
                <a:gd name="connsiteY4" fmla="*/ 141247 h 2059084"/>
                <a:gd name="connsiteX0" fmla="*/ 1436047 w 2575087"/>
                <a:gd name="connsiteY0" fmla="*/ 1897 h 1919734"/>
                <a:gd name="connsiteX1" fmla="*/ 2398582 w 2575087"/>
                <a:gd name="connsiteY1" fmla="*/ 4292 h 1919734"/>
                <a:gd name="connsiteX2" fmla="*/ 2399056 w 2575087"/>
                <a:gd name="connsiteY2" fmla="*/ 1919734 h 1919734"/>
                <a:gd name="connsiteX3" fmla="*/ 19375 w 2575087"/>
                <a:gd name="connsiteY3" fmla="*/ 1915924 h 1919734"/>
                <a:gd name="connsiteX4" fmla="*/ 1436047 w 2575087"/>
                <a:gd name="connsiteY4" fmla="*/ 1897 h 1919734"/>
                <a:gd name="connsiteX0" fmla="*/ 1440114 w 2579154"/>
                <a:gd name="connsiteY0" fmla="*/ 1897 h 1919734"/>
                <a:gd name="connsiteX1" fmla="*/ 2402649 w 2579154"/>
                <a:gd name="connsiteY1" fmla="*/ 4292 h 1919734"/>
                <a:gd name="connsiteX2" fmla="*/ 2403123 w 2579154"/>
                <a:gd name="connsiteY2" fmla="*/ 1919734 h 1919734"/>
                <a:gd name="connsiteX3" fmla="*/ 23442 w 2579154"/>
                <a:gd name="connsiteY3" fmla="*/ 1915924 h 1919734"/>
                <a:gd name="connsiteX4" fmla="*/ 1440114 w 2579154"/>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7489"/>
                <a:gd name="connsiteY0" fmla="*/ 1897 h 1919734"/>
                <a:gd name="connsiteX1" fmla="*/ 2379207 w 2557489"/>
                <a:gd name="connsiteY1" fmla="*/ 4292 h 1919734"/>
                <a:gd name="connsiteX2" fmla="*/ 2382075 w 2557489"/>
                <a:gd name="connsiteY2" fmla="*/ 1919734 h 1919734"/>
                <a:gd name="connsiteX3" fmla="*/ 0 w 2557489"/>
                <a:gd name="connsiteY3" fmla="*/ 1915924 h 1919734"/>
                <a:gd name="connsiteX4" fmla="*/ 1416672 w 2557489"/>
                <a:gd name="connsiteY4" fmla="*/ 1897 h 1919734"/>
                <a:gd name="connsiteX0" fmla="*/ 1416672 w 2557489"/>
                <a:gd name="connsiteY0" fmla="*/ 1897 h 1915924"/>
                <a:gd name="connsiteX1" fmla="*/ 2379207 w 2557489"/>
                <a:gd name="connsiteY1" fmla="*/ 4292 h 1915924"/>
                <a:gd name="connsiteX2" fmla="*/ 2382075 w 2557489"/>
                <a:gd name="connsiteY2" fmla="*/ 1914945 h 1915924"/>
                <a:gd name="connsiteX3" fmla="*/ 0 w 2557489"/>
                <a:gd name="connsiteY3" fmla="*/ 1915924 h 1915924"/>
                <a:gd name="connsiteX4" fmla="*/ 1416672 w 2557489"/>
                <a:gd name="connsiteY4" fmla="*/ 1897 h 1915924"/>
                <a:gd name="connsiteX0" fmla="*/ 1416672 w 2382075"/>
                <a:gd name="connsiteY0" fmla="*/ 1897 h 1915924"/>
                <a:gd name="connsiteX1" fmla="*/ 2379207 w 2382075"/>
                <a:gd name="connsiteY1" fmla="*/ 4292 h 1915924"/>
                <a:gd name="connsiteX2" fmla="*/ 2382075 w 2382075"/>
                <a:gd name="connsiteY2" fmla="*/ 1914945 h 1915924"/>
                <a:gd name="connsiteX3" fmla="*/ 0 w 2382075"/>
                <a:gd name="connsiteY3" fmla="*/ 1915924 h 1915924"/>
                <a:gd name="connsiteX4" fmla="*/ 1416672 w 2382075"/>
                <a:gd name="connsiteY4" fmla="*/ 1897 h 1915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075" h="1915924">
                  <a:moveTo>
                    <a:pt x="1416672" y="1897"/>
                  </a:moveTo>
                  <a:cubicBezTo>
                    <a:pt x="1655178" y="-3047"/>
                    <a:pt x="2144481" y="3103"/>
                    <a:pt x="2379207" y="4292"/>
                  </a:cubicBezTo>
                  <a:cubicBezTo>
                    <a:pt x="2378833" y="389401"/>
                    <a:pt x="2378751" y="1426340"/>
                    <a:pt x="2382075" y="1914945"/>
                  </a:cubicBezTo>
                  <a:lnTo>
                    <a:pt x="0" y="1915924"/>
                  </a:lnTo>
                  <a:cubicBezTo>
                    <a:pt x="294111" y="889474"/>
                    <a:pt x="921434" y="295672"/>
                    <a:pt x="1416672" y="1897"/>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10" name="Freeform: Shape 9">
              <a:extLst>
                <a:ext uri="{FF2B5EF4-FFF2-40B4-BE49-F238E27FC236}">
                  <a16:creationId xmlns:a16="http://schemas.microsoft.com/office/drawing/2014/main" id="{0132A404-51E1-8792-2F38-76816795C980}"/>
                </a:ext>
              </a:extLst>
            </p:cNvPr>
            <p:cNvSpPr/>
            <p:nvPr userDrawn="1"/>
          </p:nvSpPr>
          <p:spPr>
            <a:xfrm flipH="1">
              <a:off x="5633545" y="-3811"/>
              <a:ext cx="3791136" cy="1207479"/>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541481 w 2541481"/>
                <a:gd name="connsiteY0" fmla="*/ 8572 h 2319225"/>
                <a:gd name="connsiteX1" fmla="*/ 2539239 w 2541481"/>
                <a:gd name="connsiteY1" fmla="*/ 2319225 h 2319225"/>
                <a:gd name="connsiteX2" fmla="*/ 159558 w 2541481"/>
                <a:gd name="connsiteY2" fmla="*/ 2315415 h 2319225"/>
                <a:gd name="connsiteX3" fmla="*/ 474657 w 2541481"/>
                <a:gd name="connsiteY3" fmla="*/ 1563767 h 2319225"/>
                <a:gd name="connsiteX4" fmla="*/ 2541481 w 2541481"/>
                <a:gd name="connsiteY4" fmla="*/ 8572 h 2319225"/>
                <a:gd name="connsiteX0" fmla="*/ 2541481 w 2716373"/>
                <a:gd name="connsiteY0" fmla="*/ 8572 h 2319225"/>
                <a:gd name="connsiteX1" fmla="*/ 2542067 w 2716373"/>
                <a:gd name="connsiteY1" fmla="*/ 1543952 h 2319225"/>
                <a:gd name="connsiteX2" fmla="*/ 2539239 w 2716373"/>
                <a:gd name="connsiteY2" fmla="*/ 2319225 h 2319225"/>
                <a:gd name="connsiteX3" fmla="*/ 159558 w 2716373"/>
                <a:gd name="connsiteY3" fmla="*/ 2315415 h 2319225"/>
                <a:gd name="connsiteX4" fmla="*/ 474657 w 2716373"/>
                <a:gd name="connsiteY4" fmla="*/ 1563767 h 2319225"/>
                <a:gd name="connsiteX5" fmla="*/ 2541481 w 2716373"/>
                <a:gd name="connsiteY5" fmla="*/ 8572 h 2319225"/>
                <a:gd name="connsiteX0" fmla="*/ 2541481 w 2694857"/>
                <a:gd name="connsiteY0" fmla="*/ 8572 h 2319225"/>
                <a:gd name="connsiteX1" fmla="*/ 2542067 w 2694857"/>
                <a:gd name="connsiteY1" fmla="*/ 1543952 h 2319225"/>
                <a:gd name="connsiteX2" fmla="*/ 2539239 w 2694857"/>
                <a:gd name="connsiteY2" fmla="*/ 2319225 h 2319225"/>
                <a:gd name="connsiteX3" fmla="*/ 159558 w 2694857"/>
                <a:gd name="connsiteY3" fmla="*/ 2315415 h 2319225"/>
                <a:gd name="connsiteX4" fmla="*/ 474657 w 2694857"/>
                <a:gd name="connsiteY4" fmla="*/ 1563767 h 2319225"/>
                <a:gd name="connsiteX5" fmla="*/ 2541481 w 2694857"/>
                <a:gd name="connsiteY5" fmla="*/ 8572 h 2319225"/>
                <a:gd name="connsiteX0" fmla="*/ 2381923 w 2535299"/>
                <a:gd name="connsiteY0" fmla="*/ 8572 h 2319225"/>
                <a:gd name="connsiteX1" fmla="*/ 2382509 w 2535299"/>
                <a:gd name="connsiteY1" fmla="*/ 1543952 h 2319225"/>
                <a:gd name="connsiteX2" fmla="*/ 2379681 w 2535299"/>
                <a:gd name="connsiteY2" fmla="*/ 2319225 h 2319225"/>
                <a:gd name="connsiteX3" fmla="*/ 0 w 2535299"/>
                <a:gd name="connsiteY3" fmla="*/ 2315415 h 2319225"/>
                <a:gd name="connsiteX4" fmla="*/ 315099 w 2535299"/>
                <a:gd name="connsiteY4" fmla="*/ 1563767 h 2319225"/>
                <a:gd name="connsiteX5" fmla="*/ 2381923 w 2535299"/>
                <a:gd name="connsiteY5" fmla="*/ 8572 h 2319225"/>
                <a:gd name="connsiteX0" fmla="*/ 315099 w 2382509"/>
                <a:gd name="connsiteY0" fmla="*/ 105842 h 861300"/>
                <a:gd name="connsiteX1" fmla="*/ 2382509 w 2382509"/>
                <a:gd name="connsiteY1" fmla="*/ 86027 h 861300"/>
                <a:gd name="connsiteX2" fmla="*/ 2379681 w 2382509"/>
                <a:gd name="connsiteY2" fmla="*/ 861300 h 861300"/>
                <a:gd name="connsiteX3" fmla="*/ 0 w 2382509"/>
                <a:gd name="connsiteY3" fmla="*/ 857490 h 861300"/>
                <a:gd name="connsiteX4" fmla="*/ 315099 w 2382509"/>
                <a:gd name="connsiteY4" fmla="*/ 105842 h 861300"/>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4582 h 760040"/>
                <a:gd name="connsiteX1" fmla="*/ 2382509 w 2382509"/>
                <a:gd name="connsiteY1" fmla="*/ 3922 h 760040"/>
                <a:gd name="connsiteX2" fmla="*/ 2379681 w 2382509"/>
                <a:gd name="connsiteY2" fmla="*/ 760040 h 760040"/>
                <a:gd name="connsiteX3" fmla="*/ 0 w 2382509"/>
                <a:gd name="connsiteY3" fmla="*/ 756230 h 760040"/>
                <a:gd name="connsiteX4" fmla="*/ 315099 w 2382509"/>
                <a:gd name="connsiteY4" fmla="*/ 4582 h 760040"/>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0 h 762641"/>
                <a:gd name="connsiteX1" fmla="*/ 2382509 w 2382509"/>
                <a:gd name="connsiteY1" fmla="*/ 6523 h 762641"/>
                <a:gd name="connsiteX2" fmla="*/ 2379681 w 2382509"/>
                <a:gd name="connsiteY2" fmla="*/ 762641 h 762641"/>
                <a:gd name="connsiteX3" fmla="*/ 0 w 2382509"/>
                <a:gd name="connsiteY3" fmla="*/ 758831 h 762641"/>
                <a:gd name="connsiteX4" fmla="*/ 319888 w 2382509"/>
                <a:gd name="connsiteY4" fmla="*/ 0 h 762641"/>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509" h="758830">
                  <a:moveTo>
                    <a:pt x="315100" y="0"/>
                  </a:moveTo>
                  <a:lnTo>
                    <a:pt x="2382509" y="1734"/>
                  </a:lnTo>
                  <a:cubicBezTo>
                    <a:pt x="2382135" y="386843"/>
                    <a:pt x="2380457" y="497173"/>
                    <a:pt x="2379681" y="757852"/>
                  </a:cubicBezTo>
                  <a:lnTo>
                    <a:pt x="0" y="758830"/>
                  </a:lnTo>
                  <a:cubicBezTo>
                    <a:pt x="60055" y="573393"/>
                    <a:pt x="104709" y="362613"/>
                    <a:pt x="315100"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grpSp>
      <p:sp>
        <p:nvSpPr>
          <p:cNvPr id="4" name="Rectangle 3">
            <a:hlinkClick r:id="rId3"/>
            <a:extLst>
              <a:ext uri="{FF2B5EF4-FFF2-40B4-BE49-F238E27FC236}">
                <a16:creationId xmlns:a16="http://schemas.microsoft.com/office/drawing/2014/main" id="{0F900771-CE9A-5CF1-197A-91944B78C868}"/>
              </a:ext>
            </a:extLst>
          </p:cNvPr>
          <p:cNvSpPr/>
          <p:nvPr/>
        </p:nvSpPr>
        <p:spPr>
          <a:xfrm>
            <a:off x="-307571" y="0"/>
            <a:ext cx="12192000" cy="68541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pic>
        <p:nvPicPr>
          <p:cNvPr id="11" name="Graphic 10" descr="Cursor with solid fill">
            <a:extLst>
              <a:ext uri="{FF2B5EF4-FFF2-40B4-BE49-F238E27FC236}">
                <a16:creationId xmlns:a16="http://schemas.microsoft.com/office/drawing/2014/main" id="{04D23819-157A-C10F-89AB-0E33879E9F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0365" y="4423306"/>
            <a:ext cx="914400" cy="914400"/>
          </a:xfrm>
          <a:prstGeom prst="rect">
            <a:avLst/>
          </a:prstGeom>
        </p:spPr>
      </p:pic>
    </p:spTree>
    <p:extLst>
      <p:ext uri="{BB962C8B-B14F-4D97-AF65-F5344CB8AC3E}">
        <p14:creationId xmlns:p14="http://schemas.microsoft.com/office/powerpoint/2010/main" val="3309099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 name="Picture 26" descr="A grey and black logo&#10;&#10;AI-generated content may be incorrect.">
            <a:extLst>
              <a:ext uri="{FF2B5EF4-FFF2-40B4-BE49-F238E27FC236}">
                <a16:creationId xmlns:a16="http://schemas.microsoft.com/office/drawing/2014/main" id="{400492CD-CDC5-DC43-6D3C-DF32FE3C27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60" y="238645"/>
            <a:ext cx="2282511" cy="524336"/>
          </a:xfrm>
          <a:prstGeom prst="rect">
            <a:avLst/>
          </a:prstGeom>
        </p:spPr>
      </p:pic>
      <p:sp>
        <p:nvSpPr>
          <p:cNvPr id="28" name="TextBox 27">
            <a:extLst>
              <a:ext uri="{FF2B5EF4-FFF2-40B4-BE49-F238E27FC236}">
                <a16:creationId xmlns:a16="http://schemas.microsoft.com/office/drawing/2014/main" id="{674F18E9-918B-093F-0DAB-10FF4C764A81}"/>
              </a:ext>
            </a:extLst>
          </p:cNvPr>
          <p:cNvSpPr txBox="1"/>
          <p:nvPr/>
        </p:nvSpPr>
        <p:spPr>
          <a:xfrm>
            <a:off x="184812" y="830399"/>
            <a:ext cx="2396605" cy="461665"/>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chemeClr val="accent3"/>
                </a:solidFill>
                <a:effectLst/>
                <a:uLnTx/>
                <a:uFillTx/>
                <a:latin typeface="Arial" panose="020B0604020202020204" pitchFamily="34" charset="0"/>
                <a:ea typeface="+mn-ea"/>
                <a:cs typeface="Arial" panose="020B0604020202020204" pitchFamily="34" charset="0"/>
              </a:rPr>
              <a:t>Global Footprint</a:t>
            </a:r>
          </a:p>
        </p:txBody>
      </p:sp>
      <p:sp>
        <p:nvSpPr>
          <p:cNvPr id="29" name="TextBox 28">
            <a:extLst>
              <a:ext uri="{FF2B5EF4-FFF2-40B4-BE49-F238E27FC236}">
                <a16:creationId xmlns:a16="http://schemas.microsoft.com/office/drawing/2014/main" id="{6B37A1D6-FCD2-57A0-3D4C-B45B9558E0EC}"/>
              </a:ext>
            </a:extLst>
          </p:cNvPr>
          <p:cNvSpPr txBox="1"/>
          <p:nvPr/>
        </p:nvSpPr>
        <p:spPr>
          <a:xfrm>
            <a:off x="2732725" y="176744"/>
            <a:ext cx="1475883" cy="738664"/>
          </a:xfrm>
          <a:prstGeom prst="rect">
            <a:avLst/>
          </a:prstGeom>
          <a:noFill/>
        </p:spPr>
        <p:txBody>
          <a:bodyPr wrap="square" lIns="121920" tIns="60960" rIns="121920" bIns="60960" rtlCol="0" anchor="t">
            <a:spAutoFit/>
          </a:bodyPr>
          <a:lstStyle/>
          <a:p>
            <a:pPr marL="0" marR="0" lvl="0" indent="0" algn="l" defTabSz="914354"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3"/>
                </a:solidFill>
                <a:effectLst/>
                <a:uLnTx/>
                <a:uFillTx/>
                <a:latin typeface="Overpass Black"/>
                <a:ea typeface="+mn-ea"/>
                <a:cs typeface="+mn-cs"/>
              </a:rPr>
              <a:t>Global Health </a:t>
            </a:r>
          </a:p>
          <a:p>
            <a:pPr marL="0" marR="0" lvl="0" indent="0" algn="l" defTabSz="914354"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a:ln>
                  <a:noFill/>
                </a:ln>
                <a:solidFill>
                  <a:schemeClr val="accent3"/>
                </a:solidFill>
                <a:effectLst/>
                <a:uLnTx/>
                <a:uFillTx/>
                <a:latin typeface="Overpass Black"/>
                <a:ea typeface="+mn-ea"/>
                <a:cs typeface="+mn-cs"/>
              </a:rPr>
              <a:t>and Technology Consulting</a:t>
            </a:r>
          </a:p>
        </p:txBody>
      </p:sp>
      <p:cxnSp>
        <p:nvCxnSpPr>
          <p:cNvPr id="30" name="Straight Connector 29">
            <a:extLst>
              <a:ext uri="{FF2B5EF4-FFF2-40B4-BE49-F238E27FC236}">
                <a16:creationId xmlns:a16="http://schemas.microsoft.com/office/drawing/2014/main" id="{DAD9A22F-3236-6102-BFE9-7F0532368FAE}"/>
              </a:ext>
            </a:extLst>
          </p:cNvPr>
          <p:cNvCxnSpPr/>
          <p:nvPr/>
        </p:nvCxnSpPr>
        <p:spPr>
          <a:xfrm>
            <a:off x="2675679" y="238645"/>
            <a:ext cx="0" cy="560468"/>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DDD4A1F2-19B8-3C30-D2EC-4CF298F31EAE}"/>
              </a:ext>
            </a:extLst>
          </p:cNvPr>
          <p:cNvGrpSpPr/>
          <p:nvPr/>
        </p:nvGrpSpPr>
        <p:grpSpPr>
          <a:xfrm>
            <a:off x="930855" y="1479476"/>
            <a:ext cx="10750926" cy="5051579"/>
            <a:chOff x="927936" y="1273020"/>
            <a:chExt cx="10750926" cy="5051579"/>
          </a:xfrm>
        </p:grpSpPr>
        <p:grpSp>
          <p:nvGrpSpPr>
            <p:cNvPr id="44" name="Group 43">
              <a:extLst>
                <a:ext uri="{FF2B5EF4-FFF2-40B4-BE49-F238E27FC236}">
                  <a16:creationId xmlns:a16="http://schemas.microsoft.com/office/drawing/2014/main" id="{5AF6E8EB-D217-64B8-A30A-659A28E56C15}"/>
                </a:ext>
              </a:extLst>
            </p:cNvPr>
            <p:cNvGrpSpPr/>
            <p:nvPr/>
          </p:nvGrpSpPr>
          <p:grpSpPr>
            <a:xfrm>
              <a:off x="927936" y="1273020"/>
              <a:ext cx="10750926" cy="5051579"/>
              <a:chOff x="927936" y="1273020"/>
              <a:chExt cx="10750926" cy="5051579"/>
            </a:xfrm>
          </p:grpSpPr>
          <p:grpSp>
            <p:nvGrpSpPr>
              <p:cNvPr id="43" name="Group 42">
                <a:extLst>
                  <a:ext uri="{FF2B5EF4-FFF2-40B4-BE49-F238E27FC236}">
                    <a16:creationId xmlns:a16="http://schemas.microsoft.com/office/drawing/2014/main" id="{8092F420-A380-E161-75C2-D7292996CC9F}"/>
                  </a:ext>
                </a:extLst>
              </p:cNvPr>
              <p:cNvGrpSpPr/>
              <p:nvPr/>
            </p:nvGrpSpPr>
            <p:grpSpPr>
              <a:xfrm>
                <a:off x="927936" y="1273020"/>
                <a:ext cx="10750926" cy="5051579"/>
                <a:chOff x="870786" y="1281991"/>
                <a:chExt cx="10875955" cy="5110328"/>
              </a:xfrm>
            </p:grpSpPr>
            <p:pic>
              <p:nvPicPr>
                <p:cNvPr id="2" name="Picture 1" descr="A map of the world&#10;&#10;Description automatically generated">
                  <a:extLst>
                    <a:ext uri="{FF2B5EF4-FFF2-40B4-BE49-F238E27FC236}">
                      <a16:creationId xmlns:a16="http://schemas.microsoft.com/office/drawing/2014/main" id="{846D099F-DC4F-7A59-36B6-F23EA9F02E85}"/>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1231263" y="1511240"/>
                  <a:ext cx="10089952" cy="4881079"/>
                </a:xfrm>
                <a:prstGeom prst="rect">
                  <a:avLst/>
                </a:prstGeom>
              </p:spPr>
            </p:pic>
            <p:grpSp>
              <p:nvGrpSpPr>
                <p:cNvPr id="24" name="Group 23">
                  <a:extLst>
                    <a:ext uri="{FF2B5EF4-FFF2-40B4-BE49-F238E27FC236}">
                      <a16:creationId xmlns:a16="http://schemas.microsoft.com/office/drawing/2014/main" id="{47C2ABAE-7520-89A0-0A96-9235849FA1F1}"/>
                    </a:ext>
                  </a:extLst>
                </p:cNvPr>
                <p:cNvGrpSpPr/>
                <p:nvPr/>
              </p:nvGrpSpPr>
              <p:grpSpPr>
                <a:xfrm>
                  <a:off x="870786" y="1281991"/>
                  <a:ext cx="10875955" cy="3289291"/>
                  <a:chOff x="2148025" y="1288891"/>
                  <a:chExt cx="6133778" cy="1855079"/>
                </a:xfrm>
              </p:grpSpPr>
              <p:sp>
                <p:nvSpPr>
                  <p:cNvPr id="3" name="Flowchart: Connector 2">
                    <a:extLst>
                      <a:ext uri="{FF2B5EF4-FFF2-40B4-BE49-F238E27FC236}">
                        <a16:creationId xmlns:a16="http://schemas.microsoft.com/office/drawing/2014/main" id="{E4395C28-1D4C-2088-240F-3EF69131A6CE}"/>
                      </a:ext>
                    </a:extLst>
                  </p:cNvPr>
                  <p:cNvSpPr/>
                  <p:nvPr/>
                </p:nvSpPr>
                <p:spPr>
                  <a:xfrm>
                    <a:off x="3008551" y="2409134"/>
                    <a:ext cx="110837" cy="110837"/>
                  </a:xfrm>
                  <a:prstGeom prst="flowChartConnector">
                    <a:avLst/>
                  </a:prstGeom>
                  <a:solidFill>
                    <a:schemeClr val="tx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sp>
                <p:nvSpPr>
                  <p:cNvPr id="4" name="Flowchart: Connector 3">
                    <a:extLst>
                      <a:ext uri="{FF2B5EF4-FFF2-40B4-BE49-F238E27FC236}">
                        <a16:creationId xmlns:a16="http://schemas.microsoft.com/office/drawing/2014/main" id="{12C284D9-454A-87F4-3F4D-58225795F2E2}"/>
                      </a:ext>
                    </a:extLst>
                  </p:cNvPr>
                  <p:cNvSpPr/>
                  <p:nvPr/>
                </p:nvSpPr>
                <p:spPr>
                  <a:xfrm>
                    <a:off x="3199197" y="2132053"/>
                    <a:ext cx="110837" cy="110837"/>
                  </a:xfrm>
                  <a:prstGeom prst="flowChartConnector">
                    <a:avLst/>
                  </a:prstGeom>
                  <a:solidFill>
                    <a:schemeClr val="tx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sp>
                <p:nvSpPr>
                  <p:cNvPr id="5" name="Flowchart: Connector 4">
                    <a:extLst>
                      <a:ext uri="{FF2B5EF4-FFF2-40B4-BE49-F238E27FC236}">
                        <a16:creationId xmlns:a16="http://schemas.microsoft.com/office/drawing/2014/main" id="{12B38DD4-4869-BC92-879C-1D3F5D22C338}"/>
                      </a:ext>
                    </a:extLst>
                  </p:cNvPr>
                  <p:cNvSpPr/>
                  <p:nvPr/>
                </p:nvSpPr>
                <p:spPr>
                  <a:xfrm>
                    <a:off x="3577710" y="2001867"/>
                    <a:ext cx="110837" cy="110837"/>
                  </a:xfrm>
                  <a:prstGeom prst="flowChartConnector">
                    <a:avLst/>
                  </a:prstGeom>
                  <a:solidFill>
                    <a:schemeClr val="bg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sp>
                <p:nvSpPr>
                  <p:cNvPr id="6" name="TextBox 5">
                    <a:extLst>
                      <a:ext uri="{FF2B5EF4-FFF2-40B4-BE49-F238E27FC236}">
                        <a16:creationId xmlns:a16="http://schemas.microsoft.com/office/drawing/2014/main" id="{AE0710FC-1DD1-963B-B82E-2727824E5D47}"/>
                      </a:ext>
                    </a:extLst>
                  </p:cNvPr>
                  <p:cNvSpPr txBox="1"/>
                  <p:nvPr/>
                </p:nvSpPr>
                <p:spPr>
                  <a:xfrm>
                    <a:off x="2227857" y="2769018"/>
                    <a:ext cx="969822" cy="105452"/>
                  </a:xfrm>
                  <a:prstGeom prst="rect">
                    <a:avLst/>
                  </a:prstGeom>
                  <a:noFill/>
                </p:spPr>
                <p:txBody>
                  <a:bodyPr wrap="square" lIns="0" tIns="0" rIns="0" bIns="0" rtlCol="0" anchor="ctr" anchorCtr="0">
                    <a:noAutofit/>
                  </a:bodyPr>
                  <a:lstStyle/>
                  <a:p>
                    <a:pPr marL="0" algn="ctr" defTabSz="914400" rtl="0" eaLnBrk="1" latinLnBrk="0" hangingPunct="1"/>
                    <a:r>
                      <a:rPr lang="en-US" sz="1400" kern="1200" dirty="0">
                        <a:solidFill>
                          <a:schemeClr val="tx2"/>
                        </a:solidFill>
                        <a:latin typeface="Arial" panose="020B0604020202020204" pitchFamily="34" charset="0"/>
                        <a:cs typeface="Arial" panose="020B0604020202020204" pitchFamily="34" charset="0"/>
                      </a:rPr>
                      <a:t>Dallas, Texas</a:t>
                    </a:r>
                  </a:p>
                </p:txBody>
              </p:sp>
              <p:sp>
                <p:nvSpPr>
                  <p:cNvPr id="7" name="TextBox 6">
                    <a:extLst>
                      <a:ext uri="{FF2B5EF4-FFF2-40B4-BE49-F238E27FC236}">
                        <a16:creationId xmlns:a16="http://schemas.microsoft.com/office/drawing/2014/main" id="{965B5984-26D5-33F5-1180-D90F7CEBF621}"/>
                      </a:ext>
                    </a:extLst>
                  </p:cNvPr>
                  <p:cNvSpPr txBox="1"/>
                  <p:nvPr/>
                </p:nvSpPr>
                <p:spPr>
                  <a:xfrm>
                    <a:off x="2148025" y="1377260"/>
                    <a:ext cx="1171835" cy="105452"/>
                  </a:xfrm>
                  <a:prstGeom prst="rect">
                    <a:avLst/>
                  </a:prstGeom>
                  <a:noFill/>
                </p:spPr>
                <p:txBody>
                  <a:bodyPr wrap="square" lIns="0" tIns="0" rIns="0" bIns="0" rtlCol="0" anchor="ctr" anchorCtr="0">
                    <a:noAutofit/>
                  </a:bodyPr>
                  <a:lstStyle/>
                  <a:p>
                    <a:pPr marL="0" algn="ctr" defTabSz="914400" rtl="0" eaLnBrk="1" latinLnBrk="0" hangingPunct="1"/>
                    <a:r>
                      <a:rPr lang="en-US" sz="1400" kern="1200" dirty="0">
                        <a:solidFill>
                          <a:schemeClr val="tx2"/>
                        </a:solidFill>
                        <a:latin typeface="Arial" panose="020B0604020202020204" pitchFamily="34" charset="0"/>
                        <a:cs typeface="Arial" panose="020B0604020202020204" pitchFamily="34" charset="0"/>
                      </a:rPr>
                      <a:t>Madison, Wisconsin</a:t>
                    </a:r>
                  </a:p>
                </p:txBody>
              </p:sp>
              <p:sp>
                <p:nvSpPr>
                  <p:cNvPr id="8" name="TextBox 7">
                    <a:extLst>
                      <a:ext uri="{FF2B5EF4-FFF2-40B4-BE49-F238E27FC236}">
                        <a16:creationId xmlns:a16="http://schemas.microsoft.com/office/drawing/2014/main" id="{709F0B50-90B0-3C98-30FF-F7C92548D100}"/>
                      </a:ext>
                    </a:extLst>
                  </p:cNvPr>
                  <p:cNvSpPr txBox="1"/>
                  <p:nvPr/>
                </p:nvSpPr>
                <p:spPr>
                  <a:xfrm>
                    <a:off x="3599362" y="2268726"/>
                    <a:ext cx="867872" cy="233543"/>
                  </a:xfrm>
                  <a:prstGeom prst="rect">
                    <a:avLst/>
                  </a:prstGeom>
                  <a:noFill/>
                </p:spPr>
                <p:txBody>
                  <a:bodyPr wrap="square" lIns="0" tIns="0" rIns="0" bIns="0" rtlCol="0" anchor="t" anchorCtr="0">
                    <a:noAutofit/>
                  </a:bodyPr>
                  <a:lstStyle/>
                  <a:p>
                    <a:pPr marL="0" algn="l" defTabSz="914400" rtl="0" eaLnBrk="1" latinLnBrk="0" hangingPunct="1"/>
                    <a:r>
                      <a:rPr lang="en-US" sz="1400" kern="1200">
                        <a:solidFill>
                          <a:schemeClr val="bg2"/>
                        </a:solidFill>
                        <a:latin typeface="Arial" panose="020B0604020202020204" pitchFamily="34" charset="0"/>
                        <a:cs typeface="Arial" panose="020B0604020202020204" pitchFamily="34" charset="0"/>
                      </a:rPr>
                      <a:t>Toronto, Ontario,</a:t>
                    </a:r>
                    <a:br>
                      <a:rPr lang="en-US" sz="1400" kern="1200">
                        <a:solidFill>
                          <a:schemeClr val="bg2"/>
                        </a:solidFill>
                        <a:latin typeface="Arial" panose="020B0604020202020204" pitchFamily="34" charset="0"/>
                        <a:cs typeface="Arial" panose="020B0604020202020204" pitchFamily="34" charset="0"/>
                      </a:rPr>
                    </a:br>
                    <a:r>
                      <a:rPr lang="en-US" sz="1400" kern="1200">
                        <a:solidFill>
                          <a:schemeClr val="bg2"/>
                        </a:solidFill>
                        <a:latin typeface="Arial" panose="020B0604020202020204" pitchFamily="34" charset="0"/>
                        <a:cs typeface="Arial" panose="020B0604020202020204" pitchFamily="34" charset="0"/>
                      </a:rPr>
                      <a:t>Canada</a:t>
                    </a:r>
                  </a:p>
                </p:txBody>
              </p:sp>
              <p:sp>
                <p:nvSpPr>
                  <p:cNvPr id="9" name="TextBox 8">
                    <a:extLst>
                      <a:ext uri="{FF2B5EF4-FFF2-40B4-BE49-F238E27FC236}">
                        <a16:creationId xmlns:a16="http://schemas.microsoft.com/office/drawing/2014/main" id="{1E43E5CB-6D90-FA6E-27F8-38DA2005F87E}"/>
                      </a:ext>
                    </a:extLst>
                  </p:cNvPr>
                  <p:cNvSpPr txBox="1"/>
                  <p:nvPr/>
                </p:nvSpPr>
                <p:spPr>
                  <a:xfrm>
                    <a:off x="3620678" y="1288891"/>
                    <a:ext cx="1412402" cy="105452"/>
                  </a:xfrm>
                  <a:prstGeom prst="rect">
                    <a:avLst/>
                  </a:prstGeom>
                  <a:noFill/>
                </p:spPr>
                <p:txBody>
                  <a:bodyPr wrap="square" lIns="0" tIns="0" rIns="0" bIns="0" rtlCol="0" anchor="ctr" anchorCtr="0">
                    <a:noAutofit/>
                  </a:bodyPr>
                  <a:lstStyle/>
                  <a:p>
                    <a:pPr marL="0" algn="l" defTabSz="914400" rtl="0" eaLnBrk="1" latinLnBrk="0" hangingPunct="1"/>
                    <a:r>
                      <a:rPr lang="en-US" sz="1400" kern="1200" dirty="0">
                        <a:solidFill>
                          <a:schemeClr val="bg2"/>
                        </a:solidFill>
                        <a:latin typeface="Arial" panose="020B0604020202020204" pitchFamily="34" charset="0"/>
                        <a:cs typeface="Arial" panose="020B0604020202020204" pitchFamily="34" charset="0"/>
                      </a:rPr>
                      <a:t>Montreal, Québec, Canada</a:t>
                    </a:r>
                  </a:p>
                </p:txBody>
              </p:sp>
              <p:sp>
                <p:nvSpPr>
                  <p:cNvPr id="10" name="Flowchart: Connector 9">
                    <a:extLst>
                      <a:ext uri="{FF2B5EF4-FFF2-40B4-BE49-F238E27FC236}">
                        <a16:creationId xmlns:a16="http://schemas.microsoft.com/office/drawing/2014/main" id="{F6EF040F-3D9B-9476-06AA-A1EF3C9F3831}"/>
                      </a:ext>
                    </a:extLst>
                  </p:cNvPr>
                  <p:cNvSpPr/>
                  <p:nvPr/>
                </p:nvSpPr>
                <p:spPr>
                  <a:xfrm>
                    <a:off x="4689627" y="1889994"/>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sp>
                <p:nvSpPr>
                  <p:cNvPr id="11" name="TextBox 10">
                    <a:extLst>
                      <a:ext uri="{FF2B5EF4-FFF2-40B4-BE49-F238E27FC236}">
                        <a16:creationId xmlns:a16="http://schemas.microsoft.com/office/drawing/2014/main" id="{98450ABC-0B5D-A893-3CFC-667FD0E08B97}"/>
                      </a:ext>
                    </a:extLst>
                  </p:cNvPr>
                  <p:cNvSpPr txBox="1"/>
                  <p:nvPr/>
                </p:nvSpPr>
                <p:spPr>
                  <a:xfrm>
                    <a:off x="3382510" y="2070741"/>
                    <a:ext cx="1412402" cy="105452"/>
                  </a:xfrm>
                  <a:prstGeom prst="rect">
                    <a:avLst/>
                  </a:prstGeom>
                  <a:noFill/>
                </p:spPr>
                <p:txBody>
                  <a:bodyPr wrap="square" lIns="0" tIns="0" rIns="0" bIns="0" rtlCol="0" anchor="ctr" anchorCtr="0">
                    <a:noAutofit/>
                  </a:bodyPr>
                  <a:lstStyle/>
                  <a:p>
                    <a:pPr marL="0" algn="r" defTabSz="914400" rtl="0" eaLnBrk="1" latinLnBrk="0" hangingPunct="1"/>
                    <a:r>
                      <a:rPr lang="en-US" sz="1400" kern="1200" dirty="0">
                        <a:solidFill>
                          <a:schemeClr val="accent1"/>
                        </a:solidFill>
                        <a:latin typeface="Arial" panose="020B0604020202020204" pitchFamily="34" charset="0"/>
                        <a:cs typeface="Arial" panose="020B0604020202020204" pitchFamily="34" charset="0"/>
                      </a:rPr>
                      <a:t>Dublin, Ireland</a:t>
                    </a:r>
                  </a:p>
                </p:txBody>
              </p:sp>
              <p:sp>
                <p:nvSpPr>
                  <p:cNvPr id="12" name="Flowchart: Connector 11">
                    <a:extLst>
                      <a:ext uri="{FF2B5EF4-FFF2-40B4-BE49-F238E27FC236}">
                        <a16:creationId xmlns:a16="http://schemas.microsoft.com/office/drawing/2014/main" id="{1B619D7F-AF8B-DC45-6754-9D9BD58064E9}"/>
                      </a:ext>
                    </a:extLst>
                  </p:cNvPr>
                  <p:cNvSpPr/>
                  <p:nvPr/>
                </p:nvSpPr>
                <p:spPr>
                  <a:xfrm>
                    <a:off x="4946195" y="1920783"/>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sp>
                <p:nvSpPr>
                  <p:cNvPr id="13" name="TextBox 12">
                    <a:extLst>
                      <a:ext uri="{FF2B5EF4-FFF2-40B4-BE49-F238E27FC236}">
                        <a16:creationId xmlns:a16="http://schemas.microsoft.com/office/drawing/2014/main" id="{BF6B7DCC-383E-7EC3-6B56-8A545B885C13}"/>
                      </a:ext>
                    </a:extLst>
                  </p:cNvPr>
                  <p:cNvSpPr txBox="1"/>
                  <p:nvPr/>
                </p:nvSpPr>
                <p:spPr>
                  <a:xfrm>
                    <a:off x="4970823" y="1398162"/>
                    <a:ext cx="1412402" cy="105452"/>
                  </a:xfrm>
                  <a:prstGeom prst="rect">
                    <a:avLst/>
                  </a:prstGeom>
                  <a:noFill/>
                </p:spPr>
                <p:txBody>
                  <a:bodyPr wrap="square" lIns="0" tIns="0" rIns="0" bIns="0" rtlCol="0" anchor="ctr" anchorCtr="0">
                    <a:noAutofit/>
                  </a:bodyPr>
                  <a:lstStyle/>
                  <a:p>
                    <a:pPr marL="0" algn="l" defTabSz="914400" rtl="0" eaLnBrk="1" latinLnBrk="0" hangingPunct="1"/>
                    <a:r>
                      <a:rPr lang="en-US" sz="1400" kern="1200" dirty="0">
                        <a:solidFill>
                          <a:schemeClr val="accent1"/>
                        </a:solidFill>
                        <a:latin typeface="Arial" panose="020B0604020202020204" pitchFamily="34" charset="0"/>
                        <a:cs typeface="Arial" panose="020B0604020202020204" pitchFamily="34" charset="0"/>
                      </a:rPr>
                      <a:t>Amsterdam, Netherlands</a:t>
                    </a:r>
                  </a:p>
                </p:txBody>
              </p:sp>
              <p:sp>
                <p:nvSpPr>
                  <p:cNvPr id="14" name="Flowchart: Connector 13">
                    <a:extLst>
                      <a:ext uri="{FF2B5EF4-FFF2-40B4-BE49-F238E27FC236}">
                        <a16:creationId xmlns:a16="http://schemas.microsoft.com/office/drawing/2014/main" id="{3A473D90-B4AB-E730-E4E1-05D7C1D15149}"/>
                      </a:ext>
                    </a:extLst>
                  </p:cNvPr>
                  <p:cNvSpPr/>
                  <p:nvPr/>
                </p:nvSpPr>
                <p:spPr>
                  <a:xfrm>
                    <a:off x="4812779" y="1920783"/>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sp>
                <p:nvSpPr>
                  <p:cNvPr id="15" name="TextBox 14">
                    <a:extLst>
                      <a:ext uri="{FF2B5EF4-FFF2-40B4-BE49-F238E27FC236}">
                        <a16:creationId xmlns:a16="http://schemas.microsoft.com/office/drawing/2014/main" id="{AE31691B-2AF7-1F36-990A-117EA7E841E5}"/>
                      </a:ext>
                    </a:extLst>
                  </p:cNvPr>
                  <p:cNvSpPr txBox="1"/>
                  <p:nvPr/>
                </p:nvSpPr>
                <p:spPr>
                  <a:xfrm>
                    <a:off x="3485656" y="3038518"/>
                    <a:ext cx="1412402" cy="105452"/>
                  </a:xfrm>
                  <a:prstGeom prst="rect">
                    <a:avLst/>
                  </a:prstGeom>
                  <a:noFill/>
                </p:spPr>
                <p:txBody>
                  <a:bodyPr wrap="square" lIns="0" tIns="0" rIns="0" bIns="0" rtlCol="0" anchor="ctr" anchorCtr="0">
                    <a:noAutofit/>
                  </a:bodyPr>
                  <a:lstStyle/>
                  <a:p>
                    <a:pPr marL="0" algn="r" defTabSz="914400" rtl="0" eaLnBrk="1" latinLnBrk="0" hangingPunct="1"/>
                    <a:r>
                      <a:rPr lang="en-US" sz="1400" kern="1200" dirty="0">
                        <a:solidFill>
                          <a:schemeClr val="accent1"/>
                        </a:solidFill>
                        <a:latin typeface="Arial" panose="020B0604020202020204" pitchFamily="34" charset="0"/>
                        <a:cs typeface="Arial" panose="020B0604020202020204" pitchFamily="34" charset="0"/>
                      </a:rPr>
                      <a:t>London, UK</a:t>
                    </a:r>
                  </a:p>
                </p:txBody>
              </p:sp>
              <p:sp>
                <p:nvSpPr>
                  <p:cNvPr id="16" name="Flowchart: Connector 15">
                    <a:extLst>
                      <a:ext uri="{FF2B5EF4-FFF2-40B4-BE49-F238E27FC236}">
                        <a16:creationId xmlns:a16="http://schemas.microsoft.com/office/drawing/2014/main" id="{509F0B6C-59FF-9634-4AB2-AC711A05DE16}"/>
                      </a:ext>
                    </a:extLst>
                  </p:cNvPr>
                  <p:cNvSpPr/>
                  <p:nvPr/>
                </p:nvSpPr>
                <p:spPr>
                  <a:xfrm>
                    <a:off x="7127066" y="2747281"/>
                    <a:ext cx="110837" cy="110837"/>
                  </a:xfrm>
                  <a:prstGeom prst="flowChartConnector">
                    <a:avLst/>
                  </a:prstGeom>
                  <a:solidFill>
                    <a:schemeClr val="accent5">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sp>
                <p:nvSpPr>
                  <p:cNvPr id="17" name="TextBox 16">
                    <a:extLst>
                      <a:ext uri="{FF2B5EF4-FFF2-40B4-BE49-F238E27FC236}">
                        <a16:creationId xmlns:a16="http://schemas.microsoft.com/office/drawing/2014/main" id="{5770EAD0-2B72-99A2-8B5E-BE7FCE30CFE1}"/>
                      </a:ext>
                    </a:extLst>
                  </p:cNvPr>
                  <p:cNvSpPr txBox="1"/>
                  <p:nvPr/>
                </p:nvSpPr>
                <p:spPr>
                  <a:xfrm>
                    <a:off x="7297808" y="2521793"/>
                    <a:ext cx="983995" cy="110837"/>
                  </a:xfrm>
                  <a:prstGeom prst="rect">
                    <a:avLst/>
                  </a:prstGeom>
                  <a:noFill/>
                </p:spPr>
                <p:txBody>
                  <a:bodyPr wrap="square" lIns="0" tIns="0" rIns="0" bIns="0" rtlCol="0" anchor="ctr" anchorCtr="0">
                    <a:noAutofit/>
                  </a:bodyPr>
                  <a:lstStyle/>
                  <a:p>
                    <a:pPr marL="0" algn="l" defTabSz="914400" rtl="0" eaLnBrk="1" latinLnBrk="0" hangingPunct="1"/>
                    <a:r>
                      <a:rPr lang="en-US" sz="1400" kern="1200" dirty="0">
                        <a:solidFill>
                          <a:schemeClr val="accent5"/>
                        </a:solidFill>
                        <a:latin typeface="Arial" panose="020B0604020202020204" pitchFamily="34" charset="0"/>
                        <a:cs typeface="Arial" panose="020B0604020202020204" pitchFamily="34" charset="0"/>
                      </a:rPr>
                      <a:t>Manila, </a:t>
                    </a:r>
                  </a:p>
                  <a:p>
                    <a:pPr marL="0" algn="l" defTabSz="914400" rtl="0" eaLnBrk="1" latinLnBrk="0" hangingPunct="1"/>
                    <a:r>
                      <a:rPr lang="en-US" sz="1400" kern="1200" dirty="0">
                        <a:solidFill>
                          <a:schemeClr val="accent5"/>
                        </a:solidFill>
                        <a:latin typeface="Arial" panose="020B0604020202020204" pitchFamily="34" charset="0"/>
                        <a:cs typeface="Arial" panose="020B0604020202020204" pitchFamily="34" charset="0"/>
                      </a:rPr>
                      <a:t>Philippines</a:t>
                    </a:r>
                  </a:p>
                </p:txBody>
              </p:sp>
              <p:cxnSp>
                <p:nvCxnSpPr>
                  <p:cNvPr id="18" name="Straight Connector 17">
                    <a:extLst>
                      <a:ext uri="{FF2B5EF4-FFF2-40B4-BE49-F238E27FC236}">
                        <a16:creationId xmlns:a16="http://schemas.microsoft.com/office/drawing/2014/main" id="{E4AD1121-741C-7A41-D31B-5365B678CA48}"/>
                      </a:ext>
                    </a:extLst>
                  </p:cNvPr>
                  <p:cNvCxnSpPr>
                    <a:cxnSpLocks/>
                  </p:cNvCxnSpPr>
                  <p:nvPr/>
                </p:nvCxnSpPr>
                <p:spPr>
                  <a:xfrm>
                    <a:off x="3633128" y="2103257"/>
                    <a:ext cx="0" cy="145873"/>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3348B19-7A31-8785-711D-5A5324A7BE76}"/>
                      </a:ext>
                    </a:extLst>
                  </p:cNvPr>
                  <p:cNvCxnSpPr>
                    <a:cxnSpLocks/>
                  </p:cNvCxnSpPr>
                  <p:nvPr/>
                </p:nvCxnSpPr>
                <p:spPr>
                  <a:xfrm>
                    <a:off x="4868197" y="2022066"/>
                    <a:ext cx="0" cy="98906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1C778D9-083B-4FBC-3BB5-490978999C2F}"/>
                      </a:ext>
                    </a:extLst>
                  </p:cNvPr>
                  <p:cNvCxnSpPr>
                    <a:cxnSpLocks/>
                  </p:cNvCxnSpPr>
                  <p:nvPr/>
                </p:nvCxnSpPr>
                <p:spPr>
                  <a:xfrm>
                    <a:off x="5001613" y="1529458"/>
                    <a:ext cx="0" cy="3980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52302F0-95EA-2812-DEDF-D1984549E952}"/>
                      </a:ext>
                    </a:extLst>
                  </p:cNvPr>
                  <p:cNvCxnSpPr>
                    <a:cxnSpLocks/>
                  </p:cNvCxnSpPr>
                  <p:nvPr/>
                </p:nvCxnSpPr>
                <p:spPr>
                  <a:xfrm>
                    <a:off x="3254616" y="1490973"/>
                    <a:ext cx="0" cy="64108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97D6B27-D1ED-E113-7DEA-66342EAB1A58}"/>
                      </a:ext>
                    </a:extLst>
                  </p:cNvPr>
                  <p:cNvCxnSpPr>
                    <a:cxnSpLocks/>
                  </p:cNvCxnSpPr>
                  <p:nvPr/>
                </p:nvCxnSpPr>
                <p:spPr>
                  <a:xfrm>
                    <a:off x="3063969" y="2505091"/>
                    <a:ext cx="0" cy="29822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F21E3D0-6250-B365-ADAC-2E0A1A4C75F9}"/>
                      </a:ext>
                    </a:extLst>
                  </p:cNvPr>
                  <p:cNvCxnSpPr>
                    <a:cxnSpLocks/>
                  </p:cNvCxnSpPr>
                  <p:nvPr/>
                </p:nvCxnSpPr>
                <p:spPr>
                  <a:xfrm>
                    <a:off x="7194366" y="2502269"/>
                    <a:ext cx="1194" cy="28004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grpSp>
          <p:cxnSp>
            <p:nvCxnSpPr>
              <p:cNvPr id="31" name="Straight Connector 30">
                <a:extLst>
                  <a:ext uri="{FF2B5EF4-FFF2-40B4-BE49-F238E27FC236}">
                    <a16:creationId xmlns:a16="http://schemas.microsoft.com/office/drawing/2014/main" id="{E89A915E-F62B-4A45-871F-58CDA930DDD8}"/>
                  </a:ext>
                </a:extLst>
              </p:cNvPr>
              <p:cNvCxnSpPr>
                <a:cxnSpLocks/>
              </p:cNvCxnSpPr>
              <p:nvPr/>
            </p:nvCxnSpPr>
            <p:spPr>
              <a:xfrm>
                <a:off x="3838963" y="1499635"/>
                <a:ext cx="0" cy="753501"/>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6606A9C-78E0-E3A1-6EFC-24F1126CE7ED}"/>
                  </a:ext>
                </a:extLst>
              </p:cNvPr>
              <p:cNvCxnSpPr>
                <a:cxnSpLocks/>
              </p:cNvCxnSpPr>
              <p:nvPr/>
            </p:nvCxnSpPr>
            <p:spPr>
              <a:xfrm>
                <a:off x="5475628" y="2520866"/>
                <a:ext cx="0" cy="14744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1" name="Flowchart: Connector 40">
              <a:extLst>
                <a:ext uri="{FF2B5EF4-FFF2-40B4-BE49-F238E27FC236}">
                  <a16:creationId xmlns:a16="http://schemas.microsoft.com/office/drawing/2014/main" id="{D2ECC335-864A-6425-ECC6-4FFA34C5E753}"/>
                </a:ext>
              </a:extLst>
            </p:cNvPr>
            <p:cNvSpPr/>
            <p:nvPr/>
          </p:nvSpPr>
          <p:spPr>
            <a:xfrm>
              <a:off x="3751365" y="2253136"/>
              <a:ext cx="196528" cy="196528"/>
            </a:xfrm>
            <a:prstGeom prst="flowChartConnector">
              <a:avLst/>
            </a:prstGeom>
            <a:solidFill>
              <a:schemeClr val="bg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grpSp>
    </p:spTree>
    <p:extLst>
      <p:ext uri="{BB962C8B-B14F-4D97-AF65-F5344CB8AC3E}">
        <p14:creationId xmlns:p14="http://schemas.microsoft.com/office/powerpoint/2010/main" val="1440260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89C5A1-6655-5B02-A8D3-57E97DC446AF}"/>
            </a:ext>
          </a:extLst>
        </p:cNvPr>
        <p:cNvGrpSpPr/>
        <p:nvPr/>
      </p:nvGrpSpPr>
      <p:grpSpPr>
        <a:xfrm>
          <a:off x="0" y="0"/>
          <a:ext cx="0" cy="0"/>
          <a:chOff x="0" y="0"/>
          <a:chExt cx="0" cy="0"/>
        </a:xfrm>
      </p:grpSpPr>
      <p:pic>
        <p:nvPicPr>
          <p:cNvPr id="27" name="Picture 26" descr="A grey and black logo&#10;&#10;AI-generated content may be incorrect.">
            <a:extLst>
              <a:ext uri="{FF2B5EF4-FFF2-40B4-BE49-F238E27FC236}">
                <a16:creationId xmlns:a16="http://schemas.microsoft.com/office/drawing/2014/main" id="{E709D00E-4472-1958-28B7-FB04031FD0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60" y="238645"/>
            <a:ext cx="2282511" cy="524336"/>
          </a:xfrm>
          <a:prstGeom prst="rect">
            <a:avLst/>
          </a:prstGeom>
        </p:spPr>
      </p:pic>
      <p:sp>
        <p:nvSpPr>
          <p:cNvPr id="28" name="TextBox 27">
            <a:extLst>
              <a:ext uri="{FF2B5EF4-FFF2-40B4-BE49-F238E27FC236}">
                <a16:creationId xmlns:a16="http://schemas.microsoft.com/office/drawing/2014/main" id="{8A223005-1E19-160B-EB7F-F3D9C57FD2CD}"/>
              </a:ext>
            </a:extLst>
          </p:cNvPr>
          <p:cNvSpPr txBox="1"/>
          <p:nvPr/>
        </p:nvSpPr>
        <p:spPr>
          <a:xfrm>
            <a:off x="184812" y="830399"/>
            <a:ext cx="2396605" cy="461665"/>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999999"/>
                </a:solidFill>
                <a:effectLst/>
                <a:uLnTx/>
                <a:uFillTx/>
                <a:latin typeface="Arial" panose="020B0604020202020204" pitchFamily="34" charset="0"/>
                <a:ea typeface="+mn-ea"/>
                <a:cs typeface="Arial" panose="020B0604020202020204" pitchFamily="34" charset="0"/>
              </a:rPr>
              <a:t>Global Footprint</a:t>
            </a:r>
          </a:p>
        </p:txBody>
      </p:sp>
      <p:sp>
        <p:nvSpPr>
          <p:cNvPr id="29" name="TextBox 28">
            <a:extLst>
              <a:ext uri="{FF2B5EF4-FFF2-40B4-BE49-F238E27FC236}">
                <a16:creationId xmlns:a16="http://schemas.microsoft.com/office/drawing/2014/main" id="{E4392232-9B7C-A57F-1181-CCAB51322EFC}"/>
              </a:ext>
            </a:extLst>
          </p:cNvPr>
          <p:cNvSpPr txBox="1"/>
          <p:nvPr/>
        </p:nvSpPr>
        <p:spPr>
          <a:xfrm>
            <a:off x="2732725" y="176744"/>
            <a:ext cx="1475883" cy="738664"/>
          </a:xfrm>
          <a:prstGeom prst="rect">
            <a:avLst/>
          </a:prstGeom>
          <a:noFill/>
        </p:spPr>
        <p:txBody>
          <a:bodyPr wrap="square" lIns="121920" tIns="60960" rIns="121920" bIns="60960" rtlCol="0" anchor="t">
            <a:spAutoFit/>
          </a:bodyPr>
          <a:lstStyle/>
          <a:p>
            <a:pPr marL="0" marR="0" lvl="0" indent="0" algn="l" defTabSz="914354"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a:ln>
                  <a:noFill/>
                </a:ln>
                <a:solidFill>
                  <a:srgbClr val="999999"/>
                </a:solidFill>
                <a:effectLst/>
                <a:uLnTx/>
                <a:uFillTx/>
                <a:latin typeface="Overpass Black"/>
                <a:ea typeface="+mn-ea"/>
                <a:cs typeface="+mn-cs"/>
              </a:rPr>
              <a:t>Global Health </a:t>
            </a:r>
          </a:p>
          <a:p>
            <a:pPr marL="0" marR="0" lvl="0" indent="0" algn="l" defTabSz="914354"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a:ln>
                  <a:noFill/>
                </a:ln>
                <a:solidFill>
                  <a:srgbClr val="999999"/>
                </a:solidFill>
                <a:effectLst/>
                <a:uLnTx/>
                <a:uFillTx/>
                <a:latin typeface="Overpass Black"/>
                <a:ea typeface="+mn-ea"/>
                <a:cs typeface="+mn-cs"/>
              </a:rPr>
              <a:t>and Technology Consulting</a:t>
            </a:r>
          </a:p>
        </p:txBody>
      </p:sp>
      <p:cxnSp>
        <p:nvCxnSpPr>
          <p:cNvPr id="30" name="Straight Connector 29">
            <a:extLst>
              <a:ext uri="{FF2B5EF4-FFF2-40B4-BE49-F238E27FC236}">
                <a16:creationId xmlns:a16="http://schemas.microsoft.com/office/drawing/2014/main" id="{4B552B7D-6D8D-F762-01B3-2575C4F87E34}"/>
              </a:ext>
            </a:extLst>
          </p:cNvPr>
          <p:cNvCxnSpPr/>
          <p:nvPr/>
        </p:nvCxnSpPr>
        <p:spPr>
          <a:xfrm>
            <a:off x="2675679" y="238645"/>
            <a:ext cx="0" cy="560468"/>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975D7CE-D1EA-761D-4746-326E6EFA0388}"/>
              </a:ext>
            </a:extLst>
          </p:cNvPr>
          <p:cNvGrpSpPr/>
          <p:nvPr/>
        </p:nvGrpSpPr>
        <p:grpSpPr>
          <a:xfrm>
            <a:off x="930855" y="1479476"/>
            <a:ext cx="10750926" cy="5051579"/>
            <a:chOff x="927936" y="1273020"/>
            <a:chExt cx="10750926" cy="5051579"/>
          </a:xfrm>
        </p:grpSpPr>
        <p:grpSp>
          <p:nvGrpSpPr>
            <p:cNvPr id="44" name="Group 43">
              <a:extLst>
                <a:ext uri="{FF2B5EF4-FFF2-40B4-BE49-F238E27FC236}">
                  <a16:creationId xmlns:a16="http://schemas.microsoft.com/office/drawing/2014/main" id="{1953A4B7-96BB-6F75-2715-E80ED3E3B426}"/>
                </a:ext>
              </a:extLst>
            </p:cNvPr>
            <p:cNvGrpSpPr/>
            <p:nvPr/>
          </p:nvGrpSpPr>
          <p:grpSpPr>
            <a:xfrm>
              <a:off x="927936" y="1273020"/>
              <a:ext cx="10750926" cy="5051579"/>
              <a:chOff x="927936" y="1273020"/>
              <a:chExt cx="10750926" cy="5051579"/>
            </a:xfrm>
          </p:grpSpPr>
          <p:grpSp>
            <p:nvGrpSpPr>
              <p:cNvPr id="43" name="Group 42">
                <a:extLst>
                  <a:ext uri="{FF2B5EF4-FFF2-40B4-BE49-F238E27FC236}">
                    <a16:creationId xmlns:a16="http://schemas.microsoft.com/office/drawing/2014/main" id="{D15352C2-0BF2-397F-AD0D-3AE5B7A358B8}"/>
                  </a:ext>
                </a:extLst>
              </p:cNvPr>
              <p:cNvGrpSpPr/>
              <p:nvPr/>
            </p:nvGrpSpPr>
            <p:grpSpPr>
              <a:xfrm>
                <a:off x="927936" y="1273020"/>
                <a:ext cx="10750926" cy="5051579"/>
                <a:chOff x="870786" y="1281991"/>
                <a:chExt cx="10875955" cy="5110328"/>
              </a:xfrm>
            </p:grpSpPr>
            <p:pic>
              <p:nvPicPr>
                <p:cNvPr id="2" name="Picture 1" descr="A map of the world&#10;&#10;Description automatically generated">
                  <a:extLst>
                    <a:ext uri="{FF2B5EF4-FFF2-40B4-BE49-F238E27FC236}">
                      <a16:creationId xmlns:a16="http://schemas.microsoft.com/office/drawing/2014/main" id="{367F660D-3DBD-5E24-B02B-92CE4010BC9E}"/>
                    </a:ext>
                  </a:extLst>
                </p:cNvPr>
                <p:cNvPicPr>
                  <a:picLocks noChangeAspect="1"/>
                </p:cNvPicPr>
                <p:nvPr/>
              </p:nvPicPr>
              <p:blipFill>
                <a:blip r:embed="rId3" cstate="screen">
                  <a:alphaModFix amt="70000"/>
                  <a:extLst>
                    <a:ext uri="{28A0092B-C50C-407E-A947-70E740481C1C}">
                      <a14:useLocalDpi xmlns:a14="http://schemas.microsoft.com/office/drawing/2010/main"/>
                    </a:ext>
                  </a:extLst>
                </a:blip>
                <a:stretch>
                  <a:fillRect/>
                </a:stretch>
              </p:blipFill>
              <p:spPr>
                <a:xfrm>
                  <a:off x="1231263" y="1511240"/>
                  <a:ext cx="10089952" cy="4881079"/>
                </a:xfrm>
                <a:prstGeom prst="rect">
                  <a:avLst/>
                </a:prstGeom>
              </p:spPr>
            </p:pic>
            <p:grpSp>
              <p:nvGrpSpPr>
                <p:cNvPr id="24" name="Group 23">
                  <a:extLst>
                    <a:ext uri="{FF2B5EF4-FFF2-40B4-BE49-F238E27FC236}">
                      <a16:creationId xmlns:a16="http://schemas.microsoft.com/office/drawing/2014/main" id="{63B7F542-3C10-D41B-E8A5-2708EB947497}"/>
                    </a:ext>
                  </a:extLst>
                </p:cNvPr>
                <p:cNvGrpSpPr/>
                <p:nvPr/>
              </p:nvGrpSpPr>
              <p:grpSpPr>
                <a:xfrm>
                  <a:off x="870786" y="1281991"/>
                  <a:ext cx="10875955" cy="3289291"/>
                  <a:chOff x="2148025" y="1288891"/>
                  <a:chExt cx="6133778" cy="1855079"/>
                </a:xfrm>
              </p:grpSpPr>
              <p:sp>
                <p:nvSpPr>
                  <p:cNvPr id="3" name="Flowchart: Connector 2">
                    <a:extLst>
                      <a:ext uri="{FF2B5EF4-FFF2-40B4-BE49-F238E27FC236}">
                        <a16:creationId xmlns:a16="http://schemas.microsoft.com/office/drawing/2014/main" id="{004B5AFE-C8EC-347C-3B0F-5D195147C576}"/>
                      </a:ext>
                    </a:extLst>
                  </p:cNvPr>
                  <p:cNvSpPr/>
                  <p:nvPr/>
                </p:nvSpPr>
                <p:spPr>
                  <a:xfrm>
                    <a:off x="3008551" y="2409134"/>
                    <a:ext cx="110837" cy="110837"/>
                  </a:xfrm>
                  <a:prstGeom prst="flowChartConnector">
                    <a:avLst/>
                  </a:prstGeom>
                  <a:solidFill>
                    <a:schemeClr val="tx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4" name="Flowchart: Connector 3">
                    <a:extLst>
                      <a:ext uri="{FF2B5EF4-FFF2-40B4-BE49-F238E27FC236}">
                        <a16:creationId xmlns:a16="http://schemas.microsoft.com/office/drawing/2014/main" id="{FF4824EF-F743-F898-E50F-C87CE78572C5}"/>
                      </a:ext>
                    </a:extLst>
                  </p:cNvPr>
                  <p:cNvSpPr/>
                  <p:nvPr/>
                </p:nvSpPr>
                <p:spPr>
                  <a:xfrm>
                    <a:off x="3199197" y="2132053"/>
                    <a:ext cx="110837" cy="110837"/>
                  </a:xfrm>
                  <a:prstGeom prst="flowChartConnector">
                    <a:avLst/>
                  </a:prstGeom>
                  <a:solidFill>
                    <a:schemeClr val="tx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5" name="Flowchart: Connector 4">
                    <a:extLst>
                      <a:ext uri="{FF2B5EF4-FFF2-40B4-BE49-F238E27FC236}">
                        <a16:creationId xmlns:a16="http://schemas.microsoft.com/office/drawing/2014/main" id="{A40C2FF8-F21F-C5F8-0879-89D733374E85}"/>
                      </a:ext>
                    </a:extLst>
                  </p:cNvPr>
                  <p:cNvSpPr/>
                  <p:nvPr/>
                </p:nvSpPr>
                <p:spPr>
                  <a:xfrm>
                    <a:off x="3577710" y="2001867"/>
                    <a:ext cx="110837" cy="110837"/>
                  </a:xfrm>
                  <a:prstGeom prst="flowChartConnector">
                    <a:avLst/>
                  </a:prstGeom>
                  <a:solidFill>
                    <a:schemeClr val="bg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6" name="TextBox 5">
                    <a:extLst>
                      <a:ext uri="{FF2B5EF4-FFF2-40B4-BE49-F238E27FC236}">
                        <a16:creationId xmlns:a16="http://schemas.microsoft.com/office/drawing/2014/main" id="{86B426E3-9C23-AAA5-3745-0D4D7B08E2DD}"/>
                      </a:ext>
                    </a:extLst>
                  </p:cNvPr>
                  <p:cNvSpPr txBox="1"/>
                  <p:nvPr/>
                </p:nvSpPr>
                <p:spPr>
                  <a:xfrm>
                    <a:off x="2227857" y="2769018"/>
                    <a:ext cx="969822" cy="105452"/>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8BE20"/>
                        </a:solidFill>
                        <a:effectLst/>
                        <a:uLnTx/>
                        <a:uFillTx/>
                        <a:latin typeface="Arial" panose="020B0604020202020204" pitchFamily="34" charset="0"/>
                        <a:ea typeface="+mn-ea"/>
                        <a:cs typeface="Arial" panose="020B0604020202020204" pitchFamily="34" charset="0"/>
                      </a:rPr>
                      <a:t>Dallas, </a:t>
                    </a:r>
                    <a:r>
                      <a:rPr kumimoji="0" lang="en-US" sz="2800" b="0" i="0" u="none" strike="noStrike" kern="1200" cap="none" spc="0" normalizeH="0" baseline="0" noProof="0" dirty="0">
                        <a:ln>
                          <a:noFill/>
                        </a:ln>
                        <a:solidFill>
                          <a:srgbClr val="78BE20"/>
                        </a:solidFill>
                        <a:effectLst/>
                        <a:uLnTx/>
                        <a:uFillTx/>
                        <a:latin typeface="Arial" panose="020B0604020202020204" pitchFamily="34" charset="0"/>
                        <a:ea typeface="+mn-ea"/>
                        <a:cs typeface="Arial" panose="020B0604020202020204" pitchFamily="34" charset="0"/>
                      </a:rPr>
                      <a:t>Texas</a:t>
                    </a:r>
                  </a:p>
                </p:txBody>
              </p:sp>
              <p:sp>
                <p:nvSpPr>
                  <p:cNvPr id="7" name="TextBox 6">
                    <a:extLst>
                      <a:ext uri="{FF2B5EF4-FFF2-40B4-BE49-F238E27FC236}">
                        <a16:creationId xmlns:a16="http://schemas.microsoft.com/office/drawing/2014/main" id="{231846CF-8068-25A3-0B5C-FA2429DCDE1D}"/>
                      </a:ext>
                    </a:extLst>
                  </p:cNvPr>
                  <p:cNvSpPr txBox="1"/>
                  <p:nvPr/>
                </p:nvSpPr>
                <p:spPr>
                  <a:xfrm>
                    <a:off x="2148025" y="1377260"/>
                    <a:ext cx="1171835" cy="105452"/>
                  </a:xfrm>
                  <a:prstGeom prst="rect">
                    <a:avLst/>
                  </a:prstGeom>
                  <a:noFill/>
                </p:spPr>
                <p:txBody>
                  <a:bodyPr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8BE20"/>
                        </a:solidFill>
                        <a:effectLst/>
                        <a:uLnTx/>
                        <a:uFillTx/>
                        <a:latin typeface="Arial" panose="020B0604020202020204" pitchFamily="34" charset="0"/>
                        <a:ea typeface="+mn-ea"/>
                        <a:cs typeface="Arial" panose="020B0604020202020204" pitchFamily="34" charset="0"/>
                      </a:rPr>
                      <a:t>Madison, </a:t>
                    </a:r>
                    <a:r>
                      <a:rPr kumimoji="0" lang="en-US" sz="2800" b="0" i="0" u="none" strike="noStrike" kern="1200" cap="none" spc="0" normalizeH="0" baseline="0" noProof="0" dirty="0">
                        <a:ln>
                          <a:noFill/>
                        </a:ln>
                        <a:solidFill>
                          <a:srgbClr val="78BE20"/>
                        </a:solidFill>
                        <a:effectLst/>
                        <a:uLnTx/>
                        <a:uFillTx/>
                        <a:latin typeface="Arial" panose="020B0604020202020204" pitchFamily="34" charset="0"/>
                        <a:ea typeface="+mn-ea"/>
                        <a:cs typeface="Arial" panose="020B0604020202020204" pitchFamily="34" charset="0"/>
                      </a:rPr>
                      <a:t>Wisconsin</a:t>
                    </a:r>
                  </a:p>
                </p:txBody>
              </p:sp>
              <p:sp>
                <p:nvSpPr>
                  <p:cNvPr id="8" name="TextBox 7">
                    <a:extLst>
                      <a:ext uri="{FF2B5EF4-FFF2-40B4-BE49-F238E27FC236}">
                        <a16:creationId xmlns:a16="http://schemas.microsoft.com/office/drawing/2014/main" id="{05B4CCCB-987E-D8A3-EA88-9E2A51259FD8}"/>
                      </a:ext>
                    </a:extLst>
                  </p:cNvPr>
                  <p:cNvSpPr txBox="1"/>
                  <p:nvPr/>
                </p:nvSpPr>
                <p:spPr>
                  <a:xfrm>
                    <a:off x="3599362" y="2268726"/>
                    <a:ext cx="867872" cy="233543"/>
                  </a:xfrm>
                  <a:prstGeom prst="rect">
                    <a:avLst/>
                  </a:prstGeom>
                  <a:noFill/>
                </p:spPr>
                <p:txBody>
                  <a:bodyPr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15470"/>
                        </a:solidFill>
                        <a:effectLst/>
                        <a:uLnTx/>
                        <a:uFillTx/>
                        <a:latin typeface="Arial" panose="020B0604020202020204" pitchFamily="34" charset="0"/>
                        <a:ea typeface="+mn-ea"/>
                        <a:cs typeface="Arial" panose="020B0604020202020204" pitchFamily="34" charset="0"/>
                      </a:rPr>
                      <a:t>Toronto,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15470"/>
                        </a:solidFill>
                        <a:effectLst/>
                        <a:uLnTx/>
                        <a:uFillTx/>
                        <a:latin typeface="Arial" panose="020B0604020202020204" pitchFamily="34" charset="0"/>
                        <a:ea typeface="+mn-ea"/>
                        <a:cs typeface="Arial" panose="020B0604020202020204" pitchFamily="34" charset="0"/>
                      </a:rPr>
                      <a:t>Ontario</a:t>
                    </a:r>
                  </a:p>
                </p:txBody>
              </p:sp>
              <p:sp>
                <p:nvSpPr>
                  <p:cNvPr id="9" name="TextBox 8">
                    <a:extLst>
                      <a:ext uri="{FF2B5EF4-FFF2-40B4-BE49-F238E27FC236}">
                        <a16:creationId xmlns:a16="http://schemas.microsoft.com/office/drawing/2014/main" id="{E36243B8-BC66-438A-D8C2-86D4889C08F8}"/>
                      </a:ext>
                    </a:extLst>
                  </p:cNvPr>
                  <p:cNvSpPr txBox="1"/>
                  <p:nvPr/>
                </p:nvSpPr>
                <p:spPr>
                  <a:xfrm>
                    <a:off x="3620678" y="1288891"/>
                    <a:ext cx="1412402" cy="105452"/>
                  </a:xfrm>
                  <a:prstGeom prst="rect">
                    <a:avLst/>
                  </a:prstGeom>
                  <a:noFill/>
                </p:spPr>
                <p:txBody>
                  <a:bodyPr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15470"/>
                        </a:solidFill>
                        <a:effectLst/>
                        <a:uLnTx/>
                        <a:uFillTx/>
                        <a:latin typeface="Arial" panose="020B0604020202020204" pitchFamily="34" charset="0"/>
                        <a:ea typeface="+mn-ea"/>
                        <a:cs typeface="Arial" panose="020B0604020202020204" pitchFamily="34" charset="0"/>
                      </a:rPr>
                      <a:t>Montreal,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315470"/>
                        </a:solidFill>
                        <a:effectLst/>
                        <a:uLnTx/>
                        <a:uFillTx/>
                        <a:latin typeface="Arial" panose="020B0604020202020204" pitchFamily="34" charset="0"/>
                        <a:ea typeface="+mn-ea"/>
                        <a:cs typeface="Arial" panose="020B0604020202020204" pitchFamily="34" charset="0"/>
                      </a:rPr>
                      <a:t>Québec</a:t>
                    </a:r>
                  </a:p>
                </p:txBody>
              </p:sp>
              <p:sp>
                <p:nvSpPr>
                  <p:cNvPr id="10" name="Flowchart: Connector 9">
                    <a:extLst>
                      <a:ext uri="{FF2B5EF4-FFF2-40B4-BE49-F238E27FC236}">
                        <a16:creationId xmlns:a16="http://schemas.microsoft.com/office/drawing/2014/main" id="{AD7F232A-F2CB-9DDF-E21D-4484067BBC99}"/>
                      </a:ext>
                    </a:extLst>
                  </p:cNvPr>
                  <p:cNvSpPr/>
                  <p:nvPr/>
                </p:nvSpPr>
                <p:spPr>
                  <a:xfrm>
                    <a:off x="4689627" y="1889994"/>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11" name="TextBox 10">
                    <a:extLst>
                      <a:ext uri="{FF2B5EF4-FFF2-40B4-BE49-F238E27FC236}">
                        <a16:creationId xmlns:a16="http://schemas.microsoft.com/office/drawing/2014/main" id="{CEB7F977-7BC8-8C11-23E0-733AC56D7DE3}"/>
                      </a:ext>
                    </a:extLst>
                  </p:cNvPr>
                  <p:cNvSpPr txBox="1"/>
                  <p:nvPr/>
                </p:nvSpPr>
                <p:spPr>
                  <a:xfrm>
                    <a:off x="3382510" y="2070741"/>
                    <a:ext cx="1412402" cy="105452"/>
                  </a:xfrm>
                  <a:prstGeom prst="rect">
                    <a:avLst/>
                  </a:prstGeom>
                  <a:noFill/>
                </p:spPr>
                <p:txBody>
                  <a:bodyPr wrap="square" lIns="0" tIns="0" rIns="0" bIns="0" rtlCol="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Dublin, </a:t>
                    </a:r>
                    <a:r>
                      <a:rPr kumimoji="0" lang="en-US" sz="28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Ireland</a:t>
                    </a:r>
                  </a:p>
                </p:txBody>
              </p:sp>
              <p:sp>
                <p:nvSpPr>
                  <p:cNvPr id="12" name="Flowchart: Connector 11">
                    <a:extLst>
                      <a:ext uri="{FF2B5EF4-FFF2-40B4-BE49-F238E27FC236}">
                        <a16:creationId xmlns:a16="http://schemas.microsoft.com/office/drawing/2014/main" id="{E47CEC8F-4FAE-4A7D-51C1-538659BDBCCA}"/>
                      </a:ext>
                    </a:extLst>
                  </p:cNvPr>
                  <p:cNvSpPr/>
                  <p:nvPr/>
                </p:nvSpPr>
                <p:spPr>
                  <a:xfrm>
                    <a:off x="4946195" y="1920783"/>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13" name="TextBox 12">
                    <a:extLst>
                      <a:ext uri="{FF2B5EF4-FFF2-40B4-BE49-F238E27FC236}">
                        <a16:creationId xmlns:a16="http://schemas.microsoft.com/office/drawing/2014/main" id="{B2102AF6-3214-9688-F87E-CC9C7C49DC44}"/>
                      </a:ext>
                    </a:extLst>
                  </p:cNvPr>
                  <p:cNvSpPr txBox="1"/>
                  <p:nvPr/>
                </p:nvSpPr>
                <p:spPr>
                  <a:xfrm>
                    <a:off x="4970823" y="1398162"/>
                    <a:ext cx="1412402" cy="105452"/>
                  </a:xfrm>
                  <a:prstGeom prst="rect">
                    <a:avLst/>
                  </a:prstGeom>
                  <a:noFill/>
                </p:spPr>
                <p:txBody>
                  <a:bodyPr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Amsterdam, </a:t>
                    </a:r>
                    <a:r>
                      <a:rPr kumimoji="0" lang="en-US" sz="28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Netherlands</a:t>
                    </a:r>
                  </a:p>
                </p:txBody>
              </p:sp>
              <p:sp>
                <p:nvSpPr>
                  <p:cNvPr id="14" name="Flowchart: Connector 13">
                    <a:extLst>
                      <a:ext uri="{FF2B5EF4-FFF2-40B4-BE49-F238E27FC236}">
                        <a16:creationId xmlns:a16="http://schemas.microsoft.com/office/drawing/2014/main" id="{214910FB-7223-3291-B114-D74B4C0AC6C6}"/>
                      </a:ext>
                    </a:extLst>
                  </p:cNvPr>
                  <p:cNvSpPr/>
                  <p:nvPr/>
                </p:nvSpPr>
                <p:spPr>
                  <a:xfrm>
                    <a:off x="4812779" y="1920783"/>
                    <a:ext cx="110837" cy="110837"/>
                  </a:xfrm>
                  <a:prstGeom prst="flowChartConnector">
                    <a:avLst/>
                  </a:prstGeom>
                  <a:solidFill>
                    <a:schemeClr val="accent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15" name="TextBox 14">
                    <a:extLst>
                      <a:ext uri="{FF2B5EF4-FFF2-40B4-BE49-F238E27FC236}">
                        <a16:creationId xmlns:a16="http://schemas.microsoft.com/office/drawing/2014/main" id="{C7B1B7CC-44D4-0E87-255A-F20D0D6BA687}"/>
                      </a:ext>
                    </a:extLst>
                  </p:cNvPr>
                  <p:cNvSpPr txBox="1"/>
                  <p:nvPr/>
                </p:nvSpPr>
                <p:spPr>
                  <a:xfrm>
                    <a:off x="3485656" y="3038518"/>
                    <a:ext cx="1412402" cy="105452"/>
                  </a:xfrm>
                  <a:prstGeom prst="rect">
                    <a:avLst/>
                  </a:prstGeom>
                  <a:noFill/>
                </p:spPr>
                <p:txBody>
                  <a:bodyPr wrap="square" lIns="0" tIns="0" rIns="0" bIns="0" rtlCol="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London, </a:t>
                    </a:r>
                    <a:r>
                      <a:rPr kumimoji="0" lang="en-US" sz="2800" b="0" i="0" u="none" strike="noStrike" kern="1200" cap="none" spc="0" normalizeH="0" baseline="0" noProof="0" dirty="0">
                        <a:ln>
                          <a:noFill/>
                        </a:ln>
                        <a:solidFill>
                          <a:srgbClr val="EA7600"/>
                        </a:solidFill>
                        <a:effectLst/>
                        <a:uLnTx/>
                        <a:uFillTx/>
                        <a:latin typeface="Arial" panose="020B0604020202020204" pitchFamily="34" charset="0"/>
                        <a:ea typeface="+mn-ea"/>
                        <a:cs typeface="Arial" panose="020B0604020202020204" pitchFamily="34" charset="0"/>
                      </a:rPr>
                      <a:t>UK</a:t>
                    </a:r>
                  </a:p>
                </p:txBody>
              </p:sp>
              <p:sp>
                <p:nvSpPr>
                  <p:cNvPr id="16" name="Flowchart: Connector 15">
                    <a:extLst>
                      <a:ext uri="{FF2B5EF4-FFF2-40B4-BE49-F238E27FC236}">
                        <a16:creationId xmlns:a16="http://schemas.microsoft.com/office/drawing/2014/main" id="{0A9E585B-4958-05CD-A74E-FC670CC93CB4}"/>
                      </a:ext>
                    </a:extLst>
                  </p:cNvPr>
                  <p:cNvSpPr/>
                  <p:nvPr/>
                </p:nvSpPr>
                <p:spPr>
                  <a:xfrm>
                    <a:off x="7127066" y="2747281"/>
                    <a:ext cx="110837" cy="110837"/>
                  </a:xfrm>
                  <a:prstGeom prst="flowChartConnector">
                    <a:avLst/>
                  </a:prstGeom>
                  <a:solidFill>
                    <a:schemeClr val="accent5">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sp>
                <p:nvSpPr>
                  <p:cNvPr id="17" name="TextBox 16">
                    <a:extLst>
                      <a:ext uri="{FF2B5EF4-FFF2-40B4-BE49-F238E27FC236}">
                        <a16:creationId xmlns:a16="http://schemas.microsoft.com/office/drawing/2014/main" id="{F8CB8719-063A-DFA6-44F0-22560A0DB444}"/>
                      </a:ext>
                    </a:extLst>
                  </p:cNvPr>
                  <p:cNvSpPr txBox="1"/>
                  <p:nvPr/>
                </p:nvSpPr>
                <p:spPr>
                  <a:xfrm>
                    <a:off x="7297808" y="2521793"/>
                    <a:ext cx="983995" cy="110837"/>
                  </a:xfrm>
                  <a:prstGeom prst="rect">
                    <a:avLst/>
                  </a:prstGeom>
                  <a:noFill/>
                </p:spPr>
                <p:txBody>
                  <a:bodyPr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1CD00"/>
                        </a:solidFill>
                        <a:effectLst/>
                        <a:uLnTx/>
                        <a:uFillTx/>
                        <a:latin typeface="Arial" panose="020B0604020202020204" pitchFamily="34" charset="0"/>
                        <a:ea typeface="+mn-ea"/>
                        <a:cs typeface="Arial" panose="020B0604020202020204" pitchFamily="34" charset="0"/>
                      </a:rPr>
                      <a:t>Manila,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1CD00"/>
                        </a:solidFill>
                        <a:effectLst/>
                        <a:uLnTx/>
                        <a:uFillTx/>
                        <a:latin typeface="Arial" panose="020B0604020202020204" pitchFamily="34" charset="0"/>
                        <a:ea typeface="+mn-ea"/>
                        <a:cs typeface="Arial" panose="020B0604020202020204" pitchFamily="34" charset="0"/>
                      </a:rPr>
                      <a:t>Philippines</a:t>
                    </a:r>
                  </a:p>
                </p:txBody>
              </p:sp>
              <p:cxnSp>
                <p:nvCxnSpPr>
                  <p:cNvPr id="18" name="Straight Connector 17">
                    <a:extLst>
                      <a:ext uri="{FF2B5EF4-FFF2-40B4-BE49-F238E27FC236}">
                        <a16:creationId xmlns:a16="http://schemas.microsoft.com/office/drawing/2014/main" id="{038C075D-E7D7-B2A2-7FD2-F4D767D2DD47}"/>
                      </a:ext>
                    </a:extLst>
                  </p:cNvPr>
                  <p:cNvCxnSpPr>
                    <a:cxnSpLocks/>
                  </p:cNvCxnSpPr>
                  <p:nvPr/>
                </p:nvCxnSpPr>
                <p:spPr>
                  <a:xfrm>
                    <a:off x="3633128" y="2103257"/>
                    <a:ext cx="0" cy="145873"/>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4D5AFAB-2EBA-7AA9-7F4D-4DAFFEB43B6C}"/>
                      </a:ext>
                    </a:extLst>
                  </p:cNvPr>
                  <p:cNvCxnSpPr>
                    <a:cxnSpLocks/>
                  </p:cNvCxnSpPr>
                  <p:nvPr/>
                </p:nvCxnSpPr>
                <p:spPr>
                  <a:xfrm>
                    <a:off x="4868197" y="2022066"/>
                    <a:ext cx="0" cy="989065"/>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F3A4718-8404-B54A-0DCF-20E091942F08}"/>
                      </a:ext>
                    </a:extLst>
                  </p:cNvPr>
                  <p:cNvCxnSpPr>
                    <a:cxnSpLocks/>
                  </p:cNvCxnSpPr>
                  <p:nvPr/>
                </p:nvCxnSpPr>
                <p:spPr>
                  <a:xfrm>
                    <a:off x="5001613" y="1529458"/>
                    <a:ext cx="0" cy="398093"/>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C3B7C3A-F8AB-5E1A-97E0-FB30752C6D67}"/>
                      </a:ext>
                    </a:extLst>
                  </p:cNvPr>
                  <p:cNvCxnSpPr>
                    <a:cxnSpLocks/>
                  </p:cNvCxnSpPr>
                  <p:nvPr/>
                </p:nvCxnSpPr>
                <p:spPr>
                  <a:xfrm>
                    <a:off x="3254616" y="1490973"/>
                    <a:ext cx="0" cy="64108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E7C0C69-10ED-A87B-3B75-6031FEE0CD83}"/>
                      </a:ext>
                    </a:extLst>
                  </p:cNvPr>
                  <p:cNvCxnSpPr>
                    <a:cxnSpLocks/>
                  </p:cNvCxnSpPr>
                  <p:nvPr/>
                </p:nvCxnSpPr>
                <p:spPr>
                  <a:xfrm>
                    <a:off x="3063969" y="2505091"/>
                    <a:ext cx="0" cy="298222"/>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3DA8E57-971B-2CCA-D2D6-0BA78F5125B1}"/>
                      </a:ext>
                    </a:extLst>
                  </p:cNvPr>
                  <p:cNvCxnSpPr>
                    <a:cxnSpLocks/>
                  </p:cNvCxnSpPr>
                  <p:nvPr/>
                </p:nvCxnSpPr>
                <p:spPr>
                  <a:xfrm>
                    <a:off x="7194366" y="2502269"/>
                    <a:ext cx="1194" cy="280049"/>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grpSp>
          </p:grpSp>
          <p:cxnSp>
            <p:nvCxnSpPr>
              <p:cNvPr id="31" name="Straight Connector 30">
                <a:extLst>
                  <a:ext uri="{FF2B5EF4-FFF2-40B4-BE49-F238E27FC236}">
                    <a16:creationId xmlns:a16="http://schemas.microsoft.com/office/drawing/2014/main" id="{E81EE718-25DD-428C-1837-6230215E465C}"/>
                  </a:ext>
                </a:extLst>
              </p:cNvPr>
              <p:cNvCxnSpPr>
                <a:cxnSpLocks/>
              </p:cNvCxnSpPr>
              <p:nvPr/>
            </p:nvCxnSpPr>
            <p:spPr>
              <a:xfrm>
                <a:off x="3838963" y="1499635"/>
                <a:ext cx="0" cy="753501"/>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4B0D488-CC98-69EC-CCBF-575BC7ED1C4F}"/>
                  </a:ext>
                </a:extLst>
              </p:cNvPr>
              <p:cNvCxnSpPr>
                <a:cxnSpLocks/>
              </p:cNvCxnSpPr>
              <p:nvPr/>
            </p:nvCxnSpPr>
            <p:spPr>
              <a:xfrm>
                <a:off x="5475628" y="2520866"/>
                <a:ext cx="0" cy="14744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1" name="Flowchart: Connector 40">
              <a:extLst>
                <a:ext uri="{FF2B5EF4-FFF2-40B4-BE49-F238E27FC236}">
                  <a16:creationId xmlns:a16="http://schemas.microsoft.com/office/drawing/2014/main" id="{39C32953-5955-7916-10CD-C2B54A24DC13}"/>
                </a:ext>
              </a:extLst>
            </p:cNvPr>
            <p:cNvSpPr/>
            <p:nvPr/>
          </p:nvSpPr>
          <p:spPr>
            <a:xfrm>
              <a:off x="3751365" y="2253136"/>
              <a:ext cx="196528" cy="196528"/>
            </a:xfrm>
            <a:prstGeom prst="flowChartConnector">
              <a:avLst/>
            </a:prstGeom>
            <a:solidFill>
              <a:schemeClr val="bg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FFFF"/>
                </a:solidFill>
                <a:effectLst/>
                <a:uLnTx/>
                <a:uFillTx/>
                <a:latin typeface="Overpass"/>
                <a:ea typeface="+mn-ea"/>
                <a:cs typeface="+mn-cs"/>
              </a:endParaRPr>
            </a:p>
          </p:txBody>
        </p:sp>
      </p:grpSp>
    </p:spTree>
    <p:extLst>
      <p:ext uri="{BB962C8B-B14F-4D97-AF65-F5344CB8AC3E}">
        <p14:creationId xmlns:p14="http://schemas.microsoft.com/office/powerpoint/2010/main" val="729041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8763F2-FE07-3356-3C30-8786645CBA37}"/>
              </a:ext>
            </a:extLst>
          </p:cNvPr>
          <p:cNvSpPr/>
          <p:nvPr/>
        </p:nvSpPr>
        <p:spPr>
          <a:xfrm>
            <a:off x="6206836" y="324375"/>
            <a:ext cx="5985166" cy="80534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Title 1">
            <a:extLst>
              <a:ext uri="{FF2B5EF4-FFF2-40B4-BE49-F238E27FC236}">
                <a16:creationId xmlns:a16="http://schemas.microsoft.com/office/drawing/2014/main" id="{D7DDF12C-A7D3-01B4-50C6-A849D850C484}"/>
              </a:ext>
            </a:extLst>
          </p:cNvPr>
          <p:cNvSpPr>
            <a:spLocks noGrp="1"/>
          </p:cNvSpPr>
          <p:nvPr>
            <p:ph type="title"/>
          </p:nvPr>
        </p:nvSpPr>
        <p:spPr>
          <a:xfrm>
            <a:off x="6941127" y="503088"/>
            <a:ext cx="5043455" cy="503340"/>
          </a:xfrm>
        </p:spPr>
        <p:txBody>
          <a:bodyPr>
            <a:normAutofit fontScale="90000"/>
          </a:bodyPr>
          <a:lstStyle/>
          <a:p>
            <a:r>
              <a:rPr lang="en-US" dirty="0">
                <a:solidFill>
                  <a:schemeClr val="tx1"/>
                </a:solidFill>
              </a:rPr>
              <a:t>Nordic’s Org Chart</a:t>
            </a:r>
          </a:p>
        </p:txBody>
      </p:sp>
    </p:spTree>
    <p:extLst>
      <p:ext uri="{BB962C8B-B14F-4D97-AF65-F5344CB8AC3E}">
        <p14:creationId xmlns:p14="http://schemas.microsoft.com/office/powerpoint/2010/main" val="2214593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tx2"/>
        </a:solidFill>
        <a:effectLst/>
      </p:bgPr>
    </p:bg>
    <p:spTree>
      <p:nvGrpSpPr>
        <p:cNvPr id="1" name="">
          <a:extLst>
            <a:ext uri="{FF2B5EF4-FFF2-40B4-BE49-F238E27FC236}">
              <a16:creationId xmlns:a16="http://schemas.microsoft.com/office/drawing/2014/main" id="{01AF1F46-8570-6727-4D00-DA73EA5C22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5658981-E39E-14E2-C39A-4BB62D07885E}"/>
              </a:ext>
            </a:extLst>
          </p:cNvPr>
          <p:cNvSpPr>
            <a:spLocks noGrp="1"/>
          </p:cNvSpPr>
          <p:nvPr>
            <p:ph type="title" idx="4294967295"/>
          </p:nvPr>
        </p:nvSpPr>
        <p:spPr>
          <a:xfrm>
            <a:off x="4554538" y="2124075"/>
            <a:ext cx="7637462" cy="966788"/>
          </a:xfrm>
          <a:prstGeom prst="rect">
            <a:avLst/>
          </a:prstGeom>
        </p:spPr>
        <p:txBody>
          <a:bodyPr>
            <a:normAutofit fontScale="90000"/>
          </a:bodyPr>
          <a:lstStyle/>
          <a:p>
            <a:r>
              <a:rPr lang="en-US" dirty="0">
                <a:solidFill>
                  <a:schemeClr val="bg1"/>
                </a:solidFill>
              </a:rPr>
              <a:t>Nordic connects people, data, and technology to create a healthier world.</a:t>
            </a:r>
          </a:p>
        </p:txBody>
      </p:sp>
      <p:grpSp>
        <p:nvGrpSpPr>
          <p:cNvPr id="2" name="Group 1">
            <a:extLst>
              <a:ext uri="{FF2B5EF4-FFF2-40B4-BE49-F238E27FC236}">
                <a16:creationId xmlns:a16="http://schemas.microsoft.com/office/drawing/2014/main" id="{BC2A89E4-325C-4462-F76A-A471D5AB3BE6}"/>
              </a:ext>
            </a:extLst>
          </p:cNvPr>
          <p:cNvGrpSpPr/>
          <p:nvPr/>
        </p:nvGrpSpPr>
        <p:grpSpPr>
          <a:xfrm>
            <a:off x="-3072" y="-3811"/>
            <a:ext cx="9427755" cy="6876259"/>
            <a:chOff x="-3072" y="-3811"/>
            <a:chExt cx="9427754" cy="6876259"/>
          </a:xfrm>
        </p:grpSpPr>
        <p:sp>
          <p:nvSpPr>
            <p:cNvPr id="3" name="Freeform: Shape 2">
              <a:extLst>
                <a:ext uri="{FF2B5EF4-FFF2-40B4-BE49-F238E27FC236}">
                  <a16:creationId xmlns:a16="http://schemas.microsoft.com/office/drawing/2014/main" id="{A29F7E8B-6282-5D3B-55CC-3481EA58454F}"/>
                </a:ext>
              </a:extLst>
            </p:cNvPr>
            <p:cNvSpPr/>
            <p:nvPr userDrawn="1"/>
          </p:nvSpPr>
          <p:spPr>
            <a:xfrm>
              <a:off x="-1" y="-3811"/>
              <a:ext cx="2927034" cy="1204892"/>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556805"/>
                <a:gd name="connsiteY0" fmla="*/ 8496 h 2319149"/>
                <a:gd name="connsiteX1" fmla="*/ 2376980 w 2556805"/>
                <a:gd name="connsiteY1" fmla="*/ 1563691 h 2319149"/>
                <a:gd name="connsiteX2" fmla="*/ 2379681 w 2556805"/>
                <a:gd name="connsiteY2" fmla="*/ 2319149 h 2319149"/>
                <a:gd name="connsiteX3" fmla="*/ 0 w 2556805"/>
                <a:gd name="connsiteY3" fmla="*/ 2315339 h 2319149"/>
                <a:gd name="connsiteX4" fmla="*/ 2381923 w 2556805"/>
                <a:gd name="connsiteY4"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2381923 w 2556805"/>
                <a:gd name="connsiteY0" fmla="*/ 8496 h 2319149"/>
                <a:gd name="connsiteX1" fmla="*/ 2376980 w 2556805"/>
                <a:gd name="connsiteY1" fmla="*/ 1563691 h 2319149"/>
                <a:gd name="connsiteX2" fmla="*/ 2379681 w 2556805"/>
                <a:gd name="connsiteY2" fmla="*/ 2319149 h 2319149"/>
                <a:gd name="connsiteX3" fmla="*/ 540749 w 2556805"/>
                <a:gd name="connsiteY3" fmla="*/ 2316678 h 2319149"/>
                <a:gd name="connsiteX4" fmla="*/ 0 w 2556805"/>
                <a:gd name="connsiteY4" fmla="*/ 2315339 h 2319149"/>
                <a:gd name="connsiteX5" fmla="*/ 2381923 w 2556805"/>
                <a:gd name="connsiteY5" fmla="*/ 8496 h 2319149"/>
                <a:gd name="connsiteX0" fmla="*/ 552298 w 2380220"/>
                <a:gd name="connsiteY0" fmla="*/ 238784 h 984018"/>
                <a:gd name="connsiteX1" fmla="*/ 2376980 w 2380220"/>
                <a:gd name="connsiteY1" fmla="*/ 228560 h 984018"/>
                <a:gd name="connsiteX2" fmla="*/ 2379681 w 2380220"/>
                <a:gd name="connsiteY2" fmla="*/ 984018 h 984018"/>
                <a:gd name="connsiteX3" fmla="*/ 540749 w 2380220"/>
                <a:gd name="connsiteY3" fmla="*/ 981547 h 984018"/>
                <a:gd name="connsiteX4" fmla="*/ 0 w 2380220"/>
                <a:gd name="connsiteY4" fmla="*/ 980208 h 984018"/>
                <a:gd name="connsiteX5" fmla="*/ 552298 w 2380220"/>
                <a:gd name="connsiteY5" fmla="*/ 238784 h 984018"/>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552298 w 2380220"/>
                <a:gd name="connsiteY0" fmla="*/ 209341 h 954575"/>
                <a:gd name="connsiteX1" fmla="*/ 2376980 w 2380220"/>
                <a:gd name="connsiteY1" fmla="*/ 199117 h 954575"/>
                <a:gd name="connsiteX2" fmla="*/ 2379681 w 2380220"/>
                <a:gd name="connsiteY2" fmla="*/ 954575 h 954575"/>
                <a:gd name="connsiteX3" fmla="*/ 540749 w 2380220"/>
                <a:gd name="connsiteY3" fmla="*/ 952104 h 954575"/>
                <a:gd name="connsiteX4" fmla="*/ 0 w 2380220"/>
                <a:gd name="connsiteY4" fmla="*/ 950765 h 954575"/>
                <a:gd name="connsiteX5" fmla="*/ 552298 w 2380220"/>
                <a:gd name="connsiteY5" fmla="*/ 209341 h 954575"/>
                <a:gd name="connsiteX0" fmla="*/ 11549 w 1839471"/>
                <a:gd name="connsiteY0" fmla="*/ 209341 h 954575"/>
                <a:gd name="connsiteX1" fmla="*/ 1836231 w 1839471"/>
                <a:gd name="connsiteY1" fmla="*/ 199117 h 954575"/>
                <a:gd name="connsiteX2" fmla="*/ 1838932 w 1839471"/>
                <a:gd name="connsiteY2" fmla="*/ 954575 h 954575"/>
                <a:gd name="connsiteX3" fmla="*/ 0 w 1839471"/>
                <a:gd name="connsiteY3" fmla="*/ 952104 h 954575"/>
                <a:gd name="connsiteX4" fmla="*/ 11549 w 1839471"/>
                <a:gd name="connsiteY4" fmla="*/ 209341 h 954575"/>
                <a:gd name="connsiteX0" fmla="*/ 102535 w 1839471"/>
                <a:gd name="connsiteY0" fmla="*/ 270424 h 929461"/>
                <a:gd name="connsiteX1" fmla="*/ 1836231 w 1839471"/>
                <a:gd name="connsiteY1" fmla="*/ 174003 h 929461"/>
                <a:gd name="connsiteX2" fmla="*/ 1838932 w 1839471"/>
                <a:gd name="connsiteY2" fmla="*/ 929461 h 929461"/>
                <a:gd name="connsiteX3" fmla="*/ 0 w 1839471"/>
                <a:gd name="connsiteY3" fmla="*/ 926990 h 929461"/>
                <a:gd name="connsiteX4" fmla="*/ 102535 w 1839471"/>
                <a:gd name="connsiteY4" fmla="*/ 270424 h 929461"/>
                <a:gd name="connsiteX0" fmla="*/ 0 w 1842288"/>
                <a:gd name="connsiteY0" fmla="*/ 201376 h 958582"/>
                <a:gd name="connsiteX1" fmla="*/ 1839048 w 1842288"/>
                <a:gd name="connsiteY1" fmla="*/ 203124 h 958582"/>
                <a:gd name="connsiteX2" fmla="*/ 1841749 w 1842288"/>
                <a:gd name="connsiteY2" fmla="*/ 958582 h 958582"/>
                <a:gd name="connsiteX3" fmla="*/ 2817 w 1842288"/>
                <a:gd name="connsiteY3" fmla="*/ 956111 h 958582"/>
                <a:gd name="connsiteX4" fmla="*/ 0 w 1842288"/>
                <a:gd name="connsiteY4" fmla="*/ 201376 h 958582"/>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170038 h 927244"/>
                <a:gd name="connsiteX1" fmla="*/ 1839048 w 1842288"/>
                <a:gd name="connsiteY1" fmla="*/ 171786 h 927244"/>
                <a:gd name="connsiteX2" fmla="*/ 1841749 w 1842288"/>
                <a:gd name="connsiteY2" fmla="*/ 927244 h 927244"/>
                <a:gd name="connsiteX3" fmla="*/ 2817 w 1842288"/>
                <a:gd name="connsiteY3" fmla="*/ 924773 h 927244"/>
                <a:gd name="connsiteX4" fmla="*/ 0 w 1842288"/>
                <a:gd name="connsiteY4" fmla="*/ 170038 h 927244"/>
                <a:gd name="connsiteX0" fmla="*/ 0 w 1842288"/>
                <a:gd name="connsiteY0" fmla="*/ 0 h 757206"/>
                <a:gd name="connsiteX1" fmla="*/ 1839048 w 1842288"/>
                <a:gd name="connsiteY1" fmla="*/ 1748 h 757206"/>
                <a:gd name="connsiteX2" fmla="*/ 1841749 w 1842288"/>
                <a:gd name="connsiteY2" fmla="*/ 757206 h 757206"/>
                <a:gd name="connsiteX3" fmla="*/ 2817 w 1842288"/>
                <a:gd name="connsiteY3" fmla="*/ 754735 h 757206"/>
                <a:gd name="connsiteX4" fmla="*/ 0 w 1842288"/>
                <a:gd name="connsiteY4" fmla="*/ 0 h 757206"/>
                <a:gd name="connsiteX0" fmla="*/ 0 w 1839894"/>
                <a:gd name="connsiteY0" fmla="*/ 0 h 759600"/>
                <a:gd name="connsiteX1" fmla="*/ 1836654 w 1839894"/>
                <a:gd name="connsiteY1" fmla="*/ 4142 h 759600"/>
                <a:gd name="connsiteX2" fmla="*/ 1839355 w 1839894"/>
                <a:gd name="connsiteY2" fmla="*/ 759600 h 759600"/>
                <a:gd name="connsiteX3" fmla="*/ 423 w 1839894"/>
                <a:gd name="connsiteY3" fmla="*/ 757129 h 759600"/>
                <a:gd name="connsiteX4" fmla="*/ 0 w 1839894"/>
                <a:gd name="connsiteY4" fmla="*/ 0 h 759600"/>
                <a:gd name="connsiteX0" fmla="*/ 1971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1 w 1839471"/>
                <a:gd name="connsiteY4" fmla="*/ 647 h 755458"/>
                <a:gd name="connsiteX0" fmla="*/ 0 w 1866233"/>
                <a:gd name="connsiteY0" fmla="*/ 0 h 788332"/>
                <a:gd name="connsiteX1" fmla="*/ 1862993 w 1866233"/>
                <a:gd name="connsiteY1" fmla="*/ 32874 h 788332"/>
                <a:gd name="connsiteX2" fmla="*/ 1865694 w 1866233"/>
                <a:gd name="connsiteY2" fmla="*/ 788332 h 788332"/>
                <a:gd name="connsiteX3" fmla="*/ 26762 w 1866233"/>
                <a:gd name="connsiteY3" fmla="*/ 785861 h 788332"/>
                <a:gd name="connsiteX4" fmla="*/ 0 w 1866233"/>
                <a:gd name="connsiteY4" fmla="*/ 0 h 788332"/>
                <a:gd name="connsiteX0" fmla="*/ 1970 w 1839471"/>
                <a:gd name="connsiteY0" fmla="*/ 0 h 759600"/>
                <a:gd name="connsiteX1" fmla="*/ 1836231 w 1839471"/>
                <a:gd name="connsiteY1" fmla="*/ 4142 h 759600"/>
                <a:gd name="connsiteX2" fmla="*/ 1838932 w 1839471"/>
                <a:gd name="connsiteY2" fmla="*/ 759600 h 759600"/>
                <a:gd name="connsiteX3" fmla="*/ 0 w 1839471"/>
                <a:gd name="connsiteY3" fmla="*/ 757129 h 759600"/>
                <a:gd name="connsiteX4" fmla="*/ 1970 w 1839471"/>
                <a:gd name="connsiteY4" fmla="*/ 0 h 759600"/>
                <a:gd name="connsiteX0" fmla="*/ 1970 w 1839471"/>
                <a:gd name="connsiteY0" fmla="*/ 647 h 755458"/>
                <a:gd name="connsiteX1" fmla="*/ 1836231 w 1839471"/>
                <a:gd name="connsiteY1" fmla="*/ 0 h 755458"/>
                <a:gd name="connsiteX2" fmla="*/ 1838932 w 1839471"/>
                <a:gd name="connsiteY2" fmla="*/ 755458 h 755458"/>
                <a:gd name="connsiteX3" fmla="*/ 0 w 1839471"/>
                <a:gd name="connsiteY3" fmla="*/ 752987 h 755458"/>
                <a:gd name="connsiteX4" fmla="*/ 1970 w 1839471"/>
                <a:gd name="connsiteY4" fmla="*/ 647 h 755458"/>
                <a:gd name="connsiteX0" fmla="*/ 773 w 1839471"/>
                <a:gd name="connsiteY0" fmla="*/ 0 h 757205"/>
                <a:gd name="connsiteX1" fmla="*/ 1836231 w 1839471"/>
                <a:gd name="connsiteY1" fmla="*/ 1747 h 757205"/>
                <a:gd name="connsiteX2" fmla="*/ 1838932 w 1839471"/>
                <a:gd name="connsiteY2" fmla="*/ 757205 h 757205"/>
                <a:gd name="connsiteX3" fmla="*/ 0 w 1839471"/>
                <a:gd name="connsiteY3" fmla="*/ 754734 h 757205"/>
                <a:gd name="connsiteX4" fmla="*/ 773 w 1839471"/>
                <a:gd name="connsiteY4" fmla="*/ 0 h 757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9471" h="757205">
                  <a:moveTo>
                    <a:pt x="773" y="0"/>
                  </a:moveTo>
                  <a:lnTo>
                    <a:pt x="1836231" y="1747"/>
                  </a:lnTo>
                  <a:cubicBezTo>
                    <a:pt x="1835857" y="386856"/>
                    <a:pt x="1841134" y="433553"/>
                    <a:pt x="1838932" y="757205"/>
                  </a:cubicBezTo>
                  <a:lnTo>
                    <a:pt x="0" y="754734"/>
                  </a:lnTo>
                  <a:cubicBezTo>
                    <a:pt x="657" y="502358"/>
                    <a:pt x="116" y="252376"/>
                    <a:pt x="773"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6" name="Freeform: Shape 5">
              <a:extLst>
                <a:ext uri="{FF2B5EF4-FFF2-40B4-BE49-F238E27FC236}">
                  <a16:creationId xmlns:a16="http://schemas.microsoft.com/office/drawing/2014/main" id="{6ED1AA9E-98EE-CCFE-CB34-AA29F1E779FD}"/>
                </a:ext>
              </a:extLst>
            </p:cNvPr>
            <p:cNvSpPr/>
            <p:nvPr userDrawn="1"/>
          </p:nvSpPr>
          <p:spPr>
            <a:xfrm flipV="1">
              <a:off x="-3072" y="3817697"/>
              <a:ext cx="2935460" cy="3053177"/>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527539 w 2381923"/>
                <a:gd name="connsiteY2" fmla="*/ 2305583 h 2310653"/>
                <a:gd name="connsiteX3" fmla="*/ 0 w 2381923"/>
                <a:gd name="connsiteY3" fmla="*/ 2306843 h 2310653"/>
                <a:gd name="connsiteX4" fmla="*/ 2381923 w 2381923"/>
                <a:gd name="connsiteY4" fmla="*/ 0 h 2310653"/>
                <a:gd name="connsiteX0" fmla="*/ 2381923 w 2381923"/>
                <a:gd name="connsiteY0" fmla="*/ 21420 h 2332073"/>
                <a:gd name="connsiteX1" fmla="*/ 2379681 w 2381923"/>
                <a:gd name="connsiteY1" fmla="*/ 2332073 h 2332073"/>
                <a:gd name="connsiteX2" fmla="*/ 527539 w 2381923"/>
                <a:gd name="connsiteY2" fmla="*/ 2327003 h 2332073"/>
                <a:gd name="connsiteX3" fmla="*/ 0 w 2381923"/>
                <a:gd name="connsiteY3" fmla="*/ 2328263 h 2332073"/>
                <a:gd name="connsiteX4" fmla="*/ 527539 w 2381923"/>
                <a:gd name="connsiteY4" fmla="*/ 1243760 h 2332073"/>
                <a:gd name="connsiteX5" fmla="*/ 2381923 w 2381923"/>
                <a:gd name="connsiteY5" fmla="*/ 21420 h 2332073"/>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2381923 w 2519923"/>
                <a:gd name="connsiteY6" fmla="*/ 51721 h 2362374"/>
                <a:gd name="connsiteX0" fmla="*/ 2381923 w 2519923"/>
                <a:gd name="connsiteY0" fmla="*/ 51721 h 2362374"/>
                <a:gd name="connsiteX1" fmla="*/ 2383585 w 2519923"/>
                <a:gd name="connsiteY1" fmla="*/ 441812 h 2362374"/>
                <a:gd name="connsiteX2" fmla="*/ 2379681 w 2519923"/>
                <a:gd name="connsiteY2" fmla="*/ 2362374 h 2362374"/>
                <a:gd name="connsiteX3" fmla="*/ 527539 w 2519923"/>
                <a:gd name="connsiteY3" fmla="*/ 2357304 h 2362374"/>
                <a:gd name="connsiteX4" fmla="*/ 0 w 2519923"/>
                <a:gd name="connsiteY4" fmla="*/ 2358564 h 2362374"/>
                <a:gd name="connsiteX5" fmla="*/ 527539 w 2519923"/>
                <a:gd name="connsiteY5" fmla="*/ 1274061 h 2362374"/>
                <a:gd name="connsiteX6" fmla="*/ 1491890 w 2519923"/>
                <a:gd name="connsiteY6" fmla="*/ 448418 h 2362374"/>
                <a:gd name="connsiteX7" fmla="*/ 2381923 w 2519923"/>
                <a:gd name="connsiteY7" fmla="*/ 51721 h 2362374"/>
                <a:gd name="connsiteX0" fmla="*/ 1854384 w 1992384"/>
                <a:gd name="connsiteY0" fmla="*/ 51721 h 2362374"/>
                <a:gd name="connsiteX1" fmla="*/ 1856046 w 1992384"/>
                <a:gd name="connsiteY1" fmla="*/ 441812 h 2362374"/>
                <a:gd name="connsiteX2" fmla="*/ 1852142 w 1992384"/>
                <a:gd name="connsiteY2" fmla="*/ 2362374 h 2362374"/>
                <a:gd name="connsiteX3" fmla="*/ 0 w 1992384"/>
                <a:gd name="connsiteY3" fmla="*/ 2357304 h 2362374"/>
                <a:gd name="connsiteX4" fmla="*/ 0 w 1992384"/>
                <a:gd name="connsiteY4" fmla="*/ 1274061 h 2362374"/>
                <a:gd name="connsiteX5" fmla="*/ 964351 w 1992384"/>
                <a:gd name="connsiteY5" fmla="*/ 448418 h 2362374"/>
                <a:gd name="connsiteX6" fmla="*/ 1854384 w 1992384"/>
                <a:gd name="connsiteY6" fmla="*/ 51721 h 2362374"/>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990562"/>
                <a:gd name="connsiteY0" fmla="*/ 182057 h 2096013"/>
                <a:gd name="connsiteX1" fmla="*/ 1856046 w 1990562"/>
                <a:gd name="connsiteY1" fmla="*/ 175451 h 2096013"/>
                <a:gd name="connsiteX2" fmla="*/ 1852142 w 1990562"/>
                <a:gd name="connsiteY2" fmla="*/ 2096013 h 2096013"/>
                <a:gd name="connsiteX3" fmla="*/ 0 w 1990562"/>
                <a:gd name="connsiteY3" fmla="*/ 2090943 h 2096013"/>
                <a:gd name="connsiteX4" fmla="*/ 0 w 1990562"/>
                <a:gd name="connsiteY4" fmla="*/ 1007700 h 2096013"/>
                <a:gd name="connsiteX5" fmla="*/ 964351 w 1990562"/>
                <a:gd name="connsiteY5" fmla="*/ 182057 h 2096013"/>
                <a:gd name="connsiteX0" fmla="*/ 964351 w 1856046"/>
                <a:gd name="connsiteY0" fmla="*/ 182057 h 2096013"/>
                <a:gd name="connsiteX1" fmla="*/ 1856046 w 1856046"/>
                <a:gd name="connsiteY1" fmla="*/ 175451 h 2096013"/>
                <a:gd name="connsiteX2" fmla="*/ 1852142 w 1856046"/>
                <a:gd name="connsiteY2" fmla="*/ 2096013 h 2096013"/>
                <a:gd name="connsiteX3" fmla="*/ 0 w 1856046"/>
                <a:gd name="connsiteY3" fmla="*/ 2090943 h 2096013"/>
                <a:gd name="connsiteX4" fmla="*/ 0 w 1856046"/>
                <a:gd name="connsiteY4" fmla="*/ 1007700 h 2096013"/>
                <a:gd name="connsiteX5" fmla="*/ 964351 w 1856046"/>
                <a:gd name="connsiteY5" fmla="*/ 182057 h 2096013"/>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0 w 1856046"/>
                <a:gd name="connsiteY4" fmla="*/ 887979 h 1976292"/>
                <a:gd name="connsiteX5" fmla="*/ 964351 w 1856046"/>
                <a:gd name="connsiteY5" fmla="*/ 62336 h 1976292"/>
                <a:gd name="connsiteX0" fmla="*/ 964351 w 1856046"/>
                <a:gd name="connsiteY0" fmla="*/ 62336 h 1976292"/>
                <a:gd name="connsiteX1" fmla="*/ 1856046 w 1856046"/>
                <a:gd name="connsiteY1" fmla="*/ 55730 h 1976292"/>
                <a:gd name="connsiteX2" fmla="*/ 1852142 w 1856046"/>
                <a:gd name="connsiteY2" fmla="*/ 1976292 h 1976292"/>
                <a:gd name="connsiteX3" fmla="*/ 0 w 1856046"/>
                <a:gd name="connsiteY3" fmla="*/ 1971222 h 1976292"/>
                <a:gd name="connsiteX4" fmla="*/ 7183 w 1856046"/>
                <a:gd name="connsiteY4" fmla="*/ 859247 h 1976292"/>
                <a:gd name="connsiteX5" fmla="*/ 964351 w 1856046"/>
                <a:gd name="connsiteY5" fmla="*/ 62336 h 1976292"/>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61704 h 1978055"/>
                <a:gd name="connsiteX1" fmla="*/ 1856046 w 1856046"/>
                <a:gd name="connsiteY1" fmla="*/ 57493 h 1978055"/>
                <a:gd name="connsiteX2" fmla="*/ 1852142 w 1856046"/>
                <a:gd name="connsiteY2" fmla="*/ 1978055 h 1978055"/>
                <a:gd name="connsiteX3" fmla="*/ 0 w 1856046"/>
                <a:gd name="connsiteY3" fmla="*/ 1972985 h 1978055"/>
                <a:gd name="connsiteX4" fmla="*/ 7183 w 1856046"/>
                <a:gd name="connsiteY4" fmla="*/ 861010 h 1978055"/>
                <a:gd name="connsiteX5" fmla="*/ 894914 w 1856046"/>
                <a:gd name="connsiteY5" fmla="*/ 61704 h 1978055"/>
                <a:gd name="connsiteX0" fmla="*/ 894914 w 1856046"/>
                <a:gd name="connsiteY0" fmla="*/ 4211 h 1920562"/>
                <a:gd name="connsiteX1" fmla="*/ 1856046 w 1856046"/>
                <a:gd name="connsiteY1" fmla="*/ 0 h 1920562"/>
                <a:gd name="connsiteX2" fmla="*/ 1852142 w 1856046"/>
                <a:gd name="connsiteY2" fmla="*/ 1920562 h 1920562"/>
                <a:gd name="connsiteX3" fmla="*/ 0 w 1856046"/>
                <a:gd name="connsiteY3" fmla="*/ 1915492 h 1920562"/>
                <a:gd name="connsiteX4" fmla="*/ 7183 w 1856046"/>
                <a:gd name="connsiteY4" fmla="*/ 803517 h 1920562"/>
                <a:gd name="connsiteX5" fmla="*/ 894914 w 1856046"/>
                <a:gd name="connsiteY5" fmla="*/ 4211 h 1920562"/>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7183 w 1856046"/>
                <a:gd name="connsiteY4" fmla="*/ 799306 h 1916351"/>
                <a:gd name="connsiteX5" fmla="*/ 894914 w 1856046"/>
                <a:gd name="connsiteY5" fmla="*/ 0 h 1916351"/>
                <a:gd name="connsiteX0" fmla="*/ 894914 w 1856046"/>
                <a:gd name="connsiteY0" fmla="*/ 0 h 1916351"/>
                <a:gd name="connsiteX1" fmla="*/ 1856046 w 1856046"/>
                <a:gd name="connsiteY1" fmla="*/ 578 h 1916351"/>
                <a:gd name="connsiteX2" fmla="*/ 1852142 w 1856046"/>
                <a:gd name="connsiteY2" fmla="*/ 1916351 h 1916351"/>
                <a:gd name="connsiteX3" fmla="*/ 0 w 1856046"/>
                <a:gd name="connsiteY3" fmla="*/ 1911281 h 1916351"/>
                <a:gd name="connsiteX4" fmla="*/ 11972 w 1856046"/>
                <a:gd name="connsiteY4" fmla="*/ 796912 h 1916351"/>
                <a:gd name="connsiteX5" fmla="*/ 894914 w 1856046"/>
                <a:gd name="connsiteY5" fmla="*/ 0 h 1916351"/>
                <a:gd name="connsiteX0" fmla="*/ 883634 w 1844766"/>
                <a:gd name="connsiteY0" fmla="*/ 0 h 1916351"/>
                <a:gd name="connsiteX1" fmla="*/ 1844766 w 1844766"/>
                <a:gd name="connsiteY1" fmla="*/ 578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2973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3634 w 1844766"/>
                <a:gd name="connsiteY0" fmla="*/ 0 h 1916351"/>
                <a:gd name="connsiteX1" fmla="*/ 1844766 w 1844766"/>
                <a:gd name="connsiteY1" fmla="*/ 579 h 1916351"/>
                <a:gd name="connsiteX2" fmla="*/ 1840862 w 1844766"/>
                <a:gd name="connsiteY2" fmla="*/ 1916351 h 1916351"/>
                <a:gd name="connsiteX3" fmla="*/ 692 w 1844766"/>
                <a:gd name="connsiteY3" fmla="*/ 1911281 h 1916351"/>
                <a:gd name="connsiteX4" fmla="*/ 692 w 1844766"/>
                <a:gd name="connsiteY4" fmla="*/ 796912 h 1916351"/>
                <a:gd name="connsiteX5" fmla="*/ 883634 w 1844766"/>
                <a:gd name="connsiteY5" fmla="*/ 0 h 1916351"/>
                <a:gd name="connsiteX0" fmla="*/ 886028 w 1844766"/>
                <a:gd name="connsiteY0" fmla="*/ 0 h 1918745"/>
                <a:gd name="connsiteX1" fmla="*/ 1844766 w 1844766"/>
                <a:gd name="connsiteY1" fmla="*/ 2973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 name="connsiteX0" fmla="*/ 886028 w 1844766"/>
                <a:gd name="connsiteY0" fmla="*/ 0 h 1918745"/>
                <a:gd name="connsiteX1" fmla="*/ 1844766 w 1844766"/>
                <a:gd name="connsiteY1" fmla="*/ 579 h 1918745"/>
                <a:gd name="connsiteX2" fmla="*/ 1840862 w 1844766"/>
                <a:gd name="connsiteY2" fmla="*/ 1918745 h 1918745"/>
                <a:gd name="connsiteX3" fmla="*/ 692 w 1844766"/>
                <a:gd name="connsiteY3" fmla="*/ 1913675 h 1918745"/>
                <a:gd name="connsiteX4" fmla="*/ 692 w 1844766"/>
                <a:gd name="connsiteY4" fmla="*/ 799306 h 1918745"/>
                <a:gd name="connsiteX5" fmla="*/ 886028 w 1844766"/>
                <a:gd name="connsiteY5" fmla="*/ 0 h 1918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4766" h="1918745">
                  <a:moveTo>
                    <a:pt x="886028" y="0"/>
                  </a:moveTo>
                  <a:lnTo>
                    <a:pt x="1844766" y="579"/>
                  </a:lnTo>
                  <a:cubicBezTo>
                    <a:pt x="1844392" y="418714"/>
                    <a:pt x="1839762" y="1625916"/>
                    <a:pt x="1840862" y="1918745"/>
                  </a:cubicBezTo>
                  <a:lnTo>
                    <a:pt x="692" y="1913675"/>
                  </a:lnTo>
                  <a:cubicBezTo>
                    <a:pt x="3086" y="1543017"/>
                    <a:pt x="-1702" y="1169964"/>
                    <a:pt x="692" y="799306"/>
                  </a:cubicBezTo>
                  <a:cubicBezTo>
                    <a:pt x="251735" y="447427"/>
                    <a:pt x="670067" y="102792"/>
                    <a:pt x="886028"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7" name="Freeform: Shape 6">
              <a:extLst>
                <a:ext uri="{FF2B5EF4-FFF2-40B4-BE49-F238E27FC236}">
                  <a16:creationId xmlns:a16="http://schemas.microsoft.com/office/drawing/2014/main" id="{8DB56B8D-4F8B-8293-184A-B61BD3B18C5A}"/>
                </a:ext>
              </a:extLst>
            </p:cNvPr>
            <p:cNvSpPr/>
            <p:nvPr userDrawn="1"/>
          </p:nvSpPr>
          <p:spPr>
            <a:xfrm flipH="1" flipV="1">
              <a:off x="5634236" y="3823760"/>
              <a:ext cx="3790446" cy="3048688"/>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96825 w 2396825"/>
                <a:gd name="connsiteY0" fmla="*/ 129170 h 2439823"/>
                <a:gd name="connsiteX1" fmla="*/ 2394583 w 2396825"/>
                <a:gd name="connsiteY1" fmla="*/ 2439823 h 2439823"/>
                <a:gd name="connsiteX2" fmla="*/ 14902 w 2396825"/>
                <a:gd name="connsiteY2" fmla="*/ 2436013 h 2439823"/>
                <a:gd name="connsiteX3" fmla="*/ 1431574 w 2396825"/>
                <a:gd name="connsiteY3" fmla="*/ 521986 h 2439823"/>
                <a:gd name="connsiteX4" fmla="*/ 2396825 w 2396825"/>
                <a:gd name="connsiteY4" fmla="*/ 129170 h 2439823"/>
                <a:gd name="connsiteX0" fmla="*/ 2396825 w 2570614"/>
                <a:gd name="connsiteY0" fmla="*/ 129170 h 2439823"/>
                <a:gd name="connsiteX1" fmla="*/ 2394109 w 2570614"/>
                <a:gd name="connsiteY1" fmla="*/ 524381 h 2439823"/>
                <a:gd name="connsiteX2" fmla="*/ 2394583 w 2570614"/>
                <a:gd name="connsiteY2" fmla="*/ 2439823 h 2439823"/>
                <a:gd name="connsiteX3" fmla="*/ 14902 w 2570614"/>
                <a:gd name="connsiteY3" fmla="*/ 2436013 h 2439823"/>
                <a:gd name="connsiteX4" fmla="*/ 1431574 w 2570614"/>
                <a:gd name="connsiteY4" fmla="*/ 521986 h 2439823"/>
                <a:gd name="connsiteX5" fmla="*/ 2396825 w 2570614"/>
                <a:gd name="connsiteY5" fmla="*/ 129170 h 2439823"/>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238147 h 2155984"/>
                <a:gd name="connsiteX1" fmla="*/ 2394105 w 2570610"/>
                <a:gd name="connsiteY1" fmla="*/ 240542 h 2155984"/>
                <a:gd name="connsiteX2" fmla="*/ 2394579 w 2570610"/>
                <a:gd name="connsiteY2" fmla="*/ 2155984 h 2155984"/>
                <a:gd name="connsiteX3" fmla="*/ 14898 w 2570610"/>
                <a:gd name="connsiteY3" fmla="*/ 2152174 h 2155984"/>
                <a:gd name="connsiteX4" fmla="*/ 1431570 w 2570610"/>
                <a:gd name="connsiteY4" fmla="*/ 238147 h 2155984"/>
                <a:gd name="connsiteX0" fmla="*/ 1431570 w 2570610"/>
                <a:gd name="connsiteY0" fmla="*/ 141247 h 2059084"/>
                <a:gd name="connsiteX1" fmla="*/ 2394105 w 2570610"/>
                <a:gd name="connsiteY1" fmla="*/ 143642 h 2059084"/>
                <a:gd name="connsiteX2" fmla="*/ 2394579 w 2570610"/>
                <a:gd name="connsiteY2" fmla="*/ 2059084 h 2059084"/>
                <a:gd name="connsiteX3" fmla="*/ 14898 w 2570610"/>
                <a:gd name="connsiteY3" fmla="*/ 2055274 h 2059084"/>
                <a:gd name="connsiteX4" fmla="*/ 1431570 w 2570610"/>
                <a:gd name="connsiteY4" fmla="*/ 141247 h 2059084"/>
                <a:gd name="connsiteX0" fmla="*/ 1436047 w 2575087"/>
                <a:gd name="connsiteY0" fmla="*/ 141247 h 2059084"/>
                <a:gd name="connsiteX1" fmla="*/ 2398582 w 2575087"/>
                <a:gd name="connsiteY1" fmla="*/ 143642 h 2059084"/>
                <a:gd name="connsiteX2" fmla="*/ 2399056 w 2575087"/>
                <a:gd name="connsiteY2" fmla="*/ 2059084 h 2059084"/>
                <a:gd name="connsiteX3" fmla="*/ 19375 w 2575087"/>
                <a:gd name="connsiteY3" fmla="*/ 2055274 h 2059084"/>
                <a:gd name="connsiteX4" fmla="*/ 1436047 w 2575087"/>
                <a:gd name="connsiteY4" fmla="*/ 141247 h 2059084"/>
                <a:gd name="connsiteX0" fmla="*/ 1436047 w 2575087"/>
                <a:gd name="connsiteY0" fmla="*/ 1897 h 1919734"/>
                <a:gd name="connsiteX1" fmla="*/ 2398582 w 2575087"/>
                <a:gd name="connsiteY1" fmla="*/ 4292 h 1919734"/>
                <a:gd name="connsiteX2" fmla="*/ 2399056 w 2575087"/>
                <a:gd name="connsiteY2" fmla="*/ 1919734 h 1919734"/>
                <a:gd name="connsiteX3" fmla="*/ 19375 w 2575087"/>
                <a:gd name="connsiteY3" fmla="*/ 1915924 h 1919734"/>
                <a:gd name="connsiteX4" fmla="*/ 1436047 w 2575087"/>
                <a:gd name="connsiteY4" fmla="*/ 1897 h 1919734"/>
                <a:gd name="connsiteX0" fmla="*/ 1440114 w 2579154"/>
                <a:gd name="connsiteY0" fmla="*/ 1897 h 1919734"/>
                <a:gd name="connsiteX1" fmla="*/ 2402649 w 2579154"/>
                <a:gd name="connsiteY1" fmla="*/ 4292 h 1919734"/>
                <a:gd name="connsiteX2" fmla="*/ 2403123 w 2579154"/>
                <a:gd name="connsiteY2" fmla="*/ 1919734 h 1919734"/>
                <a:gd name="connsiteX3" fmla="*/ 23442 w 2579154"/>
                <a:gd name="connsiteY3" fmla="*/ 1915924 h 1919734"/>
                <a:gd name="connsiteX4" fmla="*/ 1440114 w 2579154"/>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5712"/>
                <a:gd name="connsiteY0" fmla="*/ 1897 h 1919734"/>
                <a:gd name="connsiteX1" fmla="*/ 2379207 w 2555712"/>
                <a:gd name="connsiteY1" fmla="*/ 4292 h 1919734"/>
                <a:gd name="connsiteX2" fmla="*/ 2379681 w 2555712"/>
                <a:gd name="connsiteY2" fmla="*/ 1919734 h 1919734"/>
                <a:gd name="connsiteX3" fmla="*/ 0 w 2555712"/>
                <a:gd name="connsiteY3" fmla="*/ 1915924 h 1919734"/>
                <a:gd name="connsiteX4" fmla="*/ 1416672 w 2555712"/>
                <a:gd name="connsiteY4" fmla="*/ 1897 h 1919734"/>
                <a:gd name="connsiteX0" fmla="*/ 1416672 w 2557489"/>
                <a:gd name="connsiteY0" fmla="*/ 1897 h 1919734"/>
                <a:gd name="connsiteX1" fmla="*/ 2379207 w 2557489"/>
                <a:gd name="connsiteY1" fmla="*/ 4292 h 1919734"/>
                <a:gd name="connsiteX2" fmla="*/ 2382075 w 2557489"/>
                <a:gd name="connsiteY2" fmla="*/ 1919734 h 1919734"/>
                <a:gd name="connsiteX3" fmla="*/ 0 w 2557489"/>
                <a:gd name="connsiteY3" fmla="*/ 1915924 h 1919734"/>
                <a:gd name="connsiteX4" fmla="*/ 1416672 w 2557489"/>
                <a:gd name="connsiteY4" fmla="*/ 1897 h 1919734"/>
                <a:gd name="connsiteX0" fmla="*/ 1416672 w 2557489"/>
                <a:gd name="connsiteY0" fmla="*/ 1897 h 1915924"/>
                <a:gd name="connsiteX1" fmla="*/ 2379207 w 2557489"/>
                <a:gd name="connsiteY1" fmla="*/ 4292 h 1915924"/>
                <a:gd name="connsiteX2" fmla="*/ 2382075 w 2557489"/>
                <a:gd name="connsiteY2" fmla="*/ 1914945 h 1915924"/>
                <a:gd name="connsiteX3" fmla="*/ 0 w 2557489"/>
                <a:gd name="connsiteY3" fmla="*/ 1915924 h 1915924"/>
                <a:gd name="connsiteX4" fmla="*/ 1416672 w 2557489"/>
                <a:gd name="connsiteY4" fmla="*/ 1897 h 1915924"/>
                <a:gd name="connsiteX0" fmla="*/ 1416672 w 2382075"/>
                <a:gd name="connsiteY0" fmla="*/ 1897 h 1915924"/>
                <a:gd name="connsiteX1" fmla="*/ 2379207 w 2382075"/>
                <a:gd name="connsiteY1" fmla="*/ 4292 h 1915924"/>
                <a:gd name="connsiteX2" fmla="*/ 2382075 w 2382075"/>
                <a:gd name="connsiteY2" fmla="*/ 1914945 h 1915924"/>
                <a:gd name="connsiteX3" fmla="*/ 0 w 2382075"/>
                <a:gd name="connsiteY3" fmla="*/ 1915924 h 1915924"/>
                <a:gd name="connsiteX4" fmla="*/ 1416672 w 2382075"/>
                <a:gd name="connsiteY4" fmla="*/ 1897 h 1915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075" h="1915924">
                  <a:moveTo>
                    <a:pt x="1416672" y="1897"/>
                  </a:moveTo>
                  <a:cubicBezTo>
                    <a:pt x="1655178" y="-3047"/>
                    <a:pt x="2144481" y="3103"/>
                    <a:pt x="2379207" y="4292"/>
                  </a:cubicBezTo>
                  <a:cubicBezTo>
                    <a:pt x="2378833" y="389401"/>
                    <a:pt x="2378751" y="1426340"/>
                    <a:pt x="2382075" y="1914945"/>
                  </a:cubicBezTo>
                  <a:lnTo>
                    <a:pt x="0" y="1915924"/>
                  </a:lnTo>
                  <a:cubicBezTo>
                    <a:pt x="294111" y="889474"/>
                    <a:pt x="921434" y="295672"/>
                    <a:pt x="1416672" y="1897"/>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dirty="0">
                <a:ln>
                  <a:noFill/>
                </a:ln>
                <a:solidFill>
                  <a:srgbClr val="FFFFFF"/>
                </a:solidFill>
                <a:effectLst/>
                <a:uLnTx/>
                <a:uFillTx/>
                <a:latin typeface="Source Sans Pro"/>
                <a:ea typeface="+mn-ea"/>
                <a:cs typeface="+mn-cs"/>
              </a:endParaRPr>
            </a:p>
          </p:txBody>
        </p:sp>
        <p:sp>
          <p:nvSpPr>
            <p:cNvPr id="8" name="Freeform: Shape 7">
              <a:extLst>
                <a:ext uri="{FF2B5EF4-FFF2-40B4-BE49-F238E27FC236}">
                  <a16:creationId xmlns:a16="http://schemas.microsoft.com/office/drawing/2014/main" id="{2D33E0C0-6635-2E30-73AC-E1F65C3D58D0}"/>
                </a:ext>
              </a:extLst>
            </p:cNvPr>
            <p:cNvSpPr/>
            <p:nvPr userDrawn="1"/>
          </p:nvSpPr>
          <p:spPr>
            <a:xfrm flipH="1">
              <a:off x="5633545" y="-3811"/>
              <a:ext cx="3791136" cy="1207479"/>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541481 w 2541481"/>
                <a:gd name="connsiteY0" fmla="*/ 8572 h 2319225"/>
                <a:gd name="connsiteX1" fmla="*/ 2539239 w 2541481"/>
                <a:gd name="connsiteY1" fmla="*/ 2319225 h 2319225"/>
                <a:gd name="connsiteX2" fmla="*/ 159558 w 2541481"/>
                <a:gd name="connsiteY2" fmla="*/ 2315415 h 2319225"/>
                <a:gd name="connsiteX3" fmla="*/ 474657 w 2541481"/>
                <a:gd name="connsiteY3" fmla="*/ 1563767 h 2319225"/>
                <a:gd name="connsiteX4" fmla="*/ 2541481 w 2541481"/>
                <a:gd name="connsiteY4" fmla="*/ 8572 h 2319225"/>
                <a:gd name="connsiteX0" fmla="*/ 2541481 w 2716373"/>
                <a:gd name="connsiteY0" fmla="*/ 8572 h 2319225"/>
                <a:gd name="connsiteX1" fmla="*/ 2542067 w 2716373"/>
                <a:gd name="connsiteY1" fmla="*/ 1543952 h 2319225"/>
                <a:gd name="connsiteX2" fmla="*/ 2539239 w 2716373"/>
                <a:gd name="connsiteY2" fmla="*/ 2319225 h 2319225"/>
                <a:gd name="connsiteX3" fmla="*/ 159558 w 2716373"/>
                <a:gd name="connsiteY3" fmla="*/ 2315415 h 2319225"/>
                <a:gd name="connsiteX4" fmla="*/ 474657 w 2716373"/>
                <a:gd name="connsiteY4" fmla="*/ 1563767 h 2319225"/>
                <a:gd name="connsiteX5" fmla="*/ 2541481 w 2716373"/>
                <a:gd name="connsiteY5" fmla="*/ 8572 h 2319225"/>
                <a:gd name="connsiteX0" fmla="*/ 2541481 w 2694857"/>
                <a:gd name="connsiteY0" fmla="*/ 8572 h 2319225"/>
                <a:gd name="connsiteX1" fmla="*/ 2542067 w 2694857"/>
                <a:gd name="connsiteY1" fmla="*/ 1543952 h 2319225"/>
                <a:gd name="connsiteX2" fmla="*/ 2539239 w 2694857"/>
                <a:gd name="connsiteY2" fmla="*/ 2319225 h 2319225"/>
                <a:gd name="connsiteX3" fmla="*/ 159558 w 2694857"/>
                <a:gd name="connsiteY3" fmla="*/ 2315415 h 2319225"/>
                <a:gd name="connsiteX4" fmla="*/ 474657 w 2694857"/>
                <a:gd name="connsiteY4" fmla="*/ 1563767 h 2319225"/>
                <a:gd name="connsiteX5" fmla="*/ 2541481 w 2694857"/>
                <a:gd name="connsiteY5" fmla="*/ 8572 h 2319225"/>
                <a:gd name="connsiteX0" fmla="*/ 2381923 w 2535299"/>
                <a:gd name="connsiteY0" fmla="*/ 8572 h 2319225"/>
                <a:gd name="connsiteX1" fmla="*/ 2382509 w 2535299"/>
                <a:gd name="connsiteY1" fmla="*/ 1543952 h 2319225"/>
                <a:gd name="connsiteX2" fmla="*/ 2379681 w 2535299"/>
                <a:gd name="connsiteY2" fmla="*/ 2319225 h 2319225"/>
                <a:gd name="connsiteX3" fmla="*/ 0 w 2535299"/>
                <a:gd name="connsiteY3" fmla="*/ 2315415 h 2319225"/>
                <a:gd name="connsiteX4" fmla="*/ 315099 w 2535299"/>
                <a:gd name="connsiteY4" fmla="*/ 1563767 h 2319225"/>
                <a:gd name="connsiteX5" fmla="*/ 2381923 w 2535299"/>
                <a:gd name="connsiteY5" fmla="*/ 8572 h 2319225"/>
                <a:gd name="connsiteX0" fmla="*/ 315099 w 2382509"/>
                <a:gd name="connsiteY0" fmla="*/ 105842 h 861300"/>
                <a:gd name="connsiteX1" fmla="*/ 2382509 w 2382509"/>
                <a:gd name="connsiteY1" fmla="*/ 86027 h 861300"/>
                <a:gd name="connsiteX2" fmla="*/ 2379681 w 2382509"/>
                <a:gd name="connsiteY2" fmla="*/ 861300 h 861300"/>
                <a:gd name="connsiteX3" fmla="*/ 0 w 2382509"/>
                <a:gd name="connsiteY3" fmla="*/ 857490 h 861300"/>
                <a:gd name="connsiteX4" fmla="*/ 315099 w 2382509"/>
                <a:gd name="connsiteY4" fmla="*/ 105842 h 861300"/>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62885 h 818343"/>
                <a:gd name="connsiteX1" fmla="*/ 2382509 w 2382509"/>
                <a:gd name="connsiteY1" fmla="*/ 43070 h 818343"/>
                <a:gd name="connsiteX2" fmla="*/ 2379681 w 2382509"/>
                <a:gd name="connsiteY2" fmla="*/ 818343 h 818343"/>
                <a:gd name="connsiteX3" fmla="*/ 0 w 2382509"/>
                <a:gd name="connsiteY3" fmla="*/ 814533 h 818343"/>
                <a:gd name="connsiteX4" fmla="*/ 315099 w 2382509"/>
                <a:gd name="connsiteY4" fmla="*/ 62885 h 818343"/>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19827 h 775285"/>
                <a:gd name="connsiteX1" fmla="*/ 2382509 w 2382509"/>
                <a:gd name="connsiteY1" fmla="*/ 12 h 775285"/>
                <a:gd name="connsiteX2" fmla="*/ 2379681 w 2382509"/>
                <a:gd name="connsiteY2" fmla="*/ 775285 h 775285"/>
                <a:gd name="connsiteX3" fmla="*/ 0 w 2382509"/>
                <a:gd name="connsiteY3" fmla="*/ 771475 h 775285"/>
                <a:gd name="connsiteX4" fmla="*/ 315099 w 2382509"/>
                <a:gd name="connsiteY4" fmla="*/ 19827 h 775285"/>
                <a:gd name="connsiteX0" fmla="*/ 315099 w 2382509"/>
                <a:gd name="connsiteY0" fmla="*/ 4582 h 760040"/>
                <a:gd name="connsiteX1" fmla="*/ 2382509 w 2382509"/>
                <a:gd name="connsiteY1" fmla="*/ 3922 h 760040"/>
                <a:gd name="connsiteX2" fmla="*/ 2379681 w 2382509"/>
                <a:gd name="connsiteY2" fmla="*/ 760040 h 760040"/>
                <a:gd name="connsiteX3" fmla="*/ 0 w 2382509"/>
                <a:gd name="connsiteY3" fmla="*/ 756230 h 760040"/>
                <a:gd name="connsiteX4" fmla="*/ 315099 w 2382509"/>
                <a:gd name="connsiteY4" fmla="*/ 4582 h 760040"/>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3136 h 765777"/>
                <a:gd name="connsiteX1" fmla="*/ 2382509 w 2382509"/>
                <a:gd name="connsiteY1" fmla="*/ 9659 h 765777"/>
                <a:gd name="connsiteX2" fmla="*/ 2379681 w 2382509"/>
                <a:gd name="connsiteY2" fmla="*/ 765777 h 765777"/>
                <a:gd name="connsiteX3" fmla="*/ 0 w 2382509"/>
                <a:gd name="connsiteY3" fmla="*/ 761967 h 765777"/>
                <a:gd name="connsiteX4" fmla="*/ 319888 w 2382509"/>
                <a:gd name="connsiteY4" fmla="*/ 3136 h 765777"/>
                <a:gd name="connsiteX0" fmla="*/ 319888 w 2382509"/>
                <a:gd name="connsiteY0" fmla="*/ 0 h 762641"/>
                <a:gd name="connsiteX1" fmla="*/ 2382509 w 2382509"/>
                <a:gd name="connsiteY1" fmla="*/ 6523 h 762641"/>
                <a:gd name="connsiteX2" fmla="*/ 2379681 w 2382509"/>
                <a:gd name="connsiteY2" fmla="*/ 762641 h 762641"/>
                <a:gd name="connsiteX3" fmla="*/ 0 w 2382509"/>
                <a:gd name="connsiteY3" fmla="*/ 758831 h 762641"/>
                <a:gd name="connsiteX4" fmla="*/ 319888 w 2382509"/>
                <a:gd name="connsiteY4" fmla="*/ 0 h 762641"/>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7852"/>
                <a:gd name="connsiteX1" fmla="*/ 2382509 w 2382509"/>
                <a:gd name="connsiteY1" fmla="*/ 1734 h 757852"/>
                <a:gd name="connsiteX2" fmla="*/ 2379681 w 2382509"/>
                <a:gd name="connsiteY2" fmla="*/ 757852 h 757852"/>
                <a:gd name="connsiteX3" fmla="*/ 0 w 2382509"/>
                <a:gd name="connsiteY3" fmla="*/ 754042 h 757852"/>
                <a:gd name="connsiteX4" fmla="*/ 315100 w 2382509"/>
                <a:gd name="connsiteY4" fmla="*/ 0 h 757852"/>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 name="connsiteX0" fmla="*/ 315100 w 2382509"/>
                <a:gd name="connsiteY0" fmla="*/ 0 h 758830"/>
                <a:gd name="connsiteX1" fmla="*/ 2382509 w 2382509"/>
                <a:gd name="connsiteY1" fmla="*/ 1734 h 758830"/>
                <a:gd name="connsiteX2" fmla="*/ 2379681 w 2382509"/>
                <a:gd name="connsiteY2" fmla="*/ 757852 h 758830"/>
                <a:gd name="connsiteX3" fmla="*/ 0 w 2382509"/>
                <a:gd name="connsiteY3" fmla="*/ 758830 h 758830"/>
                <a:gd name="connsiteX4" fmla="*/ 315100 w 2382509"/>
                <a:gd name="connsiteY4" fmla="*/ 0 h 758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2509" h="758830">
                  <a:moveTo>
                    <a:pt x="315100" y="0"/>
                  </a:moveTo>
                  <a:lnTo>
                    <a:pt x="2382509" y="1734"/>
                  </a:lnTo>
                  <a:cubicBezTo>
                    <a:pt x="2382135" y="386843"/>
                    <a:pt x="2380457" y="497173"/>
                    <a:pt x="2379681" y="757852"/>
                  </a:cubicBezTo>
                  <a:lnTo>
                    <a:pt x="0" y="758830"/>
                  </a:lnTo>
                  <a:cubicBezTo>
                    <a:pt x="60055" y="573393"/>
                    <a:pt x="104709" y="362613"/>
                    <a:pt x="315100" y="0"/>
                  </a:cubicBezTo>
                  <a:close/>
                </a:path>
              </a:pathLst>
            </a:cu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dirty="0">
                <a:ln>
                  <a:noFill/>
                </a:ln>
                <a:solidFill>
                  <a:srgbClr val="FFFFFF"/>
                </a:solidFill>
                <a:effectLst/>
                <a:uLnTx/>
                <a:uFillTx/>
                <a:latin typeface="Source Sans Pro"/>
                <a:ea typeface="+mn-ea"/>
                <a:cs typeface="+mn-cs"/>
              </a:endParaRPr>
            </a:p>
          </p:txBody>
        </p:sp>
      </p:grpSp>
    </p:spTree>
    <p:extLst>
      <p:ext uri="{BB962C8B-B14F-4D97-AF65-F5344CB8AC3E}">
        <p14:creationId xmlns:p14="http://schemas.microsoft.com/office/powerpoint/2010/main" val="1503631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 name="Picture 10" descr="Healthcare worker typing on laptop">
            <a:extLst>
              <a:ext uri="{FF2B5EF4-FFF2-40B4-BE49-F238E27FC236}">
                <a16:creationId xmlns:a16="http://schemas.microsoft.com/office/drawing/2014/main" id="{58944F15-D30D-0EFB-C9C3-2290B8C34DB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4" name="Oval 13">
            <a:extLst>
              <a:ext uri="{FF2B5EF4-FFF2-40B4-BE49-F238E27FC236}">
                <a16:creationId xmlns:a16="http://schemas.microsoft.com/office/drawing/2014/main" id="{F8BEC9FB-1387-A83A-EB3E-71C1B0A7490C}"/>
              </a:ext>
            </a:extLst>
          </p:cNvPr>
          <p:cNvSpPr/>
          <p:nvPr/>
        </p:nvSpPr>
        <p:spPr>
          <a:xfrm>
            <a:off x="11638888" y="6289485"/>
            <a:ext cx="488403" cy="488403"/>
          </a:xfrm>
          <a:prstGeom prst="ellipse">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CA5ED260-20AD-45AD-AFCA-6B0DE0811A5D}" type="slidenum">
              <a:rPr lang="en-US" sz="1600">
                <a:solidFill>
                  <a:schemeClr val="bg1"/>
                </a:solidFill>
                <a:latin typeface="+mj-lt"/>
              </a:rPr>
              <a:t>25</a:t>
            </a:fld>
            <a:endParaRPr lang="en-US" sz="1600">
              <a:solidFill>
                <a:schemeClr val="bg1"/>
              </a:solidFill>
              <a:latin typeface="+mj-lt"/>
            </a:endParaRPr>
          </a:p>
        </p:txBody>
      </p:sp>
      <p:sp>
        <p:nvSpPr>
          <p:cNvPr id="15" name="Title 3">
            <a:extLst>
              <a:ext uri="{FF2B5EF4-FFF2-40B4-BE49-F238E27FC236}">
                <a16:creationId xmlns:a16="http://schemas.microsoft.com/office/drawing/2014/main" id="{8E86DD9A-EBB1-A001-8741-017672DDE88C}"/>
              </a:ext>
            </a:extLst>
          </p:cNvPr>
          <p:cNvSpPr txBox="1">
            <a:spLocks/>
          </p:cNvSpPr>
          <p:nvPr/>
        </p:nvSpPr>
        <p:spPr>
          <a:xfrm>
            <a:off x="260198" y="549939"/>
            <a:ext cx="6928001" cy="681960"/>
          </a:xfrm>
          <a:prstGeom prst="rect">
            <a:avLst/>
          </a:prstGeom>
        </p:spPr>
        <p:txBody>
          <a:bodyPr>
            <a:normAutofit/>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r>
              <a:rPr lang="en-US" sz="3733">
                <a:solidFill>
                  <a:schemeClr val="tx1"/>
                </a:solidFill>
              </a:rPr>
              <a:t>Client and Patient Security</a:t>
            </a:r>
          </a:p>
        </p:txBody>
      </p:sp>
      <p:cxnSp>
        <p:nvCxnSpPr>
          <p:cNvPr id="16" name="Straight Connector 15">
            <a:extLst>
              <a:ext uri="{FF2B5EF4-FFF2-40B4-BE49-F238E27FC236}">
                <a16:creationId xmlns:a16="http://schemas.microsoft.com/office/drawing/2014/main" id="{E17EC6CC-ECEC-880A-CD5C-F849BDF46326}"/>
              </a:ext>
            </a:extLst>
          </p:cNvPr>
          <p:cNvCxnSpPr/>
          <p:nvPr/>
        </p:nvCxnSpPr>
        <p:spPr>
          <a:xfrm>
            <a:off x="-123152" y="1330036"/>
            <a:ext cx="146550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6E2B83CC-0C42-F0B4-787E-CA6978F3E8EC}"/>
              </a:ext>
            </a:extLst>
          </p:cNvPr>
          <p:cNvSpPr txBox="1">
            <a:spLocks/>
          </p:cNvSpPr>
          <p:nvPr/>
        </p:nvSpPr>
        <p:spPr>
          <a:xfrm>
            <a:off x="260197" y="1682177"/>
            <a:ext cx="5257800" cy="908996"/>
          </a:xfrm>
          <a:prstGeom prst="rect">
            <a:avLst/>
          </a:prstGeom>
        </p:spPr>
        <p:txBody>
          <a:bodyPr/>
          <a:lstStyle>
            <a:lvl1pPr marL="171450" indent="-171450" algn="l" defTabSz="685800" rtl="0" eaLnBrk="1" latinLnBrk="0" hangingPunct="1">
              <a:lnSpc>
                <a:spcPct val="90000"/>
              </a:lnSpc>
              <a:spcBef>
                <a:spcPts val="750"/>
              </a:spcBef>
              <a:buFont typeface="Wingdings" panose="05000000000000000000" pitchFamily="2"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667"/>
              <a:t>Our security requirements help us better serve our clients.</a:t>
            </a:r>
          </a:p>
          <a:p>
            <a:endParaRPr lang="en-US" sz="3733"/>
          </a:p>
        </p:txBody>
      </p:sp>
    </p:spTree>
    <p:extLst>
      <p:ext uri="{BB962C8B-B14F-4D97-AF65-F5344CB8AC3E}">
        <p14:creationId xmlns:p14="http://schemas.microsoft.com/office/powerpoint/2010/main" val="35106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D62099-A3A7-B16A-D4D6-D77AA07BBEB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447E046-29D6-B5BB-2F07-68F1CCA32C6C}"/>
              </a:ext>
            </a:extLst>
          </p:cNvPr>
          <p:cNvSpPr/>
          <p:nvPr/>
        </p:nvSpPr>
        <p:spPr>
          <a:xfrm>
            <a:off x="1" y="0"/>
            <a:ext cx="52904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nvGrpSpPr>
          <p:cNvPr id="4" name="Group 3">
            <a:extLst>
              <a:ext uri="{FF2B5EF4-FFF2-40B4-BE49-F238E27FC236}">
                <a16:creationId xmlns:a16="http://schemas.microsoft.com/office/drawing/2014/main" id="{DAB61689-E765-62E5-9CD2-F6E4ADFC4B7F}"/>
              </a:ext>
            </a:extLst>
          </p:cNvPr>
          <p:cNvGrpSpPr/>
          <p:nvPr/>
        </p:nvGrpSpPr>
        <p:grpSpPr>
          <a:xfrm>
            <a:off x="6161315" y="-261253"/>
            <a:ext cx="8352873" cy="8088426"/>
            <a:chOff x="4625788" y="349399"/>
            <a:chExt cx="6456238" cy="6251840"/>
          </a:xfrm>
          <a:solidFill>
            <a:schemeClr val="tx2"/>
          </a:solidFill>
        </p:grpSpPr>
        <p:grpSp>
          <p:nvGrpSpPr>
            <p:cNvPr id="7" name="Group 6">
              <a:extLst>
                <a:ext uri="{FF2B5EF4-FFF2-40B4-BE49-F238E27FC236}">
                  <a16:creationId xmlns:a16="http://schemas.microsoft.com/office/drawing/2014/main" id="{9583FA92-7DEA-4D2B-E8F6-57D772DE5528}"/>
                </a:ext>
              </a:extLst>
            </p:cNvPr>
            <p:cNvGrpSpPr/>
            <p:nvPr userDrawn="1"/>
          </p:nvGrpSpPr>
          <p:grpSpPr>
            <a:xfrm>
              <a:off x="4625788" y="349399"/>
              <a:ext cx="6456238" cy="2310653"/>
              <a:chOff x="4625788" y="349399"/>
              <a:chExt cx="6456238" cy="2310653"/>
            </a:xfrm>
            <a:grpFill/>
          </p:grpSpPr>
          <p:sp>
            <p:nvSpPr>
              <p:cNvPr id="16" name="Freeform: Shape 15">
                <a:extLst>
                  <a:ext uri="{FF2B5EF4-FFF2-40B4-BE49-F238E27FC236}">
                    <a16:creationId xmlns:a16="http://schemas.microsoft.com/office/drawing/2014/main" id="{E39EDC57-70B3-BD4D-F3BA-8FBE0B64740B}"/>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0A1EDBB7-7486-47DE-D443-1B40F29D2346}"/>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grpSp>
        <p:grpSp>
          <p:nvGrpSpPr>
            <p:cNvPr id="8" name="Group 7">
              <a:extLst>
                <a:ext uri="{FF2B5EF4-FFF2-40B4-BE49-F238E27FC236}">
                  <a16:creationId xmlns:a16="http://schemas.microsoft.com/office/drawing/2014/main" id="{9FD51D48-E0A5-995B-7A6F-2E9BF09898F2}"/>
                </a:ext>
              </a:extLst>
            </p:cNvPr>
            <p:cNvGrpSpPr/>
            <p:nvPr userDrawn="1"/>
          </p:nvGrpSpPr>
          <p:grpSpPr>
            <a:xfrm flipV="1">
              <a:off x="4625788" y="4290586"/>
              <a:ext cx="6456238" cy="2310653"/>
              <a:chOff x="4625788" y="349399"/>
              <a:chExt cx="6456238" cy="2310653"/>
            </a:xfrm>
            <a:grpFill/>
          </p:grpSpPr>
          <p:sp>
            <p:nvSpPr>
              <p:cNvPr id="14" name="Freeform: Shape 13">
                <a:extLst>
                  <a:ext uri="{FF2B5EF4-FFF2-40B4-BE49-F238E27FC236}">
                    <a16:creationId xmlns:a16="http://schemas.microsoft.com/office/drawing/2014/main" id="{079B0BEF-DBD7-19E4-3FD8-4069ABE390B8}"/>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E3C97B05-883C-53BC-59D6-F0C98EBC3384}"/>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grpSp>
      </p:grpSp>
      <p:sp>
        <p:nvSpPr>
          <p:cNvPr id="5" name="Title 1">
            <a:extLst>
              <a:ext uri="{FF2B5EF4-FFF2-40B4-BE49-F238E27FC236}">
                <a16:creationId xmlns:a16="http://schemas.microsoft.com/office/drawing/2014/main" id="{3FC45C47-7303-63A7-764C-9A9BC17DF8A0}"/>
              </a:ext>
            </a:extLst>
          </p:cNvPr>
          <p:cNvSpPr txBox="1">
            <a:spLocks/>
          </p:cNvSpPr>
          <p:nvPr/>
        </p:nvSpPr>
        <p:spPr>
          <a:xfrm>
            <a:off x="345991" y="1306082"/>
            <a:ext cx="4644020" cy="676822"/>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2000s Healthcare Crisis</a:t>
            </a:r>
          </a:p>
        </p:txBody>
      </p:sp>
      <p:cxnSp>
        <p:nvCxnSpPr>
          <p:cNvPr id="6" name="Straight Connector 5">
            <a:extLst>
              <a:ext uri="{FF2B5EF4-FFF2-40B4-BE49-F238E27FC236}">
                <a16:creationId xmlns:a16="http://schemas.microsoft.com/office/drawing/2014/main" id="{0AF18BE9-8A29-4B70-4992-4CAA1FC74B0A}"/>
              </a:ext>
            </a:extLst>
          </p:cNvPr>
          <p:cNvCxnSpPr>
            <a:cxnSpLocks/>
          </p:cNvCxnSpPr>
          <p:nvPr/>
        </p:nvCxnSpPr>
        <p:spPr>
          <a:xfrm>
            <a:off x="-73893" y="2061641"/>
            <a:ext cx="729673"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22B4DD-D32D-EF8A-7F79-467C4975D259}"/>
              </a:ext>
            </a:extLst>
          </p:cNvPr>
          <p:cNvSpPr txBox="1"/>
          <p:nvPr/>
        </p:nvSpPr>
        <p:spPr>
          <a:xfrm>
            <a:off x="345991" y="2479152"/>
            <a:ext cx="4354663" cy="3631763"/>
          </a:xfrm>
          <a:prstGeom prst="rect">
            <a:avLst/>
          </a:prstGeom>
          <a:noFill/>
        </p:spPr>
        <p:txBody>
          <a:bodyPr wrap="square" lIns="182880" tIns="91440" rIns="182880" bIns="91440" rtlCol="0">
            <a:spAutoFit/>
          </a:bodyPr>
          <a:lstStyle/>
          <a:p>
            <a:pPr marL="457200" marR="0" lvl="0" indent="-457200" algn="l" defTabSz="914377" rtl="0" eaLnBrk="1" fontAlgn="auto" latinLnBrk="0" hangingPunct="1">
              <a:lnSpc>
                <a:spcPct val="100000"/>
              </a:lnSpc>
              <a:spcBef>
                <a:spcPts val="0"/>
              </a:spcBef>
              <a:spcAft>
                <a:spcPts val="2400"/>
              </a:spcAft>
              <a:buClrTx/>
              <a:buSzTx/>
              <a:buFont typeface="+mj-lt"/>
              <a:buAutoNum type="arabicPeriod"/>
              <a:tabLst/>
              <a:defRPr/>
            </a:pPr>
            <a:r>
              <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Rising costs</a:t>
            </a:r>
            <a:endPar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457200" marR="0" lvl="0" indent="-457200" algn="l" defTabSz="914377" rtl="0" eaLnBrk="1" fontAlgn="auto" latinLnBrk="0" hangingPunct="1">
              <a:lnSpc>
                <a:spcPct val="100000"/>
              </a:lnSpc>
              <a:spcBef>
                <a:spcPts val="0"/>
              </a:spcBef>
              <a:spcAft>
                <a:spcPts val="2400"/>
              </a:spcAft>
              <a:buClrTx/>
              <a:buSzTx/>
              <a:buFont typeface="+mj-lt"/>
              <a:buAutoNum type="arabicPeriod"/>
              <a:tabLst/>
              <a:defRPr/>
            </a:pPr>
            <a:r>
              <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Poorer health</a:t>
            </a:r>
            <a:endPar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457200" marR="0" lvl="0" indent="-457200" algn="l" defTabSz="914377" rtl="0" eaLnBrk="1" fontAlgn="auto" latinLnBrk="0" hangingPunct="1">
              <a:lnSpc>
                <a:spcPct val="100000"/>
              </a:lnSpc>
              <a:spcBef>
                <a:spcPts val="0"/>
              </a:spcBef>
              <a:spcAft>
                <a:spcPts val="2400"/>
              </a:spcAft>
              <a:buClrTx/>
              <a:buSzTx/>
              <a:buFont typeface="+mj-lt"/>
              <a:buAutoNum type="arabicPeriod"/>
              <a:tabLst/>
              <a:defRPr/>
            </a:pPr>
            <a:r>
              <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Burned out providers</a:t>
            </a:r>
            <a:endPar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457200" marR="0" lvl="0" indent="-457200" algn="l" defTabSz="914377" rtl="0" eaLnBrk="1" fontAlgn="auto" latinLnBrk="0" hangingPunct="1">
              <a:lnSpc>
                <a:spcPct val="100000"/>
              </a:lnSpc>
              <a:spcBef>
                <a:spcPts val="0"/>
              </a:spcBef>
              <a:spcAft>
                <a:spcPts val="2400"/>
              </a:spcAft>
              <a:buClrTx/>
              <a:buSzTx/>
              <a:buFont typeface="+mj-lt"/>
              <a:buAutoNum type="arabicPeriod"/>
              <a:tabLst/>
              <a:defRPr/>
            </a:pPr>
            <a:r>
              <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Frustrated patients</a:t>
            </a:r>
            <a:endPar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6309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animEffect transition="in" filter="fade">
                                      <p:cBhvr>
                                        <p:cTn id="11" dur="500"/>
                                        <p:tgtEl>
                                          <p:spTgt spid="22">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animEffect transition="in" filter="fade">
                                      <p:cBhvr>
                                        <p:cTn id="15" dur="500"/>
                                        <p:tgtEl>
                                          <p:spTgt spid="22">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2">
                                            <p:txEl>
                                              <p:pRg st="3" end="3"/>
                                            </p:txEl>
                                          </p:spTgt>
                                        </p:tgtEl>
                                        <p:attrNameLst>
                                          <p:attrName>style.visibility</p:attrName>
                                        </p:attrNameLst>
                                      </p:cBhvr>
                                      <p:to>
                                        <p:strVal val="visible"/>
                                      </p:to>
                                    </p:set>
                                    <p:animEffect transition="in" filter="fade">
                                      <p:cBhvr>
                                        <p:cTn id="19" dur="500"/>
                                        <p:tgtEl>
                                          <p:spTgt spid="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F1E74DB-41C7-7997-099F-F50782B29E8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BB9CCC6-1CB1-B880-8FCB-C8A306A328EF}"/>
              </a:ext>
            </a:extLst>
          </p:cNvPr>
          <p:cNvSpPr/>
          <p:nvPr/>
        </p:nvSpPr>
        <p:spPr>
          <a:xfrm>
            <a:off x="1" y="0"/>
            <a:ext cx="52904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grpSp>
        <p:nvGrpSpPr>
          <p:cNvPr id="4" name="Group 3">
            <a:extLst>
              <a:ext uri="{FF2B5EF4-FFF2-40B4-BE49-F238E27FC236}">
                <a16:creationId xmlns:a16="http://schemas.microsoft.com/office/drawing/2014/main" id="{FBFF919F-CD3F-E981-20D5-60B688818CF4}"/>
              </a:ext>
            </a:extLst>
          </p:cNvPr>
          <p:cNvGrpSpPr/>
          <p:nvPr/>
        </p:nvGrpSpPr>
        <p:grpSpPr>
          <a:xfrm>
            <a:off x="6161315" y="-261253"/>
            <a:ext cx="8352873" cy="8088426"/>
            <a:chOff x="4625788" y="349399"/>
            <a:chExt cx="6456238" cy="6251840"/>
          </a:xfrm>
          <a:solidFill>
            <a:schemeClr val="tx2"/>
          </a:solidFill>
        </p:grpSpPr>
        <p:grpSp>
          <p:nvGrpSpPr>
            <p:cNvPr id="7" name="Group 6">
              <a:extLst>
                <a:ext uri="{FF2B5EF4-FFF2-40B4-BE49-F238E27FC236}">
                  <a16:creationId xmlns:a16="http://schemas.microsoft.com/office/drawing/2014/main" id="{B09F33AA-4A88-0445-8A89-9E09A5A31C51}"/>
                </a:ext>
              </a:extLst>
            </p:cNvPr>
            <p:cNvGrpSpPr/>
            <p:nvPr userDrawn="1"/>
          </p:nvGrpSpPr>
          <p:grpSpPr>
            <a:xfrm>
              <a:off x="4625788" y="349399"/>
              <a:ext cx="6456238" cy="2310653"/>
              <a:chOff x="4625788" y="349399"/>
              <a:chExt cx="6456238" cy="2310653"/>
            </a:xfrm>
            <a:grpFill/>
          </p:grpSpPr>
          <p:sp>
            <p:nvSpPr>
              <p:cNvPr id="16" name="Freeform: Shape 15">
                <a:extLst>
                  <a:ext uri="{FF2B5EF4-FFF2-40B4-BE49-F238E27FC236}">
                    <a16:creationId xmlns:a16="http://schemas.microsoft.com/office/drawing/2014/main" id="{1CA0CA6B-00E7-09FD-97B1-EDDDCBF27DFD}"/>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Freeform: Shape 16">
                <a:extLst>
                  <a:ext uri="{FF2B5EF4-FFF2-40B4-BE49-F238E27FC236}">
                    <a16:creationId xmlns:a16="http://schemas.microsoft.com/office/drawing/2014/main" id="{FCF17334-6854-AF97-FF4D-D8C4C5D404D3}"/>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grpSp>
        <p:grpSp>
          <p:nvGrpSpPr>
            <p:cNvPr id="8" name="Group 7">
              <a:extLst>
                <a:ext uri="{FF2B5EF4-FFF2-40B4-BE49-F238E27FC236}">
                  <a16:creationId xmlns:a16="http://schemas.microsoft.com/office/drawing/2014/main" id="{D7FECE32-8B8C-0831-6E88-EA932C4DAAFB}"/>
                </a:ext>
              </a:extLst>
            </p:cNvPr>
            <p:cNvGrpSpPr/>
            <p:nvPr userDrawn="1"/>
          </p:nvGrpSpPr>
          <p:grpSpPr>
            <a:xfrm flipV="1">
              <a:off x="4625788" y="4290586"/>
              <a:ext cx="6456238" cy="2310653"/>
              <a:chOff x="4625788" y="349399"/>
              <a:chExt cx="6456238" cy="2310653"/>
            </a:xfrm>
            <a:grpFill/>
          </p:grpSpPr>
          <p:sp>
            <p:nvSpPr>
              <p:cNvPr id="14" name="Freeform: Shape 13">
                <a:extLst>
                  <a:ext uri="{FF2B5EF4-FFF2-40B4-BE49-F238E27FC236}">
                    <a16:creationId xmlns:a16="http://schemas.microsoft.com/office/drawing/2014/main" id="{D5D4904C-0B78-A37F-CE4F-E0E60EB2B274}"/>
                  </a:ext>
                </a:extLst>
              </p:cNvPr>
              <p:cNvSpPr/>
              <p:nvPr userDrawn="1"/>
            </p:nvSpPr>
            <p:spPr>
              <a:xfrm>
                <a:off x="4625788"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sp>
            <p:nvSpPr>
              <p:cNvPr id="15" name="Freeform: Shape 14">
                <a:extLst>
                  <a:ext uri="{FF2B5EF4-FFF2-40B4-BE49-F238E27FC236}">
                    <a16:creationId xmlns:a16="http://schemas.microsoft.com/office/drawing/2014/main" id="{4DC71454-68C3-11CD-877F-1C7CC772752F}"/>
                  </a:ext>
                </a:extLst>
              </p:cNvPr>
              <p:cNvSpPr/>
              <p:nvPr userDrawn="1"/>
            </p:nvSpPr>
            <p:spPr>
              <a:xfrm flipH="1">
                <a:off x="8700103" y="349399"/>
                <a:ext cx="2381923" cy="2310653"/>
              </a:xfrm>
              <a:custGeom>
                <a:avLst/>
                <a:gdLst>
                  <a:gd name="connsiteX0" fmla="*/ 2366683 w 2402541"/>
                  <a:gd name="connsiteY0" fmla="*/ 0 h 2348753"/>
                  <a:gd name="connsiteX1" fmla="*/ 2402541 w 2402541"/>
                  <a:gd name="connsiteY1" fmla="*/ 2348753 h 2348753"/>
                  <a:gd name="connsiteX2" fmla="*/ 0 w 2402541"/>
                  <a:gd name="connsiteY2" fmla="*/ 2348753 h 2348753"/>
                  <a:gd name="connsiteX3" fmla="*/ 2366683 w 2402541"/>
                  <a:gd name="connsiteY3" fmla="*/ 0 h 2348753"/>
                  <a:gd name="connsiteX0" fmla="*/ 2381923 w 2402541"/>
                  <a:gd name="connsiteY0" fmla="*/ 0 h 2322083"/>
                  <a:gd name="connsiteX1" fmla="*/ 2402541 w 2402541"/>
                  <a:gd name="connsiteY1" fmla="*/ 2322083 h 2322083"/>
                  <a:gd name="connsiteX2" fmla="*/ 0 w 2402541"/>
                  <a:gd name="connsiteY2" fmla="*/ 2322083 h 2322083"/>
                  <a:gd name="connsiteX3" fmla="*/ 2381923 w 2402541"/>
                  <a:gd name="connsiteY3" fmla="*/ 0 h 2322083"/>
                  <a:gd name="connsiteX0" fmla="*/ 2381923 w 2381923"/>
                  <a:gd name="connsiteY0" fmla="*/ 0 h 2322083"/>
                  <a:gd name="connsiteX1" fmla="*/ 2173941 w 2381923"/>
                  <a:gd name="connsiteY1" fmla="*/ 2082053 h 2322083"/>
                  <a:gd name="connsiteX2" fmla="*/ 0 w 2381923"/>
                  <a:gd name="connsiteY2" fmla="*/ 2322083 h 2322083"/>
                  <a:gd name="connsiteX3" fmla="*/ 2381923 w 2381923"/>
                  <a:gd name="connsiteY3" fmla="*/ 0 h 2322083"/>
                  <a:gd name="connsiteX0" fmla="*/ 2381923 w 2381923"/>
                  <a:gd name="connsiteY0" fmla="*/ 0 h 2322083"/>
                  <a:gd name="connsiteX1" fmla="*/ 2379681 w 2381923"/>
                  <a:gd name="connsiteY1" fmla="*/ 2310653 h 2322083"/>
                  <a:gd name="connsiteX2" fmla="*/ 0 w 2381923"/>
                  <a:gd name="connsiteY2" fmla="*/ 2322083 h 2322083"/>
                  <a:gd name="connsiteX3" fmla="*/ 2381923 w 2381923"/>
                  <a:gd name="connsiteY3" fmla="*/ 0 h 2322083"/>
                  <a:gd name="connsiteX0" fmla="*/ 2179993 w 2179993"/>
                  <a:gd name="connsiteY0" fmla="*/ 0 h 2310653"/>
                  <a:gd name="connsiteX1" fmla="*/ 2177751 w 2179993"/>
                  <a:gd name="connsiteY1" fmla="*/ 2310653 h 2310653"/>
                  <a:gd name="connsiteX2" fmla="*/ 0 w 2179993"/>
                  <a:gd name="connsiteY2" fmla="*/ 2162063 h 2310653"/>
                  <a:gd name="connsiteX3" fmla="*/ 2179993 w 217999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 name="connsiteX0" fmla="*/ 2381923 w 2381923"/>
                  <a:gd name="connsiteY0" fmla="*/ 0 h 2310653"/>
                  <a:gd name="connsiteX1" fmla="*/ 2379681 w 2381923"/>
                  <a:gd name="connsiteY1" fmla="*/ 2310653 h 2310653"/>
                  <a:gd name="connsiteX2" fmla="*/ 0 w 2381923"/>
                  <a:gd name="connsiteY2" fmla="*/ 2306843 h 2310653"/>
                  <a:gd name="connsiteX3" fmla="*/ 2381923 w 2381923"/>
                  <a:gd name="connsiteY3" fmla="*/ 0 h 2310653"/>
                </a:gdLst>
                <a:ahLst/>
                <a:cxnLst>
                  <a:cxn ang="0">
                    <a:pos x="connsiteX0" y="connsiteY0"/>
                  </a:cxn>
                  <a:cxn ang="0">
                    <a:pos x="connsiteX1" y="connsiteY1"/>
                  </a:cxn>
                  <a:cxn ang="0">
                    <a:pos x="connsiteX2" y="connsiteY2"/>
                  </a:cxn>
                  <a:cxn ang="0">
                    <a:pos x="connsiteX3" y="connsiteY3"/>
                  </a:cxn>
                </a:cxnLst>
                <a:rect l="l" t="t" r="r" b="b"/>
                <a:pathLst>
                  <a:path w="2381923" h="2310653">
                    <a:moveTo>
                      <a:pt x="2381923" y="0"/>
                    </a:moveTo>
                    <a:cubicBezTo>
                      <a:pt x="2381176" y="770218"/>
                      <a:pt x="2380428" y="1540435"/>
                      <a:pt x="2379681" y="2310653"/>
                    </a:cubicBezTo>
                    <a:lnTo>
                      <a:pt x="0" y="2306843"/>
                    </a:lnTo>
                    <a:cubicBezTo>
                      <a:pt x="512034" y="570155"/>
                      <a:pt x="1839409" y="132678"/>
                      <a:pt x="238192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FFFFFF"/>
                  </a:solidFill>
                  <a:effectLst/>
                  <a:uLnTx/>
                  <a:uFillTx/>
                  <a:latin typeface="Source Sans Pro"/>
                  <a:ea typeface="+mn-ea"/>
                  <a:cs typeface="+mn-cs"/>
                </a:endParaRPr>
              </a:p>
            </p:txBody>
          </p:sp>
        </p:grpSp>
      </p:grpSp>
      <p:sp>
        <p:nvSpPr>
          <p:cNvPr id="5" name="Title 1">
            <a:extLst>
              <a:ext uri="{FF2B5EF4-FFF2-40B4-BE49-F238E27FC236}">
                <a16:creationId xmlns:a16="http://schemas.microsoft.com/office/drawing/2014/main" id="{A48FBD46-93E2-2FE7-A945-32ACB05DB851}"/>
              </a:ext>
            </a:extLst>
          </p:cNvPr>
          <p:cNvSpPr txBox="1">
            <a:spLocks/>
          </p:cNvSpPr>
          <p:nvPr/>
        </p:nvSpPr>
        <p:spPr>
          <a:xfrm>
            <a:off x="345991" y="1306082"/>
            <a:ext cx="4644020" cy="676822"/>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THE QUADRUPLE AIM</a:t>
            </a:r>
          </a:p>
        </p:txBody>
      </p:sp>
      <p:cxnSp>
        <p:nvCxnSpPr>
          <p:cNvPr id="6" name="Straight Connector 5">
            <a:extLst>
              <a:ext uri="{FF2B5EF4-FFF2-40B4-BE49-F238E27FC236}">
                <a16:creationId xmlns:a16="http://schemas.microsoft.com/office/drawing/2014/main" id="{5E25C15A-8E75-E523-97BF-B1B76D09D8F7}"/>
              </a:ext>
            </a:extLst>
          </p:cNvPr>
          <p:cNvCxnSpPr>
            <a:cxnSpLocks/>
          </p:cNvCxnSpPr>
          <p:nvPr/>
        </p:nvCxnSpPr>
        <p:spPr>
          <a:xfrm>
            <a:off x="-73893" y="2061641"/>
            <a:ext cx="729673"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103CF09-20AE-1B49-95ED-1256A6E50132}"/>
              </a:ext>
            </a:extLst>
          </p:cNvPr>
          <p:cNvSpPr txBox="1"/>
          <p:nvPr/>
        </p:nvSpPr>
        <p:spPr>
          <a:xfrm>
            <a:off x="345991" y="2479152"/>
            <a:ext cx="4354663" cy="3631763"/>
          </a:xfrm>
          <a:prstGeom prst="rect">
            <a:avLst/>
          </a:prstGeom>
          <a:noFill/>
        </p:spPr>
        <p:txBody>
          <a:bodyPr wrap="square" lIns="182880" tIns="91440" rIns="182880" bIns="91440" rtlCol="0">
            <a:spAutoFit/>
          </a:bodyPr>
          <a:lstStyle/>
          <a:p>
            <a:pPr marL="457200" marR="0" lvl="0" indent="-457200" algn="l" defTabSz="914377" rtl="0" eaLnBrk="1" fontAlgn="auto" latinLnBrk="0" hangingPunct="1">
              <a:lnSpc>
                <a:spcPct val="100000"/>
              </a:lnSpc>
              <a:spcBef>
                <a:spcPts val="0"/>
              </a:spcBef>
              <a:spcAft>
                <a:spcPts val="2400"/>
              </a:spcAft>
              <a:buClrTx/>
              <a:buSzTx/>
              <a:buFont typeface="+mj-lt"/>
              <a:buAutoNum type="arabicPeriod"/>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Lower costs</a:t>
            </a:r>
          </a:p>
          <a:p>
            <a:pPr marL="457200" marR="0" lvl="0" indent="-457200" algn="l" defTabSz="914377" rtl="0" eaLnBrk="1" fontAlgn="auto" latinLnBrk="0" hangingPunct="1">
              <a:lnSpc>
                <a:spcPct val="100000"/>
              </a:lnSpc>
              <a:spcBef>
                <a:spcPts val="0"/>
              </a:spcBef>
              <a:spcAft>
                <a:spcPts val="2400"/>
              </a:spcAft>
              <a:buClrTx/>
              <a:buSzTx/>
              <a:buFont typeface="+mj-lt"/>
              <a:buAutoNum type="arabicPeriod"/>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Better health</a:t>
            </a:r>
          </a:p>
          <a:p>
            <a:pPr marL="457200" marR="0" lvl="0" indent="-457200" algn="l" defTabSz="914377" rtl="0" eaLnBrk="1" fontAlgn="auto" latinLnBrk="0" hangingPunct="1">
              <a:lnSpc>
                <a:spcPct val="100000"/>
              </a:lnSpc>
              <a:spcBef>
                <a:spcPts val="0"/>
              </a:spcBef>
              <a:spcAft>
                <a:spcPts val="2400"/>
              </a:spcAft>
              <a:buClrTx/>
              <a:buSzTx/>
              <a:buFont typeface="+mj-lt"/>
              <a:buAutoNum type="arabicPeriod"/>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Happier providers</a:t>
            </a:r>
          </a:p>
          <a:p>
            <a:pPr marL="457200" marR="0" lvl="0" indent="-457200" algn="l" defTabSz="914377" rtl="0" eaLnBrk="1" fontAlgn="auto" latinLnBrk="0" hangingPunct="1">
              <a:lnSpc>
                <a:spcPct val="100000"/>
              </a:lnSpc>
              <a:spcBef>
                <a:spcPts val="0"/>
              </a:spcBef>
              <a:spcAft>
                <a:spcPts val="2400"/>
              </a:spcAft>
              <a:buClrTx/>
              <a:buSzTx/>
              <a:buFont typeface="+mj-lt"/>
              <a:buAutoNum type="arabicPeriod"/>
              <a:tabLst/>
              <a:defRPr/>
            </a:pPr>
            <a:r>
              <a:rPr kumimoji="0" lang="en-US" sz="24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Happier patients</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52422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2">
                                            <p:txEl>
                                              <p:pRg st="1" end="1"/>
                                            </p:txEl>
                                          </p:spTgt>
                                        </p:tgtEl>
                                        <p:attrNameLst>
                                          <p:attrName>style.visibility</p:attrName>
                                        </p:attrNameLst>
                                      </p:cBhvr>
                                      <p:to>
                                        <p:strVal val="visible"/>
                                      </p:to>
                                    </p:set>
                                    <p:animEffect transition="in" filter="fade">
                                      <p:cBhvr>
                                        <p:cTn id="11" dur="500"/>
                                        <p:tgtEl>
                                          <p:spTgt spid="22">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2">
                                            <p:txEl>
                                              <p:pRg st="2" end="2"/>
                                            </p:txEl>
                                          </p:spTgt>
                                        </p:tgtEl>
                                        <p:attrNameLst>
                                          <p:attrName>style.visibility</p:attrName>
                                        </p:attrNameLst>
                                      </p:cBhvr>
                                      <p:to>
                                        <p:strVal val="visible"/>
                                      </p:to>
                                    </p:set>
                                    <p:animEffect transition="in" filter="fade">
                                      <p:cBhvr>
                                        <p:cTn id="15" dur="500"/>
                                        <p:tgtEl>
                                          <p:spTgt spid="22">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2">
                                            <p:txEl>
                                              <p:pRg st="3" end="3"/>
                                            </p:txEl>
                                          </p:spTgt>
                                        </p:tgtEl>
                                        <p:attrNameLst>
                                          <p:attrName>style.visibility</p:attrName>
                                        </p:attrNameLst>
                                      </p:cBhvr>
                                      <p:to>
                                        <p:strVal val="visible"/>
                                      </p:to>
                                    </p:set>
                                    <p:animEffect transition="in" filter="fade">
                                      <p:cBhvr>
                                        <p:cTn id="19" dur="500"/>
                                        <p:tgtEl>
                                          <p:spTgt spid="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E8058D-29ED-AB8C-0CDF-62A2B4E9ED4C}"/>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97CF32E1-5FAE-928C-80C1-4F80692790B6}"/>
              </a:ext>
            </a:extLst>
          </p:cNvPr>
          <p:cNvSpPr txBox="1">
            <a:spLocks/>
          </p:cNvSpPr>
          <p:nvPr/>
        </p:nvSpPr>
        <p:spPr>
          <a:xfrm>
            <a:off x="0" y="0"/>
            <a:ext cx="12192000" cy="946976"/>
          </a:xfrm>
          <a:prstGeom prst="rect">
            <a:avLst/>
          </a:prstGeom>
          <a:solidFill>
            <a:schemeClr val="bg2"/>
          </a:solidFill>
        </p:spPr>
        <p:txBody>
          <a:bodyPr tIns="91440" bIns="91440" anchor="ctr" anchorCtr="0"/>
          <a:lst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Evolution of Nordic</a:t>
            </a:r>
          </a:p>
        </p:txBody>
      </p:sp>
      <p:sp>
        <p:nvSpPr>
          <p:cNvPr id="5" name="Rectangle 4">
            <a:extLst>
              <a:ext uri="{FF2B5EF4-FFF2-40B4-BE49-F238E27FC236}">
                <a16:creationId xmlns:a16="http://schemas.microsoft.com/office/drawing/2014/main" id="{F91348AE-B434-35AF-C336-300C4EC59570}"/>
              </a:ext>
            </a:extLst>
          </p:cNvPr>
          <p:cNvSpPr/>
          <p:nvPr/>
        </p:nvSpPr>
        <p:spPr>
          <a:xfrm rot="16200000">
            <a:off x="746999" y="4110542"/>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2013</a:t>
            </a:r>
          </a:p>
        </p:txBody>
      </p:sp>
      <p:sp>
        <p:nvSpPr>
          <p:cNvPr id="6" name="Rectangle 5">
            <a:extLst>
              <a:ext uri="{FF2B5EF4-FFF2-40B4-BE49-F238E27FC236}">
                <a16:creationId xmlns:a16="http://schemas.microsoft.com/office/drawing/2014/main" id="{7836EC6B-F0CF-A1CB-9BDB-4CB04219CDBC}"/>
              </a:ext>
            </a:extLst>
          </p:cNvPr>
          <p:cNvSpPr/>
          <p:nvPr/>
        </p:nvSpPr>
        <p:spPr>
          <a:xfrm rot="16200000">
            <a:off x="1792389" y="2966141"/>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2015</a:t>
            </a:r>
          </a:p>
        </p:txBody>
      </p:sp>
      <p:sp>
        <p:nvSpPr>
          <p:cNvPr id="7" name="Rectangle 6">
            <a:extLst>
              <a:ext uri="{FF2B5EF4-FFF2-40B4-BE49-F238E27FC236}">
                <a16:creationId xmlns:a16="http://schemas.microsoft.com/office/drawing/2014/main" id="{78182604-354E-B8AE-F70E-18004FDC917F}"/>
              </a:ext>
            </a:extLst>
          </p:cNvPr>
          <p:cNvSpPr/>
          <p:nvPr/>
        </p:nvSpPr>
        <p:spPr>
          <a:xfrm rot="16200000">
            <a:off x="2837778" y="4110543"/>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2017</a:t>
            </a:r>
          </a:p>
        </p:txBody>
      </p:sp>
      <p:sp>
        <p:nvSpPr>
          <p:cNvPr id="8" name="Rectangle 7">
            <a:extLst>
              <a:ext uri="{FF2B5EF4-FFF2-40B4-BE49-F238E27FC236}">
                <a16:creationId xmlns:a16="http://schemas.microsoft.com/office/drawing/2014/main" id="{BF4100F0-1F28-6ECB-0826-BDA1F57242DC}"/>
              </a:ext>
            </a:extLst>
          </p:cNvPr>
          <p:cNvSpPr/>
          <p:nvPr/>
        </p:nvSpPr>
        <p:spPr>
          <a:xfrm rot="16200000">
            <a:off x="3883168" y="2966140"/>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2018</a:t>
            </a:r>
          </a:p>
        </p:txBody>
      </p:sp>
      <p:sp>
        <p:nvSpPr>
          <p:cNvPr id="9" name="Rectangle 8">
            <a:extLst>
              <a:ext uri="{FF2B5EF4-FFF2-40B4-BE49-F238E27FC236}">
                <a16:creationId xmlns:a16="http://schemas.microsoft.com/office/drawing/2014/main" id="{6830F0FB-08FF-F3A2-2054-E78C34123CDB}"/>
              </a:ext>
            </a:extLst>
          </p:cNvPr>
          <p:cNvSpPr/>
          <p:nvPr/>
        </p:nvSpPr>
        <p:spPr>
          <a:xfrm rot="16200000">
            <a:off x="4928557" y="4110543"/>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2019</a:t>
            </a:r>
          </a:p>
        </p:txBody>
      </p:sp>
      <p:sp>
        <p:nvSpPr>
          <p:cNvPr id="10" name="Rectangle 9">
            <a:extLst>
              <a:ext uri="{FF2B5EF4-FFF2-40B4-BE49-F238E27FC236}">
                <a16:creationId xmlns:a16="http://schemas.microsoft.com/office/drawing/2014/main" id="{7E04994C-0ED8-042B-A831-F2AE35E35669}"/>
              </a:ext>
            </a:extLst>
          </p:cNvPr>
          <p:cNvSpPr/>
          <p:nvPr/>
        </p:nvSpPr>
        <p:spPr>
          <a:xfrm rot="16200000">
            <a:off x="5973947" y="2966141"/>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2020</a:t>
            </a:r>
          </a:p>
        </p:txBody>
      </p:sp>
      <p:sp>
        <p:nvSpPr>
          <p:cNvPr id="19" name="Rectangle 18">
            <a:extLst>
              <a:ext uri="{FF2B5EF4-FFF2-40B4-BE49-F238E27FC236}">
                <a16:creationId xmlns:a16="http://schemas.microsoft.com/office/drawing/2014/main" id="{526095DB-B7C8-A306-0130-CB0E66748718}"/>
              </a:ext>
            </a:extLst>
          </p:cNvPr>
          <p:cNvSpPr/>
          <p:nvPr/>
        </p:nvSpPr>
        <p:spPr>
          <a:xfrm rot="16200000">
            <a:off x="7008703" y="4110543"/>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2021</a:t>
            </a:r>
          </a:p>
        </p:txBody>
      </p:sp>
      <p:sp>
        <p:nvSpPr>
          <p:cNvPr id="20" name="Rectangle 19">
            <a:extLst>
              <a:ext uri="{FF2B5EF4-FFF2-40B4-BE49-F238E27FC236}">
                <a16:creationId xmlns:a16="http://schemas.microsoft.com/office/drawing/2014/main" id="{095C1E4F-4D3A-046B-CBCF-B2800D18116C}"/>
              </a:ext>
            </a:extLst>
          </p:cNvPr>
          <p:cNvSpPr/>
          <p:nvPr/>
        </p:nvSpPr>
        <p:spPr>
          <a:xfrm rot="16200000">
            <a:off x="8064726" y="2966141"/>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2022</a:t>
            </a:r>
          </a:p>
        </p:txBody>
      </p:sp>
      <p:sp>
        <p:nvSpPr>
          <p:cNvPr id="21" name="Rectangle 20">
            <a:extLst>
              <a:ext uri="{FF2B5EF4-FFF2-40B4-BE49-F238E27FC236}">
                <a16:creationId xmlns:a16="http://schemas.microsoft.com/office/drawing/2014/main" id="{213CBE2A-1DB9-163E-0342-E3F044806B72}"/>
              </a:ext>
            </a:extLst>
          </p:cNvPr>
          <p:cNvSpPr/>
          <p:nvPr/>
        </p:nvSpPr>
        <p:spPr>
          <a:xfrm rot="16200000">
            <a:off x="9110116" y="4110543"/>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2023</a:t>
            </a:r>
          </a:p>
        </p:txBody>
      </p:sp>
      <p:sp>
        <p:nvSpPr>
          <p:cNvPr id="22" name="Rectangle 21">
            <a:extLst>
              <a:ext uri="{FF2B5EF4-FFF2-40B4-BE49-F238E27FC236}">
                <a16:creationId xmlns:a16="http://schemas.microsoft.com/office/drawing/2014/main" id="{67425522-9D49-B216-362A-7DBD59A5E526}"/>
              </a:ext>
            </a:extLst>
          </p:cNvPr>
          <p:cNvSpPr/>
          <p:nvPr/>
        </p:nvSpPr>
        <p:spPr>
          <a:xfrm rot="16200000">
            <a:off x="10155506" y="2966141"/>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2024</a:t>
            </a:r>
          </a:p>
        </p:txBody>
      </p:sp>
      <p:cxnSp>
        <p:nvCxnSpPr>
          <p:cNvPr id="4" name="Straight Connector 3">
            <a:extLst>
              <a:ext uri="{FF2B5EF4-FFF2-40B4-BE49-F238E27FC236}">
                <a16:creationId xmlns:a16="http://schemas.microsoft.com/office/drawing/2014/main" id="{A2CFF1CA-4F07-3B5D-332D-7BB52A5CB6D3}"/>
              </a:ext>
            </a:extLst>
          </p:cNvPr>
          <p:cNvCxnSpPr>
            <a:cxnSpLocks/>
          </p:cNvCxnSpPr>
          <p:nvPr/>
        </p:nvCxnSpPr>
        <p:spPr>
          <a:xfrm>
            <a:off x="550" y="3716252"/>
            <a:ext cx="12192000" cy="0"/>
          </a:xfrm>
          <a:prstGeom prst="line">
            <a:avLst/>
          </a:prstGeom>
          <a:ln w="1270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6C8132A-9424-0C62-D65D-F22BAA382C26}"/>
              </a:ext>
            </a:extLst>
          </p:cNvPr>
          <p:cNvCxnSpPr>
            <a:cxnSpLocks/>
          </p:cNvCxnSpPr>
          <p:nvPr/>
        </p:nvCxnSpPr>
        <p:spPr>
          <a:xfrm>
            <a:off x="1495694" y="3761957"/>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EA846DE-AA25-4370-E979-CC04FC7C97CA}"/>
              </a:ext>
            </a:extLst>
          </p:cNvPr>
          <p:cNvCxnSpPr>
            <a:cxnSpLocks/>
          </p:cNvCxnSpPr>
          <p:nvPr/>
        </p:nvCxnSpPr>
        <p:spPr>
          <a:xfrm>
            <a:off x="3586473" y="3761957"/>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62B77E6-3E7A-33EE-5466-5B8AC108A199}"/>
              </a:ext>
            </a:extLst>
          </p:cNvPr>
          <p:cNvCxnSpPr>
            <a:cxnSpLocks/>
          </p:cNvCxnSpPr>
          <p:nvPr/>
        </p:nvCxnSpPr>
        <p:spPr>
          <a:xfrm>
            <a:off x="5677252" y="3761957"/>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5FC24F8-4F43-3B88-884C-8B238703D5D2}"/>
              </a:ext>
            </a:extLst>
          </p:cNvPr>
          <p:cNvCxnSpPr>
            <a:cxnSpLocks/>
          </p:cNvCxnSpPr>
          <p:nvPr/>
        </p:nvCxnSpPr>
        <p:spPr>
          <a:xfrm>
            <a:off x="9858811" y="3761957"/>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AC2FC98-4ECA-C6F3-5516-302165DB59C3}"/>
              </a:ext>
            </a:extLst>
          </p:cNvPr>
          <p:cNvCxnSpPr>
            <a:cxnSpLocks/>
          </p:cNvCxnSpPr>
          <p:nvPr/>
        </p:nvCxnSpPr>
        <p:spPr>
          <a:xfrm>
            <a:off x="2541084" y="2039143"/>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6B9D8A9-F612-CA04-4A23-F3649EBC168C}"/>
              </a:ext>
            </a:extLst>
          </p:cNvPr>
          <p:cNvCxnSpPr>
            <a:cxnSpLocks/>
          </p:cNvCxnSpPr>
          <p:nvPr/>
        </p:nvCxnSpPr>
        <p:spPr>
          <a:xfrm>
            <a:off x="4631863" y="2039143"/>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14CD9E6-613F-D3B7-A2A3-EAE0751CCCE2}"/>
              </a:ext>
            </a:extLst>
          </p:cNvPr>
          <p:cNvCxnSpPr>
            <a:cxnSpLocks/>
          </p:cNvCxnSpPr>
          <p:nvPr/>
        </p:nvCxnSpPr>
        <p:spPr>
          <a:xfrm>
            <a:off x="6722642" y="2039143"/>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11526D-C2EB-B510-60F6-204672782CA0}"/>
              </a:ext>
            </a:extLst>
          </p:cNvPr>
          <p:cNvCxnSpPr>
            <a:cxnSpLocks/>
          </p:cNvCxnSpPr>
          <p:nvPr/>
        </p:nvCxnSpPr>
        <p:spPr>
          <a:xfrm>
            <a:off x="8813421" y="2039143"/>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34DC56C-7674-DF67-C842-947D032C0746}"/>
              </a:ext>
            </a:extLst>
          </p:cNvPr>
          <p:cNvCxnSpPr>
            <a:cxnSpLocks/>
          </p:cNvCxnSpPr>
          <p:nvPr/>
        </p:nvCxnSpPr>
        <p:spPr>
          <a:xfrm>
            <a:off x="7757398" y="3761957"/>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3CFE063-8E6A-2772-76B2-98A963B6CC0A}"/>
              </a:ext>
            </a:extLst>
          </p:cNvPr>
          <p:cNvCxnSpPr>
            <a:cxnSpLocks/>
          </p:cNvCxnSpPr>
          <p:nvPr/>
        </p:nvCxnSpPr>
        <p:spPr>
          <a:xfrm>
            <a:off x="10904201" y="2039143"/>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25EA9826-0338-90A9-FF0D-E76F6846EDC0}"/>
              </a:ext>
            </a:extLst>
          </p:cNvPr>
          <p:cNvPicPr>
            <a:picLocks noChangeAspect="1"/>
          </p:cNvPicPr>
          <p:nvPr/>
        </p:nvPicPr>
        <p:blipFill>
          <a:blip r:embed="rId3"/>
          <a:stretch>
            <a:fillRect/>
          </a:stretch>
        </p:blipFill>
        <p:spPr>
          <a:xfrm>
            <a:off x="486396" y="2039143"/>
            <a:ext cx="1280160" cy="546415"/>
          </a:xfrm>
          <a:prstGeom prst="rect">
            <a:avLst/>
          </a:prstGeom>
        </p:spPr>
      </p:pic>
      <p:grpSp>
        <p:nvGrpSpPr>
          <p:cNvPr id="172" name="Group 171">
            <a:extLst>
              <a:ext uri="{FF2B5EF4-FFF2-40B4-BE49-F238E27FC236}">
                <a16:creationId xmlns:a16="http://schemas.microsoft.com/office/drawing/2014/main" id="{BD546BB8-E1BE-3850-1FE5-AA107590D49F}"/>
              </a:ext>
            </a:extLst>
          </p:cNvPr>
          <p:cNvGrpSpPr/>
          <p:nvPr/>
        </p:nvGrpSpPr>
        <p:grpSpPr>
          <a:xfrm>
            <a:off x="2579465" y="2039143"/>
            <a:ext cx="5865561" cy="2483787"/>
            <a:chOff x="2579465" y="2039143"/>
            <a:chExt cx="5865561" cy="2483787"/>
          </a:xfrm>
        </p:grpSpPr>
        <p:sp>
          <p:nvSpPr>
            <p:cNvPr id="33" name="TextBox 32">
              <a:extLst>
                <a:ext uri="{FF2B5EF4-FFF2-40B4-BE49-F238E27FC236}">
                  <a16:creationId xmlns:a16="http://schemas.microsoft.com/office/drawing/2014/main" id="{324EDDB7-196C-0E09-D43F-D8BC0FFB2580}"/>
                </a:ext>
              </a:extLst>
            </p:cNvPr>
            <p:cNvSpPr txBox="1"/>
            <p:nvPr/>
          </p:nvSpPr>
          <p:spPr>
            <a:xfrm>
              <a:off x="2579465" y="2039143"/>
              <a:ext cx="1803125" cy="48013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45720" rIns="91440" bIns="45720" numCol="1" spcCol="127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488926"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srgbClr val="595959">
                      <a:lumMod val="50000"/>
                    </a:srgbClr>
                  </a:solidFill>
                  <a:effectLst/>
                  <a:uLnTx/>
                  <a:uFillTx/>
                  <a:latin typeface="Arial" panose="020B0604020202020204" pitchFamily="34" charset="0"/>
                  <a:ea typeface="+mn-ea"/>
                  <a:cs typeface="Arial" panose="020B0604020202020204" pitchFamily="34" charset="0"/>
                </a:rPr>
                <a:t>Managed Services launched</a:t>
              </a:r>
            </a:p>
          </p:txBody>
        </p:sp>
        <p:sp>
          <p:nvSpPr>
            <p:cNvPr id="35" name="TextBox 34">
              <a:extLst>
                <a:ext uri="{FF2B5EF4-FFF2-40B4-BE49-F238E27FC236}">
                  <a16:creationId xmlns:a16="http://schemas.microsoft.com/office/drawing/2014/main" id="{068CD43D-CA3A-AFED-F84A-F43E428D3FA9}"/>
                </a:ext>
              </a:extLst>
            </p:cNvPr>
            <p:cNvSpPr txBox="1"/>
            <p:nvPr/>
          </p:nvSpPr>
          <p:spPr>
            <a:xfrm>
              <a:off x="3621311" y="4042799"/>
              <a:ext cx="1740951" cy="48013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45720" rIns="91440" bIns="45720" numCol="1" spcCol="127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488926"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srgbClr val="595959">
                      <a:lumMod val="50000"/>
                    </a:srgbClr>
                  </a:solidFill>
                  <a:effectLst/>
                  <a:uLnTx/>
                  <a:uFillTx/>
                  <a:latin typeface="Arial" panose="020B0604020202020204" pitchFamily="34" charset="0"/>
                  <a:ea typeface="+mn-ea"/>
                  <a:cs typeface="Arial" panose="020B0604020202020204" pitchFamily="34" charset="0"/>
                </a:rPr>
                <a:t>Digital Health launched</a:t>
              </a:r>
            </a:p>
          </p:txBody>
        </p:sp>
        <p:sp>
          <p:nvSpPr>
            <p:cNvPr id="48" name="TextBox 47">
              <a:extLst>
                <a:ext uri="{FF2B5EF4-FFF2-40B4-BE49-F238E27FC236}">
                  <a16:creationId xmlns:a16="http://schemas.microsoft.com/office/drawing/2014/main" id="{9BEB5401-5F49-A50E-F584-F882AD121D06}"/>
                </a:ext>
              </a:extLst>
            </p:cNvPr>
            <p:cNvSpPr txBox="1"/>
            <p:nvPr/>
          </p:nvSpPr>
          <p:spPr>
            <a:xfrm>
              <a:off x="6757912" y="2039143"/>
              <a:ext cx="1687114" cy="397032"/>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91440" tIns="45720" rIns="91440" bIns="45720" numCol="1" spcCol="127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l" defTabSz="488926" rtl="0" eaLnBrk="1" fontAlgn="auto" latinLnBrk="0" hangingPunct="1">
                <a:lnSpc>
                  <a:spcPct val="90000"/>
                </a:lnSpc>
                <a:spcBef>
                  <a:spcPct val="0"/>
                </a:spcBef>
                <a:spcAft>
                  <a:spcPct val="35000"/>
                </a:spcAft>
                <a:buClrTx/>
                <a:buSzTx/>
                <a:buFontTx/>
                <a:buNone/>
                <a:tabLst/>
                <a:defRPr/>
              </a:pPr>
              <a:r>
                <a:rPr kumimoji="0" lang="en-US" sz="1100" b="0" i="0" u="none" strike="noStrike" kern="1200" cap="none" spc="0" normalizeH="0" baseline="0" noProof="0">
                  <a:ln>
                    <a:noFill/>
                  </a:ln>
                  <a:solidFill>
                    <a:srgbClr val="595959">
                      <a:lumMod val="50000"/>
                    </a:srgbClr>
                  </a:solidFill>
                  <a:effectLst/>
                  <a:uLnTx/>
                  <a:uFillTx/>
                  <a:latin typeface="Arial" panose="020B0604020202020204" pitchFamily="34" charset="0"/>
                  <a:ea typeface="+mn-ea"/>
                  <a:cs typeface="Arial" panose="020B0604020202020204" pitchFamily="34" charset="0"/>
                </a:rPr>
                <a:t>Launched Advisory Structure</a:t>
              </a:r>
            </a:p>
          </p:txBody>
        </p:sp>
      </p:grpSp>
      <p:grpSp>
        <p:nvGrpSpPr>
          <p:cNvPr id="174" name="Group 173">
            <a:extLst>
              <a:ext uri="{FF2B5EF4-FFF2-40B4-BE49-F238E27FC236}">
                <a16:creationId xmlns:a16="http://schemas.microsoft.com/office/drawing/2014/main" id="{28D2B32F-86A9-9571-0874-FDFB17296F40}"/>
              </a:ext>
            </a:extLst>
          </p:cNvPr>
          <p:cNvGrpSpPr/>
          <p:nvPr/>
        </p:nvGrpSpPr>
        <p:grpSpPr>
          <a:xfrm>
            <a:off x="486396" y="2682459"/>
            <a:ext cx="10285952" cy="1993748"/>
            <a:chOff x="486396" y="2682459"/>
            <a:chExt cx="10285952" cy="1993748"/>
          </a:xfrm>
        </p:grpSpPr>
        <p:pic>
          <p:nvPicPr>
            <p:cNvPr id="41" name="Picture 40" descr="A close-up of several logos&#10;&#10;AI-generated content may be incorrect.">
              <a:extLst>
                <a:ext uri="{FF2B5EF4-FFF2-40B4-BE49-F238E27FC236}">
                  <a16:creationId xmlns:a16="http://schemas.microsoft.com/office/drawing/2014/main" id="{0DCC3EDD-9F79-AF81-CA89-8860F90878BD}"/>
                </a:ext>
              </a:extLst>
            </p:cNvPr>
            <p:cNvPicPr>
              <a:picLocks noChangeAspect="1"/>
            </p:cNvPicPr>
            <p:nvPr/>
          </p:nvPicPr>
          <p:blipFill>
            <a:blip r:embed="rId4"/>
            <a:srcRect l="13439" t="13435" r="25027" b="58455"/>
            <a:stretch/>
          </p:blipFill>
          <p:spPr>
            <a:xfrm>
              <a:off x="5782423" y="4042800"/>
              <a:ext cx="1188720" cy="311193"/>
            </a:xfrm>
            <a:prstGeom prst="rect">
              <a:avLst/>
            </a:prstGeom>
          </p:spPr>
        </p:pic>
        <p:pic>
          <p:nvPicPr>
            <p:cNvPr id="43" name="Picture 42" descr="A red and white logo&#10;&#10;AI-generated content may be incorrect.">
              <a:extLst>
                <a:ext uri="{FF2B5EF4-FFF2-40B4-BE49-F238E27FC236}">
                  <a16:creationId xmlns:a16="http://schemas.microsoft.com/office/drawing/2014/main" id="{99B776B1-EA3C-1990-A98C-DC17632BE1E8}"/>
                </a:ext>
              </a:extLst>
            </p:cNvPr>
            <p:cNvPicPr>
              <a:picLocks noChangeAspect="1"/>
            </p:cNvPicPr>
            <p:nvPr/>
          </p:nvPicPr>
          <p:blipFill>
            <a:blip r:embed="rId5"/>
            <a:stretch>
              <a:fillRect/>
            </a:stretch>
          </p:blipFill>
          <p:spPr>
            <a:xfrm>
              <a:off x="486396" y="2738046"/>
              <a:ext cx="1188720" cy="659523"/>
            </a:xfrm>
            <a:prstGeom prst="rect">
              <a:avLst/>
            </a:prstGeom>
          </p:spPr>
        </p:pic>
        <p:pic>
          <p:nvPicPr>
            <p:cNvPr id="45" name="Picture 44" descr="A green letter t&#10;&#10;AI-generated content may be incorrect.">
              <a:extLst>
                <a:ext uri="{FF2B5EF4-FFF2-40B4-BE49-F238E27FC236}">
                  <a16:creationId xmlns:a16="http://schemas.microsoft.com/office/drawing/2014/main" id="{D970A7E5-D00C-D4FD-3DEA-90D24B3CE705}"/>
                </a:ext>
              </a:extLst>
            </p:cNvPr>
            <p:cNvPicPr>
              <a:picLocks noChangeAspect="1"/>
            </p:cNvPicPr>
            <p:nvPr/>
          </p:nvPicPr>
          <p:blipFill>
            <a:blip r:embed="rId6"/>
            <a:stretch>
              <a:fillRect/>
            </a:stretch>
          </p:blipFill>
          <p:spPr>
            <a:xfrm>
              <a:off x="5782423" y="4505241"/>
              <a:ext cx="1188720" cy="170966"/>
            </a:xfrm>
            <a:prstGeom prst="rect">
              <a:avLst/>
            </a:prstGeom>
          </p:spPr>
        </p:pic>
        <p:pic>
          <p:nvPicPr>
            <p:cNvPr id="50" name="Picture 49" descr="A red text with white background&#10;&#10;AI-generated content may be incorrect.">
              <a:extLst>
                <a:ext uri="{FF2B5EF4-FFF2-40B4-BE49-F238E27FC236}">
                  <a16:creationId xmlns:a16="http://schemas.microsoft.com/office/drawing/2014/main" id="{2D1D2673-8C9E-EE91-FA8B-668562355DE3}"/>
                </a:ext>
              </a:extLst>
            </p:cNvPr>
            <p:cNvPicPr>
              <a:picLocks noChangeAspect="1"/>
            </p:cNvPicPr>
            <p:nvPr/>
          </p:nvPicPr>
          <p:blipFill>
            <a:blip r:embed="rId7"/>
            <a:stretch>
              <a:fillRect/>
            </a:stretch>
          </p:blipFill>
          <p:spPr>
            <a:xfrm>
              <a:off x="4778619" y="2880434"/>
              <a:ext cx="1188720" cy="665683"/>
            </a:xfrm>
            <a:prstGeom prst="rect">
              <a:avLst/>
            </a:prstGeom>
          </p:spPr>
        </p:pic>
        <p:pic>
          <p:nvPicPr>
            <p:cNvPr id="53" name="Picture 52">
              <a:extLst>
                <a:ext uri="{FF2B5EF4-FFF2-40B4-BE49-F238E27FC236}">
                  <a16:creationId xmlns:a16="http://schemas.microsoft.com/office/drawing/2014/main" id="{BA0B46BB-458D-BDC4-D588-1CBFC72AC336}"/>
                </a:ext>
              </a:extLst>
            </p:cNvPr>
            <p:cNvPicPr>
              <a:picLocks noChangeAspect="1"/>
            </p:cNvPicPr>
            <p:nvPr/>
          </p:nvPicPr>
          <p:blipFill>
            <a:blip r:embed="rId8"/>
            <a:stretch>
              <a:fillRect/>
            </a:stretch>
          </p:blipFill>
          <p:spPr>
            <a:xfrm>
              <a:off x="8919348" y="3152894"/>
              <a:ext cx="878145" cy="353467"/>
            </a:xfrm>
            <a:prstGeom prst="rect">
              <a:avLst/>
            </a:prstGeom>
          </p:spPr>
        </p:pic>
        <p:pic>
          <p:nvPicPr>
            <p:cNvPr id="57" name="Picture 56">
              <a:extLst>
                <a:ext uri="{FF2B5EF4-FFF2-40B4-BE49-F238E27FC236}">
                  <a16:creationId xmlns:a16="http://schemas.microsoft.com/office/drawing/2014/main" id="{BC4389C2-0AC9-F96B-796C-42F40F0C6F88}"/>
                </a:ext>
              </a:extLst>
            </p:cNvPr>
            <p:cNvPicPr>
              <a:picLocks noChangeAspect="1"/>
            </p:cNvPicPr>
            <p:nvPr/>
          </p:nvPicPr>
          <p:blipFill>
            <a:blip r:embed="rId9"/>
            <a:stretch>
              <a:fillRect/>
            </a:stretch>
          </p:blipFill>
          <p:spPr>
            <a:xfrm>
              <a:off x="8919348" y="2682459"/>
              <a:ext cx="1188720" cy="361783"/>
            </a:xfrm>
            <a:prstGeom prst="rect">
              <a:avLst/>
            </a:prstGeom>
          </p:spPr>
        </p:pic>
        <p:pic>
          <p:nvPicPr>
            <p:cNvPr id="61" name="Picture 60">
              <a:extLst>
                <a:ext uri="{FF2B5EF4-FFF2-40B4-BE49-F238E27FC236}">
                  <a16:creationId xmlns:a16="http://schemas.microsoft.com/office/drawing/2014/main" id="{FC06149B-E8E4-014B-843D-E38CCDCB1EDE}"/>
                </a:ext>
              </a:extLst>
            </p:cNvPr>
            <p:cNvPicPr>
              <a:picLocks noChangeAspect="1"/>
            </p:cNvPicPr>
            <p:nvPr/>
          </p:nvPicPr>
          <p:blipFill>
            <a:blip r:embed="rId10"/>
            <a:stretch>
              <a:fillRect/>
            </a:stretch>
          </p:blipFill>
          <p:spPr>
            <a:xfrm>
              <a:off x="10345320" y="3939143"/>
              <a:ext cx="427028" cy="436733"/>
            </a:xfrm>
            <a:prstGeom prst="rect">
              <a:avLst/>
            </a:prstGeom>
          </p:spPr>
        </p:pic>
      </p:grpSp>
      <p:sp>
        <p:nvSpPr>
          <p:cNvPr id="62" name="Rectangle 61">
            <a:extLst>
              <a:ext uri="{FF2B5EF4-FFF2-40B4-BE49-F238E27FC236}">
                <a16:creationId xmlns:a16="http://schemas.microsoft.com/office/drawing/2014/main" id="{23F2B37B-A6C6-71D0-4585-067461B72795}"/>
              </a:ext>
            </a:extLst>
          </p:cNvPr>
          <p:cNvSpPr/>
          <p:nvPr/>
        </p:nvSpPr>
        <p:spPr>
          <a:xfrm rot="16200000">
            <a:off x="-298390" y="2966141"/>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2010</a:t>
            </a:r>
          </a:p>
        </p:txBody>
      </p:sp>
      <p:cxnSp>
        <p:nvCxnSpPr>
          <p:cNvPr id="63" name="Straight Connector 62">
            <a:extLst>
              <a:ext uri="{FF2B5EF4-FFF2-40B4-BE49-F238E27FC236}">
                <a16:creationId xmlns:a16="http://schemas.microsoft.com/office/drawing/2014/main" id="{9FF29CEF-C8A4-C929-9F60-EFAF534A4D16}"/>
              </a:ext>
            </a:extLst>
          </p:cNvPr>
          <p:cNvCxnSpPr>
            <a:cxnSpLocks/>
          </p:cNvCxnSpPr>
          <p:nvPr/>
        </p:nvCxnSpPr>
        <p:spPr>
          <a:xfrm>
            <a:off x="450305" y="2039143"/>
            <a:ext cx="0" cy="1675693"/>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76" name="Group 175">
            <a:extLst>
              <a:ext uri="{FF2B5EF4-FFF2-40B4-BE49-F238E27FC236}">
                <a16:creationId xmlns:a16="http://schemas.microsoft.com/office/drawing/2014/main" id="{47F5D58B-0CE2-A4E7-E7AF-FBA06646ABC5}"/>
              </a:ext>
            </a:extLst>
          </p:cNvPr>
          <p:cNvGrpSpPr/>
          <p:nvPr/>
        </p:nvGrpSpPr>
        <p:grpSpPr>
          <a:xfrm>
            <a:off x="5831315" y="2475384"/>
            <a:ext cx="6103123" cy="3761821"/>
            <a:chOff x="5831315" y="2475384"/>
            <a:chExt cx="6103123" cy="3761821"/>
          </a:xfrm>
        </p:grpSpPr>
        <p:pic>
          <p:nvPicPr>
            <p:cNvPr id="30" name="Picture 29" descr="A green circle with a white cross in it&#10;&#10;AI-generated content may be incorrect.">
              <a:extLst>
                <a:ext uri="{FF2B5EF4-FFF2-40B4-BE49-F238E27FC236}">
                  <a16:creationId xmlns:a16="http://schemas.microsoft.com/office/drawing/2014/main" id="{6DA83D26-2E00-0ABF-3FE0-0BE8E6687D15}"/>
                </a:ext>
              </a:extLst>
            </p:cNvPr>
            <p:cNvPicPr>
              <a:picLocks noChangeAspect="1"/>
            </p:cNvPicPr>
            <p:nvPr/>
          </p:nvPicPr>
          <p:blipFill>
            <a:blip r:embed="rId11"/>
            <a:srcRect l="16618" t="11790" r="12948" b="14171"/>
            <a:stretch/>
          </p:blipFill>
          <p:spPr>
            <a:xfrm>
              <a:off x="8029021" y="5304762"/>
              <a:ext cx="830319" cy="932443"/>
            </a:xfrm>
            <a:prstGeom prst="rect">
              <a:avLst/>
            </a:prstGeom>
          </p:spPr>
        </p:pic>
        <p:pic>
          <p:nvPicPr>
            <p:cNvPr id="156" name="Picture 155" descr="A red white and blue flag with a star&#10;&#10;AI-generated content may be incorrect.">
              <a:extLst>
                <a:ext uri="{FF2B5EF4-FFF2-40B4-BE49-F238E27FC236}">
                  <a16:creationId xmlns:a16="http://schemas.microsoft.com/office/drawing/2014/main" id="{CB46573F-3B55-FE0A-0C1E-B6C175835E1F}"/>
                </a:ext>
              </a:extLst>
            </p:cNvPr>
            <p:cNvPicPr>
              <a:picLocks noChangeAspect="1"/>
            </p:cNvPicPr>
            <p:nvPr/>
          </p:nvPicPr>
          <p:blipFill>
            <a:blip r:embed="rId12">
              <a:extLst>
                <a:ext uri="{837473B0-CC2E-450A-ABE3-18F120FF3D39}">
                  <a1611:picAttrSrcUrl xmlns:a1611="http://schemas.microsoft.com/office/drawing/2016/11/main" r:id="rId13"/>
                </a:ext>
              </a:extLst>
            </a:blip>
            <a:stretch>
              <a:fillRect/>
            </a:stretch>
          </p:blipFill>
          <p:spPr>
            <a:xfrm rot="16200000">
              <a:off x="11248638" y="2246784"/>
              <a:ext cx="457200" cy="914400"/>
            </a:xfrm>
            <a:prstGeom prst="rect">
              <a:avLst/>
            </a:prstGeom>
          </p:spPr>
        </p:pic>
        <p:pic>
          <p:nvPicPr>
            <p:cNvPr id="160" name="Picture 159" descr="A red maple leaf on a white background&#10;&#10;AI-generated content may be incorrect.">
              <a:extLst>
                <a:ext uri="{FF2B5EF4-FFF2-40B4-BE49-F238E27FC236}">
                  <a16:creationId xmlns:a16="http://schemas.microsoft.com/office/drawing/2014/main" id="{956C8324-2F6D-8412-7C55-8FE6AEF19894}"/>
                </a:ext>
              </a:extLst>
            </p:cNvPr>
            <p:cNvPicPr>
              <a:picLocks noChangeAspect="1"/>
            </p:cNvPicPr>
            <p:nvPr/>
          </p:nvPicPr>
          <p:blipFill>
            <a:blip r:embed="rId14">
              <a:extLst>
                <a:ext uri="{837473B0-CC2E-450A-ABE3-18F120FF3D39}">
                  <a1611:picAttrSrcUrl xmlns:a1611="http://schemas.microsoft.com/office/drawing/2016/11/main" r:id="rId15"/>
                </a:ext>
              </a:extLst>
            </a:blip>
            <a:stretch>
              <a:fillRect/>
            </a:stretch>
          </p:blipFill>
          <p:spPr>
            <a:xfrm>
              <a:off x="5831315" y="5248750"/>
              <a:ext cx="914400" cy="457200"/>
            </a:xfrm>
            <a:prstGeom prst="rect">
              <a:avLst/>
            </a:prstGeom>
          </p:spPr>
        </p:pic>
        <p:pic>
          <p:nvPicPr>
            <p:cNvPr id="166" name="Picture 165" descr="A blue flag with yellow stars in the center&#10;&#10;AI-generated content may be incorrect.">
              <a:extLst>
                <a:ext uri="{FF2B5EF4-FFF2-40B4-BE49-F238E27FC236}">
                  <a16:creationId xmlns:a16="http://schemas.microsoft.com/office/drawing/2014/main" id="{38EE8B67-B6B3-A211-D03A-D4E30967E4D0}"/>
                </a:ext>
              </a:extLst>
            </p:cNvPr>
            <p:cNvPicPr>
              <a:picLocks noChangeAspect="1"/>
            </p:cNvPicPr>
            <p:nvPr/>
          </p:nvPicPr>
          <p:blipFill>
            <a:blip r:embed="rId16">
              <a:extLst>
                <a:ext uri="{837473B0-CC2E-450A-ABE3-18F120FF3D39}">
                  <a1611:picAttrSrcUrl xmlns:a1611="http://schemas.microsoft.com/office/drawing/2016/11/main" r:id="rId17"/>
                </a:ext>
              </a:extLst>
            </a:blip>
            <a:stretch>
              <a:fillRect/>
            </a:stretch>
          </p:blipFill>
          <p:spPr>
            <a:xfrm>
              <a:off x="6828568" y="2475384"/>
              <a:ext cx="914400" cy="609600"/>
            </a:xfrm>
            <a:prstGeom prst="rect">
              <a:avLst/>
            </a:prstGeom>
          </p:spPr>
        </p:pic>
      </p:grpSp>
      <p:grpSp>
        <p:nvGrpSpPr>
          <p:cNvPr id="175" name="Group 174">
            <a:extLst>
              <a:ext uri="{FF2B5EF4-FFF2-40B4-BE49-F238E27FC236}">
                <a16:creationId xmlns:a16="http://schemas.microsoft.com/office/drawing/2014/main" id="{CF4FBE8C-6BF1-B027-0B6F-DFC0CF2924EC}"/>
              </a:ext>
            </a:extLst>
          </p:cNvPr>
          <p:cNvGrpSpPr/>
          <p:nvPr/>
        </p:nvGrpSpPr>
        <p:grpSpPr>
          <a:xfrm>
            <a:off x="4778619" y="1748138"/>
            <a:ext cx="6374575" cy="3410294"/>
            <a:chOff x="4778619" y="1748138"/>
            <a:chExt cx="6374575" cy="3410294"/>
          </a:xfrm>
        </p:grpSpPr>
        <p:pic>
          <p:nvPicPr>
            <p:cNvPr id="38" name="Picture 37">
              <a:extLst>
                <a:ext uri="{FF2B5EF4-FFF2-40B4-BE49-F238E27FC236}">
                  <a16:creationId xmlns:a16="http://schemas.microsoft.com/office/drawing/2014/main" id="{EE12CA37-6FD6-51D6-6BE4-C3449F3087EA}"/>
                </a:ext>
              </a:extLst>
            </p:cNvPr>
            <p:cNvPicPr>
              <a:picLocks noChangeAspect="1"/>
            </p:cNvPicPr>
            <p:nvPr/>
          </p:nvPicPr>
          <p:blipFill>
            <a:blip r:embed="rId18"/>
            <a:stretch>
              <a:fillRect/>
            </a:stretch>
          </p:blipFill>
          <p:spPr>
            <a:xfrm>
              <a:off x="5782423" y="4827455"/>
              <a:ext cx="1188720" cy="243544"/>
            </a:xfrm>
            <a:prstGeom prst="rect">
              <a:avLst/>
            </a:prstGeom>
            <a:solidFill>
              <a:schemeClr val="accent5">
                <a:lumMod val="20000"/>
                <a:lumOff val="80000"/>
              </a:schemeClr>
            </a:solidFill>
          </p:spPr>
        </p:pic>
        <p:pic>
          <p:nvPicPr>
            <p:cNvPr id="51" name="Picture 50">
              <a:extLst>
                <a:ext uri="{FF2B5EF4-FFF2-40B4-BE49-F238E27FC236}">
                  <a16:creationId xmlns:a16="http://schemas.microsoft.com/office/drawing/2014/main" id="{F6294730-64A9-9FD7-CB79-361A362599C1}"/>
                </a:ext>
              </a:extLst>
            </p:cNvPr>
            <p:cNvPicPr>
              <a:picLocks noChangeAspect="1"/>
            </p:cNvPicPr>
            <p:nvPr/>
          </p:nvPicPr>
          <p:blipFill>
            <a:blip r:embed="rId19"/>
            <a:stretch>
              <a:fillRect/>
            </a:stretch>
          </p:blipFill>
          <p:spPr>
            <a:xfrm>
              <a:off x="7849820" y="4042800"/>
              <a:ext cx="1188720" cy="501074"/>
            </a:xfrm>
            <a:prstGeom prst="rect">
              <a:avLst/>
            </a:prstGeom>
            <a:solidFill>
              <a:schemeClr val="accent5">
                <a:lumMod val="20000"/>
                <a:lumOff val="80000"/>
              </a:schemeClr>
            </a:solidFill>
          </p:spPr>
        </p:pic>
        <p:pic>
          <p:nvPicPr>
            <p:cNvPr id="52" name="Picture 51" descr="Text&#10;&#10;Description automatically generated with low confidence">
              <a:extLst>
                <a:ext uri="{FF2B5EF4-FFF2-40B4-BE49-F238E27FC236}">
                  <a16:creationId xmlns:a16="http://schemas.microsoft.com/office/drawing/2014/main" id="{F2A3E90D-1AB7-E31E-8E7B-B78A5A006337}"/>
                </a:ext>
              </a:extLst>
            </p:cNvPr>
            <p:cNvPicPr>
              <a:picLocks noChangeAspect="1"/>
            </p:cNvPicPr>
            <p:nvPr/>
          </p:nvPicPr>
          <p:blipFill>
            <a:blip r:embed="rId20"/>
            <a:stretch>
              <a:fillRect/>
            </a:stretch>
          </p:blipFill>
          <p:spPr>
            <a:xfrm>
              <a:off x="7849820" y="4620329"/>
              <a:ext cx="1188720" cy="538103"/>
            </a:xfrm>
            <a:prstGeom prst="rect">
              <a:avLst/>
            </a:prstGeom>
            <a:solidFill>
              <a:schemeClr val="accent5">
                <a:lumMod val="20000"/>
                <a:lumOff val="80000"/>
              </a:schemeClr>
            </a:solidFill>
          </p:spPr>
        </p:pic>
        <p:pic>
          <p:nvPicPr>
            <p:cNvPr id="55" name="Picture 54">
              <a:extLst>
                <a:ext uri="{FF2B5EF4-FFF2-40B4-BE49-F238E27FC236}">
                  <a16:creationId xmlns:a16="http://schemas.microsoft.com/office/drawing/2014/main" id="{A7728597-0F92-8F33-CBAD-F8E010278678}"/>
                </a:ext>
              </a:extLst>
            </p:cNvPr>
            <p:cNvPicPr>
              <a:picLocks noChangeAspect="1"/>
            </p:cNvPicPr>
            <p:nvPr/>
          </p:nvPicPr>
          <p:blipFill>
            <a:blip r:embed="rId21"/>
            <a:stretch>
              <a:fillRect/>
            </a:stretch>
          </p:blipFill>
          <p:spPr>
            <a:xfrm>
              <a:off x="8919348" y="1748138"/>
              <a:ext cx="1188720" cy="244582"/>
            </a:xfrm>
            <a:prstGeom prst="rect">
              <a:avLst/>
            </a:prstGeom>
          </p:spPr>
        </p:pic>
        <p:pic>
          <p:nvPicPr>
            <p:cNvPr id="56" name="Picture 2" descr="Hygeian-Logo-Tagline-Color (1)-01">
              <a:extLst>
                <a:ext uri="{FF2B5EF4-FFF2-40B4-BE49-F238E27FC236}">
                  <a16:creationId xmlns:a16="http://schemas.microsoft.com/office/drawing/2014/main" id="{EFA6513F-B16F-99AA-2758-79E1CD497DF6}"/>
                </a:ext>
              </a:extLst>
            </p:cNvPr>
            <p:cNvPicPr>
              <a:picLocks noChangeAspect="1" noChangeArrowheads="1"/>
            </p:cNvPicPr>
            <p:nvPr/>
          </p:nvPicPr>
          <p:blipFill rotWithShape="1">
            <a:blip r:embed="rId22" cstate="print">
              <a:extLst>
                <a:ext uri="{28A0092B-C50C-407E-A947-70E740481C1C}">
                  <a14:useLocalDpi xmlns:a14="http://schemas.microsoft.com/office/drawing/2010/main"/>
                </a:ext>
              </a:extLst>
            </a:blip>
            <a:srcRect t="20042" b="14805"/>
            <a:stretch/>
          </p:blipFill>
          <p:spPr bwMode="auto">
            <a:xfrm>
              <a:off x="8919348" y="2101371"/>
              <a:ext cx="1188720" cy="472437"/>
            </a:xfrm>
            <a:prstGeom prst="rect">
              <a:avLst/>
            </a:prstGeom>
            <a:noFill/>
          </p:spPr>
        </p:pic>
        <p:pic>
          <p:nvPicPr>
            <p:cNvPr id="59" name="Picture 58">
              <a:extLst>
                <a:ext uri="{FF2B5EF4-FFF2-40B4-BE49-F238E27FC236}">
                  <a16:creationId xmlns:a16="http://schemas.microsoft.com/office/drawing/2014/main" id="{80652FF9-1B5D-3091-E1A0-068237A60174}"/>
                </a:ext>
              </a:extLst>
            </p:cNvPr>
            <p:cNvPicPr>
              <a:picLocks noChangeAspect="1"/>
            </p:cNvPicPr>
            <p:nvPr/>
          </p:nvPicPr>
          <p:blipFill>
            <a:blip r:embed="rId23"/>
            <a:stretch>
              <a:fillRect/>
            </a:stretch>
          </p:blipFill>
          <p:spPr>
            <a:xfrm>
              <a:off x="9964474" y="4596337"/>
              <a:ext cx="1188720" cy="251683"/>
            </a:xfrm>
            <a:prstGeom prst="rect">
              <a:avLst/>
            </a:prstGeom>
            <a:solidFill>
              <a:schemeClr val="accent5">
                <a:lumMod val="20000"/>
                <a:lumOff val="80000"/>
              </a:schemeClr>
            </a:solidFill>
          </p:spPr>
        </p:pic>
        <p:pic>
          <p:nvPicPr>
            <p:cNvPr id="60" name="Picture 59">
              <a:extLst>
                <a:ext uri="{FF2B5EF4-FFF2-40B4-BE49-F238E27FC236}">
                  <a16:creationId xmlns:a16="http://schemas.microsoft.com/office/drawing/2014/main" id="{7C9BF4A9-AF4F-4033-67E9-410087B603B0}"/>
                </a:ext>
              </a:extLst>
            </p:cNvPr>
            <p:cNvPicPr>
              <a:picLocks noChangeAspect="1" noChangeArrowheads="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9964474" y="4962148"/>
              <a:ext cx="1188720" cy="71296"/>
            </a:xfrm>
            <a:prstGeom prst="rect">
              <a:avLst/>
            </a:prstGeom>
            <a:solidFill>
              <a:schemeClr val="accent5">
                <a:lumMod val="20000"/>
                <a:lumOff val="80000"/>
              </a:schemeClr>
            </a:solidFill>
          </p:spPr>
        </p:pic>
        <p:pic>
          <p:nvPicPr>
            <p:cNvPr id="46" name="Picture 45">
              <a:extLst>
                <a:ext uri="{FF2B5EF4-FFF2-40B4-BE49-F238E27FC236}">
                  <a16:creationId xmlns:a16="http://schemas.microsoft.com/office/drawing/2014/main" id="{3F31606F-15F3-862E-3DFA-16EF43AE73BA}"/>
                </a:ext>
              </a:extLst>
            </p:cNvPr>
            <p:cNvPicPr>
              <a:picLocks noChangeAspect="1"/>
            </p:cNvPicPr>
            <p:nvPr/>
          </p:nvPicPr>
          <p:blipFill>
            <a:blip r:embed="rId25"/>
            <a:stretch>
              <a:fillRect/>
            </a:stretch>
          </p:blipFill>
          <p:spPr>
            <a:xfrm>
              <a:off x="6833690" y="3151892"/>
              <a:ext cx="1188720" cy="354469"/>
            </a:xfrm>
            <a:prstGeom prst="rect">
              <a:avLst/>
            </a:prstGeom>
            <a:solidFill>
              <a:schemeClr val="accent5">
                <a:lumMod val="20000"/>
                <a:lumOff val="80000"/>
              </a:schemeClr>
            </a:solidFill>
          </p:spPr>
        </p:pic>
        <p:pic>
          <p:nvPicPr>
            <p:cNvPr id="171" name="Picture 170">
              <a:extLst>
                <a:ext uri="{FF2B5EF4-FFF2-40B4-BE49-F238E27FC236}">
                  <a16:creationId xmlns:a16="http://schemas.microsoft.com/office/drawing/2014/main" id="{8ADB568F-CCFA-F038-1747-E73B61FFDB1D}"/>
                </a:ext>
              </a:extLst>
            </p:cNvPr>
            <p:cNvPicPr>
              <a:picLocks noChangeAspect="1"/>
            </p:cNvPicPr>
            <p:nvPr/>
          </p:nvPicPr>
          <p:blipFill>
            <a:blip r:embed="rId26"/>
            <a:stretch>
              <a:fillRect/>
            </a:stretch>
          </p:blipFill>
          <p:spPr>
            <a:xfrm>
              <a:off x="4778619" y="2039143"/>
              <a:ext cx="1005840" cy="826223"/>
            </a:xfrm>
            <a:prstGeom prst="rect">
              <a:avLst/>
            </a:prstGeom>
          </p:spPr>
        </p:pic>
      </p:grpSp>
    </p:spTree>
    <p:extLst>
      <p:ext uri="{BB962C8B-B14F-4D97-AF65-F5344CB8AC3E}">
        <p14:creationId xmlns:p14="http://schemas.microsoft.com/office/powerpoint/2010/main" val="118769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
                                        </p:tgtEl>
                                        <p:attrNameLst>
                                          <p:attrName>style.visibility</p:attrName>
                                        </p:attrNameLst>
                                      </p:cBhvr>
                                      <p:to>
                                        <p:strVal val="visible"/>
                                      </p:to>
                                    </p:set>
                                    <p:animEffect transition="in" filter="fade">
                                      <p:cBhvr>
                                        <p:cTn id="12" dur="500"/>
                                        <p:tgtEl>
                                          <p:spTgt spid="17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2"/>
                                        </p:tgtEl>
                                        <p:attrNameLst>
                                          <p:attrName>style.visibility</p:attrName>
                                        </p:attrNameLst>
                                      </p:cBhvr>
                                      <p:to>
                                        <p:strVal val="visible"/>
                                      </p:to>
                                    </p:set>
                                    <p:animEffect transition="in" filter="fade">
                                      <p:cBhvr>
                                        <p:cTn id="17" dur="500"/>
                                        <p:tgtEl>
                                          <p:spTgt spid="17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5"/>
                                        </p:tgtEl>
                                        <p:attrNameLst>
                                          <p:attrName>style.visibility</p:attrName>
                                        </p:attrNameLst>
                                      </p:cBhvr>
                                      <p:to>
                                        <p:strVal val="visible"/>
                                      </p:to>
                                    </p:set>
                                    <p:animEffect transition="in" filter="fade">
                                      <p:cBhvr>
                                        <p:cTn id="22" dur="500"/>
                                        <p:tgtEl>
                                          <p:spTgt spid="17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6"/>
                                        </p:tgtEl>
                                        <p:attrNameLst>
                                          <p:attrName>style.visibility</p:attrName>
                                        </p:attrNameLst>
                                      </p:cBhvr>
                                      <p:to>
                                        <p:strVal val="visible"/>
                                      </p:to>
                                    </p:set>
                                    <p:animEffect transition="in" filter="fade">
                                      <p:cBhvr>
                                        <p:cTn id="27"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01D5861B-A112-9293-7A3F-08D8FF2103C1}"/>
              </a:ext>
            </a:extLst>
          </p:cNvPr>
          <p:cNvSpPr txBox="1">
            <a:spLocks/>
          </p:cNvSpPr>
          <p:nvPr/>
        </p:nvSpPr>
        <p:spPr>
          <a:xfrm>
            <a:off x="345991" y="401965"/>
            <a:ext cx="11018695" cy="473075"/>
          </a:xfrm>
          <a:prstGeom prst="rect">
            <a:avLst/>
          </a:prstGeom>
        </p:spPr>
        <p:txBody>
          <a:bodyPr/>
          <a:lstStyle>
            <a:lvl1pPr algn="l" defTabSz="685800" rtl="0" eaLnBrk="1" latinLnBrk="0" hangingPunct="1">
              <a:lnSpc>
                <a:spcPct val="90000"/>
              </a:lnSpc>
              <a:spcBef>
                <a:spcPct val="0"/>
              </a:spcBef>
              <a:buNone/>
              <a:defRPr lang="en-US" sz="2700" b="1" kern="1200" dirty="0" smtClean="0">
                <a:solidFill>
                  <a:schemeClr val="tx2"/>
                </a:solidFill>
                <a:latin typeface="+mj-lt"/>
                <a:ea typeface="+mn-ea"/>
                <a:cs typeface="+mn-cs"/>
              </a:defRPr>
            </a:lvl1pPr>
          </a:lstStyle>
          <a:p>
            <a:pPr defTabSz="685783"/>
            <a:r>
              <a:rPr lang="en-US" sz="2800" dirty="0">
                <a:solidFill>
                  <a:srgbClr val="595959"/>
                </a:solidFill>
                <a:latin typeface="Overpass"/>
              </a:rPr>
              <a:t>Nordic’s Culture and Engagement Efforts</a:t>
            </a:r>
          </a:p>
        </p:txBody>
      </p:sp>
      <p:cxnSp>
        <p:nvCxnSpPr>
          <p:cNvPr id="31" name="Straight Connector 30">
            <a:extLst>
              <a:ext uri="{FF2B5EF4-FFF2-40B4-BE49-F238E27FC236}">
                <a16:creationId xmlns:a16="http://schemas.microsoft.com/office/drawing/2014/main" id="{A9947F93-5E0A-71A9-B6E2-2E4BA98155BA}"/>
              </a:ext>
            </a:extLst>
          </p:cNvPr>
          <p:cNvCxnSpPr/>
          <p:nvPr/>
        </p:nvCxnSpPr>
        <p:spPr>
          <a:xfrm>
            <a:off x="-42532" y="978195"/>
            <a:ext cx="616688"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4C9D595B-15F1-350B-F16E-8D9944FE6E5A}"/>
              </a:ext>
            </a:extLst>
          </p:cNvPr>
          <p:cNvGrpSpPr/>
          <p:nvPr/>
        </p:nvGrpSpPr>
        <p:grpSpPr>
          <a:xfrm>
            <a:off x="3784717" y="923106"/>
            <a:ext cx="7224692" cy="3766520"/>
            <a:chOff x="1459317" y="1075506"/>
            <a:chExt cx="5418519" cy="3766520"/>
          </a:xfrm>
        </p:grpSpPr>
        <p:cxnSp>
          <p:nvCxnSpPr>
            <p:cNvPr id="45" name="Straight Connector 44">
              <a:extLst>
                <a:ext uri="{FF2B5EF4-FFF2-40B4-BE49-F238E27FC236}">
                  <a16:creationId xmlns:a16="http://schemas.microsoft.com/office/drawing/2014/main" id="{0A77232B-1253-824A-A891-892F7D3E8B0B}"/>
                </a:ext>
              </a:extLst>
            </p:cNvPr>
            <p:cNvCxnSpPr>
              <a:cxnSpLocks/>
            </p:cNvCxnSpPr>
            <p:nvPr/>
          </p:nvCxnSpPr>
          <p:spPr>
            <a:xfrm flipH="1">
              <a:off x="1459317" y="1565535"/>
              <a:ext cx="3196343" cy="0"/>
            </a:xfrm>
            <a:prstGeom prst="line">
              <a:avLst/>
            </a:prstGeom>
            <a:ln w="381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ACD0516-248E-A34F-A357-D8429F6D52A0}"/>
                </a:ext>
              </a:extLst>
            </p:cNvPr>
            <p:cNvCxnSpPr>
              <a:cxnSpLocks/>
              <a:stCxn id="21" idx="2"/>
            </p:cNvCxnSpPr>
            <p:nvPr/>
          </p:nvCxnSpPr>
          <p:spPr>
            <a:xfrm flipH="1">
              <a:off x="1459317" y="2990529"/>
              <a:ext cx="3196343" cy="0"/>
            </a:xfrm>
            <a:prstGeom prst="line">
              <a:avLst/>
            </a:prstGeom>
            <a:ln w="38100">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210F0E6-2013-2747-9C45-6B2127BAB815}"/>
                </a:ext>
              </a:extLst>
            </p:cNvPr>
            <p:cNvCxnSpPr>
              <a:cxnSpLocks/>
              <a:stCxn id="24" idx="2"/>
            </p:cNvCxnSpPr>
            <p:nvPr/>
          </p:nvCxnSpPr>
          <p:spPr>
            <a:xfrm flipH="1">
              <a:off x="1459317" y="4351997"/>
              <a:ext cx="3196343" cy="0"/>
            </a:xfrm>
            <a:prstGeom prst="line">
              <a:avLst/>
            </a:prstGeom>
            <a:ln w="38100">
              <a:solidFill>
                <a:schemeClr val="bg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4CE2F8C-E5F7-574E-8088-D4E788867B5B}"/>
                </a:ext>
              </a:extLst>
            </p:cNvPr>
            <p:cNvCxnSpPr>
              <a:cxnSpLocks/>
              <a:stCxn id="27" idx="2"/>
            </p:cNvCxnSpPr>
            <p:nvPr/>
          </p:nvCxnSpPr>
          <p:spPr>
            <a:xfrm flipH="1" flipV="1">
              <a:off x="1459317" y="2283422"/>
              <a:ext cx="4437825" cy="272"/>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59BDEB7-AADB-2F48-BD9B-CFA34ACA7B18}"/>
                </a:ext>
              </a:extLst>
            </p:cNvPr>
            <p:cNvCxnSpPr>
              <a:cxnSpLocks/>
              <a:stCxn id="30" idx="2"/>
            </p:cNvCxnSpPr>
            <p:nvPr/>
          </p:nvCxnSpPr>
          <p:spPr>
            <a:xfrm flipH="1" flipV="1">
              <a:off x="1459317" y="3662238"/>
              <a:ext cx="4437825" cy="1350"/>
            </a:xfrm>
            <a:prstGeom prst="line">
              <a:avLst/>
            </a:prstGeom>
            <a:ln w="38100">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DC08F4DD-9576-164C-B072-69D25ED721FC}"/>
                </a:ext>
              </a:extLst>
            </p:cNvPr>
            <p:cNvSpPr/>
            <p:nvPr/>
          </p:nvSpPr>
          <p:spPr>
            <a:xfrm>
              <a:off x="4655660" y="1075506"/>
              <a:ext cx="980694" cy="98005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900">
                <a:solidFill>
                  <a:srgbClr val="FFFFFF"/>
                </a:solidFill>
                <a:latin typeface="Lato Light" panose="020F0502020204030203" pitchFamily="34" charset="0"/>
              </a:endParaRPr>
            </a:p>
          </p:txBody>
        </p:sp>
        <p:sp>
          <p:nvSpPr>
            <p:cNvPr id="21" name="Oval 20">
              <a:extLst>
                <a:ext uri="{FF2B5EF4-FFF2-40B4-BE49-F238E27FC236}">
                  <a16:creationId xmlns:a16="http://schemas.microsoft.com/office/drawing/2014/main" id="{0CA8EBBD-1362-1243-AB28-635BB042FFE4}"/>
                </a:ext>
              </a:extLst>
            </p:cNvPr>
            <p:cNvSpPr/>
            <p:nvPr/>
          </p:nvSpPr>
          <p:spPr>
            <a:xfrm>
              <a:off x="4655660" y="2500500"/>
              <a:ext cx="980694" cy="98005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900">
                <a:solidFill>
                  <a:srgbClr val="FFFFFF"/>
                </a:solidFill>
                <a:latin typeface="Lato Light" panose="020F0502020204030203" pitchFamily="34" charset="0"/>
              </a:endParaRPr>
            </a:p>
          </p:txBody>
        </p:sp>
        <p:sp>
          <p:nvSpPr>
            <p:cNvPr id="24" name="Oval 23">
              <a:extLst>
                <a:ext uri="{FF2B5EF4-FFF2-40B4-BE49-F238E27FC236}">
                  <a16:creationId xmlns:a16="http://schemas.microsoft.com/office/drawing/2014/main" id="{A8E0D210-716E-204E-8E14-41E506A48E57}"/>
                </a:ext>
              </a:extLst>
            </p:cNvPr>
            <p:cNvSpPr/>
            <p:nvPr/>
          </p:nvSpPr>
          <p:spPr>
            <a:xfrm>
              <a:off x="4655660" y="3861968"/>
              <a:ext cx="980694" cy="9800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900">
                <a:solidFill>
                  <a:srgbClr val="FFFFFF"/>
                </a:solidFill>
                <a:latin typeface="Lato Light" panose="020F0502020204030203" pitchFamily="34" charset="0"/>
              </a:endParaRPr>
            </a:p>
          </p:txBody>
        </p:sp>
        <p:sp>
          <p:nvSpPr>
            <p:cNvPr id="27" name="Oval 26">
              <a:extLst>
                <a:ext uri="{FF2B5EF4-FFF2-40B4-BE49-F238E27FC236}">
                  <a16:creationId xmlns:a16="http://schemas.microsoft.com/office/drawing/2014/main" id="{6EEAB39A-D593-B94C-8838-46D6A13BAAA9}"/>
                </a:ext>
              </a:extLst>
            </p:cNvPr>
            <p:cNvSpPr/>
            <p:nvPr/>
          </p:nvSpPr>
          <p:spPr>
            <a:xfrm>
              <a:off x="5897142" y="1793665"/>
              <a:ext cx="980694" cy="9800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900">
                <a:solidFill>
                  <a:srgbClr val="FFFFFF"/>
                </a:solidFill>
                <a:latin typeface="Lato Light" panose="020F0502020204030203" pitchFamily="34" charset="0"/>
              </a:endParaRPr>
            </a:p>
          </p:txBody>
        </p:sp>
        <p:sp>
          <p:nvSpPr>
            <p:cNvPr id="30" name="Oval 29">
              <a:extLst>
                <a:ext uri="{FF2B5EF4-FFF2-40B4-BE49-F238E27FC236}">
                  <a16:creationId xmlns:a16="http://schemas.microsoft.com/office/drawing/2014/main" id="{83850FFE-6176-3C44-8200-8E5128AD3228}"/>
                </a:ext>
              </a:extLst>
            </p:cNvPr>
            <p:cNvSpPr/>
            <p:nvPr/>
          </p:nvSpPr>
          <p:spPr>
            <a:xfrm>
              <a:off x="5897142" y="3173559"/>
              <a:ext cx="980694" cy="98005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900">
                <a:solidFill>
                  <a:srgbClr val="FFFFFF"/>
                </a:solidFill>
                <a:latin typeface="Lato Light" panose="020F0502020204030203" pitchFamily="34" charset="0"/>
              </a:endParaRPr>
            </a:p>
          </p:txBody>
        </p:sp>
        <p:sp>
          <p:nvSpPr>
            <p:cNvPr id="73" name="Subtitle 2">
              <a:extLst>
                <a:ext uri="{FF2B5EF4-FFF2-40B4-BE49-F238E27FC236}">
                  <a16:creationId xmlns:a16="http://schemas.microsoft.com/office/drawing/2014/main" id="{D387DDFC-5748-BE44-841E-E70A9A7FBAFE}"/>
                </a:ext>
              </a:extLst>
            </p:cNvPr>
            <p:cNvSpPr txBox="1">
              <a:spLocks/>
            </p:cNvSpPr>
            <p:nvPr/>
          </p:nvSpPr>
          <p:spPr>
            <a:xfrm>
              <a:off x="1459317" y="1331153"/>
              <a:ext cx="2316743" cy="213568"/>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1087609">
                <a:lnSpc>
                  <a:spcPts val="1751"/>
                </a:lnSpc>
              </a:pPr>
              <a:r>
                <a:rPr lang="en-US" sz="1800" b="1">
                  <a:solidFill>
                    <a:srgbClr val="595959"/>
                  </a:solidFill>
                  <a:latin typeface="Overpass"/>
                  <a:ea typeface="Lato Light" panose="020F0502020204030203" pitchFamily="34" charset="0"/>
                  <a:cs typeface="Mukta ExtraLight" panose="020B0000000000000000" pitchFamily="34" charset="77"/>
                </a:rPr>
                <a:t>COMMUNICATION</a:t>
              </a:r>
            </a:p>
          </p:txBody>
        </p:sp>
        <p:sp>
          <p:nvSpPr>
            <p:cNvPr id="74" name="Subtitle 2">
              <a:extLst>
                <a:ext uri="{FF2B5EF4-FFF2-40B4-BE49-F238E27FC236}">
                  <a16:creationId xmlns:a16="http://schemas.microsoft.com/office/drawing/2014/main" id="{F4934087-DF0A-0440-A978-7E0C16B8F25C}"/>
                </a:ext>
              </a:extLst>
            </p:cNvPr>
            <p:cNvSpPr txBox="1">
              <a:spLocks/>
            </p:cNvSpPr>
            <p:nvPr/>
          </p:nvSpPr>
          <p:spPr>
            <a:xfrm>
              <a:off x="1459317" y="2051618"/>
              <a:ext cx="2316743" cy="213568"/>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1087609">
                <a:lnSpc>
                  <a:spcPts val="1751"/>
                </a:lnSpc>
              </a:pPr>
              <a:r>
                <a:rPr lang="en-US" sz="1800" b="1">
                  <a:solidFill>
                    <a:srgbClr val="595959"/>
                  </a:solidFill>
                  <a:latin typeface="Overpass"/>
                  <a:ea typeface="Lato Light" panose="020F0502020204030203" pitchFamily="34" charset="0"/>
                  <a:cs typeface="Mukta ExtraLight" panose="020B0000000000000000" pitchFamily="34" charset="77"/>
                </a:rPr>
                <a:t>RECRUITING PRACTICES</a:t>
              </a:r>
            </a:p>
          </p:txBody>
        </p:sp>
        <p:sp>
          <p:nvSpPr>
            <p:cNvPr id="75" name="Subtitle 2">
              <a:extLst>
                <a:ext uri="{FF2B5EF4-FFF2-40B4-BE49-F238E27FC236}">
                  <a16:creationId xmlns:a16="http://schemas.microsoft.com/office/drawing/2014/main" id="{7A7AB56D-07BF-FA41-9996-3D738C925994}"/>
                </a:ext>
              </a:extLst>
            </p:cNvPr>
            <p:cNvSpPr txBox="1">
              <a:spLocks/>
            </p:cNvSpPr>
            <p:nvPr/>
          </p:nvSpPr>
          <p:spPr>
            <a:xfrm>
              <a:off x="1459317" y="2755944"/>
              <a:ext cx="2316743" cy="213568"/>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1087609">
                <a:lnSpc>
                  <a:spcPts val="1751"/>
                </a:lnSpc>
              </a:pPr>
              <a:r>
                <a:rPr lang="en-US" sz="1800" b="1">
                  <a:solidFill>
                    <a:srgbClr val="595959"/>
                  </a:solidFill>
                  <a:latin typeface="Overpass"/>
                  <a:ea typeface="Lato Light" panose="020F0502020204030203" pitchFamily="34" charset="0"/>
                  <a:cs typeface="Mukta ExtraLight" panose="020B0000000000000000" pitchFamily="34" charset="77"/>
                </a:rPr>
                <a:t>LEARNING RESOURCES</a:t>
              </a:r>
            </a:p>
          </p:txBody>
        </p:sp>
        <p:sp>
          <p:nvSpPr>
            <p:cNvPr id="76" name="Subtitle 2">
              <a:extLst>
                <a:ext uri="{FF2B5EF4-FFF2-40B4-BE49-F238E27FC236}">
                  <a16:creationId xmlns:a16="http://schemas.microsoft.com/office/drawing/2014/main" id="{84B14F5D-C407-3048-BC06-EBC04BB48FAD}"/>
                </a:ext>
              </a:extLst>
            </p:cNvPr>
            <p:cNvSpPr txBox="1">
              <a:spLocks/>
            </p:cNvSpPr>
            <p:nvPr/>
          </p:nvSpPr>
          <p:spPr>
            <a:xfrm>
              <a:off x="1459317" y="3431135"/>
              <a:ext cx="2316743" cy="213568"/>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1087609">
                <a:lnSpc>
                  <a:spcPts val="1751"/>
                </a:lnSpc>
              </a:pPr>
              <a:r>
                <a:rPr lang="en-US" sz="1800" b="1">
                  <a:solidFill>
                    <a:srgbClr val="595959"/>
                  </a:solidFill>
                  <a:latin typeface="Overpass"/>
                  <a:ea typeface="Lato Light" panose="020F0502020204030203" pitchFamily="34" charset="0"/>
                  <a:cs typeface="Mukta ExtraLight" panose="020B0000000000000000" pitchFamily="34" charset="77"/>
                </a:rPr>
                <a:t>METRICS AND REPORTING</a:t>
              </a:r>
            </a:p>
          </p:txBody>
        </p:sp>
        <p:sp>
          <p:nvSpPr>
            <p:cNvPr id="77" name="Subtitle 2">
              <a:extLst>
                <a:ext uri="{FF2B5EF4-FFF2-40B4-BE49-F238E27FC236}">
                  <a16:creationId xmlns:a16="http://schemas.microsoft.com/office/drawing/2014/main" id="{E14FE9DE-04E8-C649-8280-25E129AA0FF4}"/>
                </a:ext>
              </a:extLst>
            </p:cNvPr>
            <p:cNvSpPr txBox="1">
              <a:spLocks/>
            </p:cNvSpPr>
            <p:nvPr/>
          </p:nvSpPr>
          <p:spPr>
            <a:xfrm>
              <a:off x="1459317" y="4121924"/>
              <a:ext cx="2960283" cy="213568"/>
            </a:xfrm>
            <a:prstGeom prst="rect">
              <a:avLst/>
            </a:prstGeom>
          </p:spPr>
          <p:txBody>
            <a:bodyPr vert="horz" wrap="square" lIns="45720" tIns="22860" rIns="45720" bIns="2286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1087609">
                <a:lnSpc>
                  <a:spcPts val="1751"/>
                </a:lnSpc>
              </a:pPr>
              <a:r>
                <a:rPr lang="en-US" sz="1800" b="1">
                  <a:solidFill>
                    <a:srgbClr val="595959"/>
                  </a:solidFill>
                  <a:latin typeface="Overpass"/>
                  <a:ea typeface="Lato Light" panose="020F0502020204030203" pitchFamily="34" charset="0"/>
                  <a:cs typeface="Mukta ExtraLight" panose="020B0000000000000000" pitchFamily="34" charset="77"/>
                </a:rPr>
                <a:t>EMPLOYEE RESOURCE GROUPS</a:t>
              </a:r>
            </a:p>
          </p:txBody>
        </p:sp>
        <p:pic>
          <p:nvPicPr>
            <p:cNvPr id="44" name="Graphic 43" descr="Chat outline">
              <a:extLst>
                <a:ext uri="{FF2B5EF4-FFF2-40B4-BE49-F238E27FC236}">
                  <a16:creationId xmlns:a16="http://schemas.microsoft.com/office/drawing/2014/main" id="{10673024-F9C8-648D-6096-5F9FB12C041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800609" y="1259859"/>
              <a:ext cx="685800" cy="685800"/>
            </a:xfrm>
            <a:prstGeom prst="rect">
              <a:avLst/>
            </a:prstGeom>
          </p:spPr>
        </p:pic>
        <p:pic>
          <p:nvPicPr>
            <p:cNvPr id="46" name="Graphic 45" descr="Cycle with people outline">
              <a:extLst>
                <a:ext uri="{FF2B5EF4-FFF2-40B4-BE49-F238E27FC236}">
                  <a16:creationId xmlns:a16="http://schemas.microsoft.com/office/drawing/2014/main" id="{6CE26686-08ED-5D3D-CC4A-8CCDBF51DDDD}"/>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044589" y="1931972"/>
              <a:ext cx="685800" cy="685800"/>
            </a:xfrm>
            <a:prstGeom prst="rect">
              <a:avLst/>
            </a:prstGeom>
          </p:spPr>
        </p:pic>
        <p:pic>
          <p:nvPicPr>
            <p:cNvPr id="48" name="Graphic 47" descr="Remote learning language outline">
              <a:extLst>
                <a:ext uri="{FF2B5EF4-FFF2-40B4-BE49-F238E27FC236}">
                  <a16:creationId xmlns:a16="http://schemas.microsoft.com/office/drawing/2014/main" id="{A6FA0F03-662B-1EF6-6801-44A6DC40BD06}"/>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4800609" y="2641853"/>
              <a:ext cx="685800" cy="685800"/>
            </a:xfrm>
            <a:prstGeom prst="rect">
              <a:avLst/>
            </a:prstGeom>
          </p:spPr>
        </p:pic>
        <p:pic>
          <p:nvPicPr>
            <p:cNvPr id="50" name="Graphic 49" descr="Statistics outline">
              <a:extLst>
                <a:ext uri="{FF2B5EF4-FFF2-40B4-BE49-F238E27FC236}">
                  <a16:creationId xmlns:a16="http://schemas.microsoft.com/office/drawing/2014/main" id="{E8A7E0D2-083D-0994-E9EF-39F8FBBFE096}"/>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6044649" y="3307286"/>
              <a:ext cx="685800" cy="685800"/>
            </a:xfrm>
            <a:prstGeom prst="rect">
              <a:avLst/>
            </a:prstGeom>
          </p:spPr>
        </p:pic>
        <p:pic>
          <p:nvPicPr>
            <p:cNvPr id="78" name="Graphic 77" descr="Group brainstorm outline">
              <a:extLst>
                <a:ext uri="{FF2B5EF4-FFF2-40B4-BE49-F238E27FC236}">
                  <a16:creationId xmlns:a16="http://schemas.microsoft.com/office/drawing/2014/main" id="{00CA0F09-5742-82EB-37CB-6F244CD20DF7}"/>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4800609" y="3985099"/>
              <a:ext cx="685800" cy="685800"/>
            </a:xfrm>
            <a:prstGeom prst="rect">
              <a:avLst/>
            </a:prstGeom>
          </p:spPr>
        </p:pic>
      </p:grpSp>
    </p:spTree>
    <p:extLst>
      <p:ext uri="{BB962C8B-B14F-4D97-AF65-F5344CB8AC3E}">
        <p14:creationId xmlns:p14="http://schemas.microsoft.com/office/powerpoint/2010/main" val="2428171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a:extLst>
            <a:ext uri="{FF2B5EF4-FFF2-40B4-BE49-F238E27FC236}">
              <a16:creationId xmlns:a16="http://schemas.microsoft.com/office/drawing/2014/main" id="{D8672009-D4FD-A575-9C98-CBE53A8DC3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3BBC1-4399-E8B6-DFA8-8DAFA0B14965}"/>
              </a:ext>
            </a:extLst>
          </p:cNvPr>
          <p:cNvSpPr txBox="1">
            <a:spLocks/>
          </p:cNvSpPr>
          <p:nvPr/>
        </p:nvSpPr>
        <p:spPr>
          <a:xfrm>
            <a:off x="1376902" y="2596743"/>
            <a:ext cx="9438195" cy="2157673"/>
          </a:xfrm>
          <a:prstGeom prst="rect">
            <a:avLst/>
          </a:prstGeom>
        </p:spPr>
        <p:txBody>
          <a:bodyPr>
            <a:noAutofit/>
          </a:bodyPr>
          <a:lst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“The expertise is well beyond Epic knowledge. It's really getting into the healthcare and patient access processes, and Nordic is </a:t>
            </a:r>
            <a:r>
              <a:rPr kumimoji="0" lang="en-US" sz="28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one of the few firms that can do that</a:t>
            </a:r>
            <a:r>
              <a:rPr kumimoji="0" lang="en-US" sz="2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p>
          <a:p>
            <a:pPr marL="0" marR="0" lvl="0" indent="0" algn="r" defTabSz="914377" rtl="0" eaLnBrk="1" fontAlgn="auto" latinLnBrk="0" hangingPunct="1">
              <a:lnSpc>
                <a:spcPct val="90000"/>
              </a:lnSpc>
              <a:spcBef>
                <a:spcPct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a:p>
            <a:pPr marL="0" marR="0" lvl="0" indent="0" algn="r" defTabSz="914377" rtl="0" eaLnBrk="1" fontAlgn="auto" latinLnBrk="0" hangingPunct="1">
              <a:lnSpc>
                <a:spcPct val="90000"/>
              </a:lnSpc>
              <a:spcBef>
                <a:spcPct val="0"/>
              </a:spcBef>
              <a:spcAft>
                <a:spcPts val="0"/>
              </a:spcAft>
              <a:buClrTx/>
              <a:buSzTx/>
              <a:buFontTx/>
              <a:buNone/>
              <a:tabLst/>
              <a:defRPr/>
            </a:pPr>
            <a:r>
              <a:rPr kumimoji="0" lang="en-US" sz="2000" b="0" i="1"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Michael Mistretta, SVP and CIO at VHC Health</a:t>
            </a:r>
          </a:p>
        </p:txBody>
      </p:sp>
      <p:sp>
        <p:nvSpPr>
          <p:cNvPr id="3" name="Rectangle 2">
            <a:extLst>
              <a:ext uri="{FF2B5EF4-FFF2-40B4-BE49-F238E27FC236}">
                <a16:creationId xmlns:a16="http://schemas.microsoft.com/office/drawing/2014/main" id="{DAB62118-3C6B-4289-D7A0-88381A26CE34}"/>
              </a:ext>
            </a:extLst>
          </p:cNvPr>
          <p:cNvSpPr/>
          <p:nvPr/>
        </p:nvSpPr>
        <p:spPr>
          <a:xfrm>
            <a:off x="0" y="530458"/>
            <a:ext cx="230318" cy="8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ource Sans Pro"/>
              <a:ea typeface="+mn-ea"/>
              <a:cs typeface="+mn-cs"/>
            </a:endParaRPr>
          </a:p>
        </p:txBody>
      </p:sp>
    </p:spTree>
    <p:extLst>
      <p:ext uri="{BB962C8B-B14F-4D97-AF65-F5344CB8AC3E}">
        <p14:creationId xmlns:p14="http://schemas.microsoft.com/office/powerpoint/2010/main" val="1611037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383029-19F2-5524-9B2D-5EA420FC25AA}"/>
            </a:ext>
          </a:extLst>
        </p:cNvPr>
        <p:cNvGrpSpPr/>
        <p:nvPr/>
      </p:nvGrpSpPr>
      <p:grpSpPr>
        <a:xfrm>
          <a:off x="0" y="0"/>
          <a:ext cx="0" cy="0"/>
          <a:chOff x="0" y="0"/>
          <a:chExt cx="0" cy="0"/>
        </a:xfrm>
      </p:grpSpPr>
      <p:sp>
        <p:nvSpPr>
          <p:cNvPr id="1024" name="Rectangle 1023">
            <a:extLst>
              <a:ext uri="{FF2B5EF4-FFF2-40B4-BE49-F238E27FC236}">
                <a16:creationId xmlns:a16="http://schemas.microsoft.com/office/drawing/2014/main" id="{B01F4CFC-FF8E-7DDC-01D2-AD106D247684}"/>
              </a:ext>
            </a:extLst>
          </p:cNvPr>
          <p:cNvSpPr/>
          <p:nvPr/>
        </p:nvSpPr>
        <p:spPr>
          <a:xfrm>
            <a:off x="11521175" y="6355759"/>
            <a:ext cx="661647" cy="4385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B6C8BE40-B0DA-482C-26F7-71EA941AA1D5}"/>
              </a:ext>
            </a:extLst>
          </p:cNvPr>
          <p:cNvSpPr txBox="1">
            <a:spLocks/>
          </p:cNvSpPr>
          <p:nvPr/>
        </p:nvSpPr>
        <p:spPr>
          <a:xfrm>
            <a:off x="0" y="0"/>
            <a:ext cx="12192000" cy="946976"/>
          </a:xfrm>
          <a:prstGeom prst="rect">
            <a:avLst/>
          </a:prstGeom>
          <a:solidFill>
            <a:schemeClr val="bg2"/>
          </a:solidFill>
        </p:spPr>
        <p:txBody>
          <a:bodyPr tIns="91440" bIns="91440" anchor="ctr" anchorCtr="0"/>
          <a:lstStyle>
            <a:lvl1pPr algn="l" defTabSz="914377" rtl="0" eaLnBrk="1" latinLnBrk="0" hangingPunct="1">
              <a:lnSpc>
                <a:spcPct val="90000"/>
              </a:lnSpc>
              <a:spcBef>
                <a:spcPct val="0"/>
              </a:spcBef>
              <a:buNone/>
              <a:defRPr lang="en-US" sz="3600" b="1" kern="1200" dirty="0" smtClean="0">
                <a:solidFill>
                  <a:schemeClr val="tx2"/>
                </a:solidFill>
                <a:latin typeface="+mj-lt"/>
                <a:ea typeface="+mn-ea"/>
                <a:cs typeface="+mn-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Nordic’s Evolution</a:t>
            </a:r>
          </a:p>
        </p:txBody>
      </p:sp>
      <p:cxnSp>
        <p:nvCxnSpPr>
          <p:cNvPr id="18" name="Straight Connector 17">
            <a:extLst>
              <a:ext uri="{FF2B5EF4-FFF2-40B4-BE49-F238E27FC236}">
                <a16:creationId xmlns:a16="http://schemas.microsoft.com/office/drawing/2014/main" id="{94723631-B80F-780C-1546-D06012B2FD8A}"/>
              </a:ext>
            </a:extLst>
          </p:cNvPr>
          <p:cNvCxnSpPr>
            <a:cxnSpLocks/>
          </p:cNvCxnSpPr>
          <p:nvPr/>
        </p:nvCxnSpPr>
        <p:spPr>
          <a:xfrm>
            <a:off x="3776528"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3F14A41-ADAE-88C1-E080-EB627AE61D9F}"/>
              </a:ext>
            </a:extLst>
          </p:cNvPr>
          <p:cNvCxnSpPr>
            <a:cxnSpLocks/>
          </p:cNvCxnSpPr>
          <p:nvPr/>
        </p:nvCxnSpPr>
        <p:spPr>
          <a:xfrm>
            <a:off x="6339190"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A09732-D69A-33E1-BF75-9A785F26B6BE}"/>
              </a:ext>
            </a:extLst>
          </p:cNvPr>
          <p:cNvCxnSpPr>
            <a:cxnSpLocks/>
          </p:cNvCxnSpPr>
          <p:nvPr/>
        </p:nvCxnSpPr>
        <p:spPr>
          <a:xfrm>
            <a:off x="8901852"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2979E31-DD7F-D5BC-AD94-BC066C6F4353}"/>
              </a:ext>
            </a:extLst>
          </p:cNvPr>
          <p:cNvCxnSpPr>
            <a:cxnSpLocks/>
          </p:cNvCxnSpPr>
          <p:nvPr/>
        </p:nvCxnSpPr>
        <p:spPr>
          <a:xfrm>
            <a:off x="10183183"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E692A3B-B70D-EFC8-EF89-2593D03A1684}"/>
              </a:ext>
            </a:extLst>
          </p:cNvPr>
          <p:cNvCxnSpPr>
            <a:cxnSpLocks/>
          </p:cNvCxnSpPr>
          <p:nvPr/>
        </p:nvCxnSpPr>
        <p:spPr>
          <a:xfrm>
            <a:off x="11464517"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730027C-E9AF-E091-3A56-B78D6401A1DE}"/>
              </a:ext>
            </a:extLst>
          </p:cNvPr>
          <p:cNvCxnSpPr>
            <a:cxnSpLocks/>
          </p:cNvCxnSpPr>
          <p:nvPr/>
        </p:nvCxnSpPr>
        <p:spPr>
          <a:xfrm>
            <a:off x="1213866"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78AF24B-302F-37F1-5874-1A703F2E0F8B}"/>
              </a:ext>
            </a:extLst>
          </p:cNvPr>
          <p:cNvCxnSpPr>
            <a:cxnSpLocks/>
          </p:cNvCxnSpPr>
          <p:nvPr/>
        </p:nvCxnSpPr>
        <p:spPr>
          <a:xfrm>
            <a:off x="2495197"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DE016E0-D773-563F-623A-16ECBE12F937}"/>
              </a:ext>
            </a:extLst>
          </p:cNvPr>
          <p:cNvCxnSpPr>
            <a:cxnSpLocks/>
          </p:cNvCxnSpPr>
          <p:nvPr/>
        </p:nvCxnSpPr>
        <p:spPr>
          <a:xfrm>
            <a:off x="5057859"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DB4749-CCDB-3947-3AB8-CFACC40AB768}"/>
              </a:ext>
            </a:extLst>
          </p:cNvPr>
          <p:cNvCxnSpPr>
            <a:cxnSpLocks/>
          </p:cNvCxnSpPr>
          <p:nvPr/>
        </p:nvCxnSpPr>
        <p:spPr>
          <a:xfrm>
            <a:off x="7620521" y="946976"/>
            <a:ext cx="0" cy="5583882"/>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45" name="Picture 144" descr="A red white and blue flag with a star&#10;&#10;AI-generated content may be incorrect.">
            <a:extLst>
              <a:ext uri="{FF2B5EF4-FFF2-40B4-BE49-F238E27FC236}">
                <a16:creationId xmlns:a16="http://schemas.microsoft.com/office/drawing/2014/main" id="{8A108089-3ABB-8569-1695-495E331B8D6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rot="16200000">
            <a:off x="10630224" y="916985"/>
            <a:ext cx="643430" cy="1286860"/>
          </a:xfrm>
          <a:prstGeom prst="rect">
            <a:avLst/>
          </a:prstGeom>
        </p:spPr>
      </p:pic>
      <p:pic>
        <p:nvPicPr>
          <p:cNvPr id="146" name="Picture 145" descr="A red maple leaf on a white background&#10;&#10;AI-generated content may be incorrect.">
            <a:extLst>
              <a:ext uri="{FF2B5EF4-FFF2-40B4-BE49-F238E27FC236}">
                <a16:creationId xmlns:a16="http://schemas.microsoft.com/office/drawing/2014/main" id="{73FA46F4-545B-5F1A-90EF-13BD28613683}"/>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796341" y="1238698"/>
            <a:ext cx="1286864" cy="643432"/>
          </a:xfrm>
          <a:prstGeom prst="rect">
            <a:avLst/>
          </a:prstGeom>
        </p:spPr>
      </p:pic>
      <p:pic>
        <p:nvPicPr>
          <p:cNvPr id="147" name="Picture 146" descr="A blue flag with yellow stars in the center&#10;&#10;AI-generated content may be incorrect.">
            <a:extLst>
              <a:ext uri="{FF2B5EF4-FFF2-40B4-BE49-F238E27FC236}">
                <a16:creationId xmlns:a16="http://schemas.microsoft.com/office/drawing/2014/main" id="{AFFE2D08-19A5-13E9-9C6B-B236F99C07FD}"/>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8668556" y="1239168"/>
            <a:ext cx="970076" cy="646716"/>
          </a:xfrm>
          <a:prstGeom prst="rect">
            <a:avLst/>
          </a:prstGeom>
        </p:spPr>
      </p:pic>
      <p:pic>
        <p:nvPicPr>
          <p:cNvPr id="150" name="Picture 149">
            <a:extLst>
              <a:ext uri="{FF2B5EF4-FFF2-40B4-BE49-F238E27FC236}">
                <a16:creationId xmlns:a16="http://schemas.microsoft.com/office/drawing/2014/main" id="{AE2507BE-4FDB-E33F-1E82-8D2927D8BDC0}"/>
              </a:ext>
            </a:extLst>
          </p:cNvPr>
          <p:cNvPicPr>
            <a:picLocks noChangeAspect="1"/>
          </p:cNvPicPr>
          <p:nvPr/>
        </p:nvPicPr>
        <p:blipFill>
          <a:blip r:embed="rId9"/>
          <a:stretch>
            <a:fillRect/>
          </a:stretch>
        </p:blipFill>
        <p:spPr>
          <a:xfrm>
            <a:off x="1250678" y="1238693"/>
            <a:ext cx="1223032" cy="643436"/>
          </a:xfrm>
          <a:prstGeom prst="rect">
            <a:avLst/>
          </a:prstGeom>
        </p:spPr>
      </p:pic>
      <p:pic>
        <p:nvPicPr>
          <p:cNvPr id="151" name="Picture 150">
            <a:extLst>
              <a:ext uri="{FF2B5EF4-FFF2-40B4-BE49-F238E27FC236}">
                <a16:creationId xmlns:a16="http://schemas.microsoft.com/office/drawing/2014/main" id="{B1A98457-A8F9-7FAA-DDD7-D6E6F9517FFA}"/>
              </a:ext>
            </a:extLst>
          </p:cNvPr>
          <p:cNvPicPr>
            <a:picLocks noChangeAspect="1"/>
          </p:cNvPicPr>
          <p:nvPr/>
        </p:nvPicPr>
        <p:blipFill>
          <a:blip r:embed="rId10"/>
          <a:stretch>
            <a:fillRect/>
          </a:stretch>
        </p:blipFill>
        <p:spPr>
          <a:xfrm>
            <a:off x="4971179" y="4470386"/>
            <a:ext cx="2299644" cy="471148"/>
          </a:xfrm>
          <a:prstGeom prst="rect">
            <a:avLst/>
          </a:prstGeom>
          <a:solidFill>
            <a:schemeClr val="accent5">
              <a:lumMod val="20000"/>
              <a:lumOff val="80000"/>
            </a:schemeClr>
          </a:solidFill>
        </p:spPr>
      </p:pic>
      <p:pic>
        <p:nvPicPr>
          <p:cNvPr id="152" name="Picture 151">
            <a:extLst>
              <a:ext uri="{FF2B5EF4-FFF2-40B4-BE49-F238E27FC236}">
                <a16:creationId xmlns:a16="http://schemas.microsoft.com/office/drawing/2014/main" id="{F732309E-827F-580E-DF40-E7ECE485380E}"/>
              </a:ext>
            </a:extLst>
          </p:cNvPr>
          <p:cNvPicPr>
            <a:picLocks noChangeAspect="1"/>
          </p:cNvPicPr>
          <p:nvPr/>
        </p:nvPicPr>
        <p:blipFill>
          <a:blip r:embed="rId11"/>
          <a:stretch>
            <a:fillRect/>
          </a:stretch>
        </p:blipFill>
        <p:spPr>
          <a:xfrm>
            <a:off x="7514445" y="4487779"/>
            <a:ext cx="1083950" cy="456910"/>
          </a:xfrm>
          <a:prstGeom prst="rect">
            <a:avLst/>
          </a:prstGeom>
          <a:solidFill>
            <a:schemeClr val="accent5">
              <a:lumMod val="20000"/>
              <a:lumOff val="80000"/>
            </a:schemeClr>
          </a:solidFill>
        </p:spPr>
      </p:pic>
      <p:pic>
        <p:nvPicPr>
          <p:cNvPr id="153" name="Picture 152" descr="Text&#10;&#10;Description automatically generated with low confidence">
            <a:extLst>
              <a:ext uri="{FF2B5EF4-FFF2-40B4-BE49-F238E27FC236}">
                <a16:creationId xmlns:a16="http://schemas.microsoft.com/office/drawing/2014/main" id="{A160FF2A-E103-3CFE-7E0C-A99ACD69ABDE}"/>
              </a:ext>
            </a:extLst>
          </p:cNvPr>
          <p:cNvPicPr>
            <a:picLocks noChangeAspect="1"/>
          </p:cNvPicPr>
          <p:nvPr/>
        </p:nvPicPr>
        <p:blipFill>
          <a:blip r:embed="rId12"/>
          <a:stretch>
            <a:fillRect/>
          </a:stretch>
        </p:blipFill>
        <p:spPr>
          <a:xfrm>
            <a:off x="5711995" y="4965106"/>
            <a:ext cx="1934932" cy="875896"/>
          </a:xfrm>
          <a:prstGeom prst="rect">
            <a:avLst/>
          </a:prstGeom>
          <a:solidFill>
            <a:schemeClr val="accent5">
              <a:lumMod val="20000"/>
              <a:lumOff val="80000"/>
            </a:schemeClr>
          </a:solidFill>
        </p:spPr>
      </p:pic>
      <p:pic>
        <p:nvPicPr>
          <p:cNvPr id="154" name="Picture 153">
            <a:extLst>
              <a:ext uri="{FF2B5EF4-FFF2-40B4-BE49-F238E27FC236}">
                <a16:creationId xmlns:a16="http://schemas.microsoft.com/office/drawing/2014/main" id="{9BABED8A-41B6-AABD-080D-A8A06ACBF93E}"/>
              </a:ext>
            </a:extLst>
          </p:cNvPr>
          <p:cNvPicPr>
            <a:picLocks noChangeAspect="1"/>
          </p:cNvPicPr>
          <p:nvPr/>
        </p:nvPicPr>
        <p:blipFill>
          <a:blip r:embed="rId13"/>
          <a:stretch>
            <a:fillRect/>
          </a:stretch>
        </p:blipFill>
        <p:spPr>
          <a:xfrm>
            <a:off x="9052941" y="3914948"/>
            <a:ext cx="1700284" cy="349838"/>
          </a:xfrm>
          <a:prstGeom prst="rect">
            <a:avLst/>
          </a:prstGeom>
        </p:spPr>
      </p:pic>
      <p:pic>
        <p:nvPicPr>
          <p:cNvPr id="155" name="Picture 2" descr="Hygeian-Logo-Tagline-Color (1)-01">
            <a:extLst>
              <a:ext uri="{FF2B5EF4-FFF2-40B4-BE49-F238E27FC236}">
                <a16:creationId xmlns:a16="http://schemas.microsoft.com/office/drawing/2014/main" id="{58FB8FFE-A083-7A25-F862-F10EAC383999}"/>
              </a:ext>
            </a:extLst>
          </p:cNvPr>
          <p:cNvPicPr>
            <a:picLocks noChangeAspect="1" noChangeArrowheads="1"/>
          </p:cNvPicPr>
          <p:nvPr/>
        </p:nvPicPr>
        <p:blipFill rotWithShape="1">
          <a:blip r:embed="rId14" cstate="print">
            <a:extLst>
              <a:ext uri="{28A0092B-C50C-407E-A947-70E740481C1C}">
                <a14:useLocalDpi xmlns:a14="http://schemas.microsoft.com/office/drawing/2010/main"/>
              </a:ext>
            </a:extLst>
          </a:blip>
          <a:srcRect t="20042" b="14805"/>
          <a:stretch/>
        </p:blipFill>
        <p:spPr bwMode="auto">
          <a:xfrm>
            <a:off x="7571964" y="4962088"/>
            <a:ext cx="1700284" cy="675750"/>
          </a:xfrm>
          <a:prstGeom prst="rect">
            <a:avLst/>
          </a:prstGeom>
          <a:noFill/>
        </p:spPr>
      </p:pic>
      <p:pic>
        <p:nvPicPr>
          <p:cNvPr id="157" name="Picture 156">
            <a:extLst>
              <a:ext uri="{FF2B5EF4-FFF2-40B4-BE49-F238E27FC236}">
                <a16:creationId xmlns:a16="http://schemas.microsoft.com/office/drawing/2014/main" id="{C250D49F-1636-143E-24EC-BD37AD72C47E}"/>
              </a:ext>
            </a:extLst>
          </p:cNvPr>
          <p:cNvPicPr>
            <a:picLocks noChangeAspect="1"/>
          </p:cNvPicPr>
          <p:nvPr/>
        </p:nvPicPr>
        <p:blipFill>
          <a:blip r:embed="rId15"/>
          <a:stretch>
            <a:fillRect/>
          </a:stretch>
        </p:blipFill>
        <p:spPr>
          <a:xfrm>
            <a:off x="9518664" y="5277694"/>
            <a:ext cx="2322928" cy="491824"/>
          </a:xfrm>
          <a:prstGeom prst="rect">
            <a:avLst/>
          </a:prstGeom>
          <a:solidFill>
            <a:schemeClr val="accent5">
              <a:lumMod val="20000"/>
              <a:lumOff val="80000"/>
            </a:schemeClr>
          </a:solidFill>
        </p:spPr>
      </p:pic>
      <p:pic>
        <p:nvPicPr>
          <p:cNvPr id="159" name="Picture 158">
            <a:extLst>
              <a:ext uri="{FF2B5EF4-FFF2-40B4-BE49-F238E27FC236}">
                <a16:creationId xmlns:a16="http://schemas.microsoft.com/office/drawing/2014/main" id="{00053E6C-AAEC-A360-1374-15B402777C2A}"/>
              </a:ext>
            </a:extLst>
          </p:cNvPr>
          <p:cNvPicPr>
            <a:picLocks noChangeAspect="1"/>
          </p:cNvPicPr>
          <p:nvPr/>
        </p:nvPicPr>
        <p:blipFill>
          <a:blip r:embed="rId16"/>
          <a:stretch>
            <a:fillRect/>
          </a:stretch>
        </p:blipFill>
        <p:spPr>
          <a:xfrm>
            <a:off x="6301958" y="3838323"/>
            <a:ext cx="1682252" cy="501638"/>
          </a:xfrm>
          <a:prstGeom prst="rect">
            <a:avLst/>
          </a:prstGeom>
          <a:solidFill>
            <a:schemeClr val="accent5">
              <a:lumMod val="20000"/>
              <a:lumOff val="80000"/>
            </a:schemeClr>
          </a:solidFill>
        </p:spPr>
      </p:pic>
      <p:pic>
        <p:nvPicPr>
          <p:cNvPr id="161" name="Picture 160">
            <a:extLst>
              <a:ext uri="{FF2B5EF4-FFF2-40B4-BE49-F238E27FC236}">
                <a16:creationId xmlns:a16="http://schemas.microsoft.com/office/drawing/2014/main" id="{392395DD-2235-37F4-6CB1-BDB5D6DBEC61}"/>
              </a:ext>
            </a:extLst>
          </p:cNvPr>
          <p:cNvPicPr>
            <a:picLocks noChangeAspect="1"/>
          </p:cNvPicPr>
          <p:nvPr/>
        </p:nvPicPr>
        <p:blipFill>
          <a:blip r:embed="rId17"/>
          <a:stretch>
            <a:fillRect/>
          </a:stretch>
        </p:blipFill>
        <p:spPr>
          <a:xfrm>
            <a:off x="4509701" y="3810418"/>
            <a:ext cx="800588" cy="657626"/>
          </a:xfrm>
          <a:prstGeom prst="rect">
            <a:avLst/>
          </a:prstGeom>
        </p:spPr>
      </p:pic>
      <p:pic>
        <p:nvPicPr>
          <p:cNvPr id="1026" name="Picture 2" descr="Bon Secours Mercy Health | Health Care Access, Quality and Innovation">
            <a:extLst>
              <a:ext uri="{FF2B5EF4-FFF2-40B4-BE49-F238E27FC236}">
                <a16:creationId xmlns:a16="http://schemas.microsoft.com/office/drawing/2014/main" id="{F11382AC-76B6-2D7F-02A9-E087EE7CF46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99277" y="4546629"/>
            <a:ext cx="2396092" cy="48813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8531C7D-BE6E-F941-44EF-3E9B3634F3F0}"/>
              </a:ext>
            </a:extLst>
          </p:cNvPr>
          <p:cNvSpPr/>
          <p:nvPr/>
        </p:nvSpPr>
        <p:spPr>
          <a:xfrm>
            <a:off x="3235183" y="6107189"/>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2014</a:t>
            </a:r>
          </a:p>
        </p:txBody>
      </p:sp>
      <p:sp>
        <p:nvSpPr>
          <p:cNvPr id="8" name="Rectangle 7">
            <a:extLst>
              <a:ext uri="{FF2B5EF4-FFF2-40B4-BE49-F238E27FC236}">
                <a16:creationId xmlns:a16="http://schemas.microsoft.com/office/drawing/2014/main" id="{B3E55E9C-2CFA-01A6-E810-76D6DA8D8299}"/>
              </a:ext>
            </a:extLst>
          </p:cNvPr>
          <p:cNvSpPr/>
          <p:nvPr/>
        </p:nvSpPr>
        <p:spPr>
          <a:xfrm>
            <a:off x="5795415" y="6107189"/>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595959"/>
                </a:solidFill>
                <a:effectLst/>
                <a:uLnTx/>
                <a:uFillTx/>
                <a:latin typeface="Arial" panose="020B0604020202020204" pitchFamily="34" charset="0"/>
                <a:ea typeface="+mn-ea"/>
                <a:cs typeface="Arial" panose="020B0604020202020204" pitchFamily="34" charset="0"/>
              </a:rPr>
              <a:t>2018</a:t>
            </a:r>
          </a:p>
        </p:txBody>
      </p:sp>
      <p:sp>
        <p:nvSpPr>
          <p:cNvPr id="10" name="Rectangle 9">
            <a:extLst>
              <a:ext uri="{FF2B5EF4-FFF2-40B4-BE49-F238E27FC236}">
                <a16:creationId xmlns:a16="http://schemas.microsoft.com/office/drawing/2014/main" id="{FEC34681-FF56-4355-991D-808C6639D848}"/>
              </a:ext>
            </a:extLst>
          </p:cNvPr>
          <p:cNvSpPr/>
          <p:nvPr/>
        </p:nvSpPr>
        <p:spPr>
          <a:xfrm>
            <a:off x="8355647" y="6107189"/>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2022</a:t>
            </a:r>
          </a:p>
        </p:txBody>
      </p:sp>
      <p:sp>
        <p:nvSpPr>
          <p:cNvPr id="20" name="Rectangle 19">
            <a:extLst>
              <a:ext uri="{FF2B5EF4-FFF2-40B4-BE49-F238E27FC236}">
                <a16:creationId xmlns:a16="http://schemas.microsoft.com/office/drawing/2014/main" id="{751A0C6F-34D6-6FD6-0918-5B16FF776514}"/>
              </a:ext>
            </a:extLst>
          </p:cNvPr>
          <p:cNvSpPr/>
          <p:nvPr/>
        </p:nvSpPr>
        <p:spPr>
          <a:xfrm>
            <a:off x="9635763" y="6107188"/>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2024</a:t>
            </a:r>
          </a:p>
        </p:txBody>
      </p:sp>
      <p:sp>
        <p:nvSpPr>
          <p:cNvPr id="22" name="Rectangle 21">
            <a:extLst>
              <a:ext uri="{FF2B5EF4-FFF2-40B4-BE49-F238E27FC236}">
                <a16:creationId xmlns:a16="http://schemas.microsoft.com/office/drawing/2014/main" id="{31353AE8-A84C-6FB0-24AA-5C3B4F33C12E}"/>
              </a:ext>
            </a:extLst>
          </p:cNvPr>
          <p:cNvSpPr/>
          <p:nvPr/>
        </p:nvSpPr>
        <p:spPr>
          <a:xfrm>
            <a:off x="10915880" y="6107189"/>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2026</a:t>
            </a:r>
          </a:p>
        </p:txBody>
      </p:sp>
      <p:sp>
        <p:nvSpPr>
          <p:cNvPr id="62" name="Rectangle 61">
            <a:extLst>
              <a:ext uri="{FF2B5EF4-FFF2-40B4-BE49-F238E27FC236}">
                <a16:creationId xmlns:a16="http://schemas.microsoft.com/office/drawing/2014/main" id="{817793FE-96DC-FE44-FBB7-C7FC06231985}"/>
              </a:ext>
            </a:extLst>
          </p:cNvPr>
          <p:cNvSpPr/>
          <p:nvPr/>
        </p:nvSpPr>
        <p:spPr>
          <a:xfrm>
            <a:off x="674951" y="6107189"/>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2010</a:t>
            </a:r>
          </a:p>
        </p:txBody>
      </p:sp>
      <p:sp>
        <p:nvSpPr>
          <p:cNvPr id="13" name="Rectangle 12">
            <a:extLst>
              <a:ext uri="{FF2B5EF4-FFF2-40B4-BE49-F238E27FC236}">
                <a16:creationId xmlns:a16="http://schemas.microsoft.com/office/drawing/2014/main" id="{DB717500-202B-6AF8-0D1D-FDD7E3AE64EB}"/>
              </a:ext>
            </a:extLst>
          </p:cNvPr>
          <p:cNvSpPr/>
          <p:nvPr/>
        </p:nvSpPr>
        <p:spPr>
          <a:xfrm>
            <a:off x="1955067" y="6107189"/>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2012</a:t>
            </a:r>
          </a:p>
        </p:txBody>
      </p:sp>
      <p:sp>
        <p:nvSpPr>
          <p:cNvPr id="29" name="Rectangle 28">
            <a:extLst>
              <a:ext uri="{FF2B5EF4-FFF2-40B4-BE49-F238E27FC236}">
                <a16:creationId xmlns:a16="http://schemas.microsoft.com/office/drawing/2014/main" id="{9D93CA86-DDA3-4CE0-10AD-C41CA8445953}"/>
              </a:ext>
            </a:extLst>
          </p:cNvPr>
          <p:cNvSpPr/>
          <p:nvPr/>
        </p:nvSpPr>
        <p:spPr>
          <a:xfrm>
            <a:off x="4515299" y="6107189"/>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2016</a:t>
            </a:r>
          </a:p>
        </p:txBody>
      </p:sp>
      <p:sp>
        <p:nvSpPr>
          <p:cNvPr id="34" name="Rectangle 33">
            <a:extLst>
              <a:ext uri="{FF2B5EF4-FFF2-40B4-BE49-F238E27FC236}">
                <a16:creationId xmlns:a16="http://schemas.microsoft.com/office/drawing/2014/main" id="{4859E018-EF01-0C18-DDA4-83288B1F3288}"/>
              </a:ext>
            </a:extLst>
          </p:cNvPr>
          <p:cNvSpPr/>
          <p:nvPr/>
        </p:nvSpPr>
        <p:spPr>
          <a:xfrm>
            <a:off x="7075531" y="6107189"/>
            <a:ext cx="1097280" cy="40011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nchorCtr="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595959"/>
                </a:solidFill>
                <a:effectLst/>
                <a:uLnTx/>
                <a:uFillTx/>
                <a:latin typeface="Arial" panose="020B0604020202020204" pitchFamily="34" charset="0"/>
                <a:ea typeface="+mn-ea"/>
                <a:cs typeface="Arial" panose="020B0604020202020204" pitchFamily="34" charset="0"/>
              </a:rPr>
              <a:t>2020</a:t>
            </a:r>
          </a:p>
        </p:txBody>
      </p:sp>
      <p:pic>
        <p:nvPicPr>
          <p:cNvPr id="183" name="Picture 182" descr="A close-up of several logos&#10;&#10;AI-generated content may be incorrect.">
            <a:extLst>
              <a:ext uri="{FF2B5EF4-FFF2-40B4-BE49-F238E27FC236}">
                <a16:creationId xmlns:a16="http://schemas.microsoft.com/office/drawing/2014/main" id="{65496B1F-3DFE-3EDD-CB6E-0C6693F9382E}"/>
              </a:ext>
            </a:extLst>
          </p:cNvPr>
          <p:cNvPicPr>
            <a:picLocks noChangeAspect="1"/>
          </p:cNvPicPr>
          <p:nvPr/>
        </p:nvPicPr>
        <p:blipFill>
          <a:blip r:embed="rId19"/>
          <a:srcRect l="13439" t="13435" r="25027" b="58455"/>
          <a:stretch/>
        </p:blipFill>
        <p:spPr>
          <a:xfrm>
            <a:off x="5594403" y="2385389"/>
            <a:ext cx="1858056" cy="486416"/>
          </a:xfrm>
          <a:prstGeom prst="rect">
            <a:avLst/>
          </a:prstGeom>
        </p:spPr>
      </p:pic>
      <p:pic>
        <p:nvPicPr>
          <p:cNvPr id="184" name="Picture 183" descr="A red and white logo&#10;&#10;AI-generated content may be incorrect.">
            <a:extLst>
              <a:ext uri="{FF2B5EF4-FFF2-40B4-BE49-F238E27FC236}">
                <a16:creationId xmlns:a16="http://schemas.microsoft.com/office/drawing/2014/main" id="{A56D3DB8-5EDD-920E-CE73-A2327561FA50}"/>
              </a:ext>
            </a:extLst>
          </p:cNvPr>
          <p:cNvPicPr>
            <a:picLocks noChangeAspect="1"/>
          </p:cNvPicPr>
          <p:nvPr/>
        </p:nvPicPr>
        <p:blipFill>
          <a:blip r:embed="rId20"/>
          <a:stretch>
            <a:fillRect/>
          </a:stretch>
        </p:blipFill>
        <p:spPr>
          <a:xfrm>
            <a:off x="1362992" y="2591740"/>
            <a:ext cx="999918" cy="554772"/>
          </a:xfrm>
          <a:prstGeom prst="rect">
            <a:avLst/>
          </a:prstGeom>
        </p:spPr>
      </p:pic>
      <p:pic>
        <p:nvPicPr>
          <p:cNvPr id="185" name="Picture 184" descr="A green letter t&#10;&#10;AI-generated content may be incorrect.">
            <a:extLst>
              <a:ext uri="{FF2B5EF4-FFF2-40B4-BE49-F238E27FC236}">
                <a16:creationId xmlns:a16="http://schemas.microsoft.com/office/drawing/2014/main" id="{A3305524-CF2D-EACE-1F73-E2D3AA1D9730}"/>
              </a:ext>
            </a:extLst>
          </p:cNvPr>
          <p:cNvPicPr>
            <a:picLocks noChangeAspect="1"/>
          </p:cNvPicPr>
          <p:nvPr/>
        </p:nvPicPr>
        <p:blipFill>
          <a:blip r:embed="rId21"/>
          <a:stretch>
            <a:fillRect/>
          </a:stretch>
        </p:blipFill>
        <p:spPr>
          <a:xfrm>
            <a:off x="5711995" y="3019624"/>
            <a:ext cx="1819235" cy="261649"/>
          </a:xfrm>
          <a:prstGeom prst="rect">
            <a:avLst/>
          </a:prstGeom>
        </p:spPr>
      </p:pic>
      <p:pic>
        <p:nvPicPr>
          <p:cNvPr id="186" name="Picture 185" descr="A red text with white background&#10;&#10;AI-generated content may be incorrect.">
            <a:extLst>
              <a:ext uri="{FF2B5EF4-FFF2-40B4-BE49-F238E27FC236}">
                <a16:creationId xmlns:a16="http://schemas.microsoft.com/office/drawing/2014/main" id="{4C22C2E2-F509-C331-2AFC-E52CD8641554}"/>
              </a:ext>
            </a:extLst>
          </p:cNvPr>
          <p:cNvPicPr>
            <a:picLocks noChangeAspect="1"/>
          </p:cNvPicPr>
          <p:nvPr/>
        </p:nvPicPr>
        <p:blipFill>
          <a:blip r:embed="rId22"/>
          <a:stretch>
            <a:fillRect/>
          </a:stretch>
        </p:blipFill>
        <p:spPr>
          <a:xfrm>
            <a:off x="4624827" y="2551698"/>
            <a:ext cx="965591" cy="540731"/>
          </a:xfrm>
          <a:prstGeom prst="rect">
            <a:avLst/>
          </a:prstGeom>
        </p:spPr>
      </p:pic>
      <p:pic>
        <p:nvPicPr>
          <p:cNvPr id="187" name="Picture 186">
            <a:extLst>
              <a:ext uri="{FF2B5EF4-FFF2-40B4-BE49-F238E27FC236}">
                <a16:creationId xmlns:a16="http://schemas.microsoft.com/office/drawing/2014/main" id="{934B98BA-DF10-E125-1EC6-1F371EEFC74E}"/>
              </a:ext>
            </a:extLst>
          </p:cNvPr>
          <p:cNvPicPr>
            <a:picLocks noChangeAspect="1"/>
          </p:cNvPicPr>
          <p:nvPr/>
        </p:nvPicPr>
        <p:blipFill>
          <a:blip r:embed="rId23"/>
          <a:srcRect r="47852"/>
          <a:stretch>
            <a:fillRect/>
          </a:stretch>
        </p:blipFill>
        <p:spPr>
          <a:xfrm>
            <a:off x="8975590" y="2235187"/>
            <a:ext cx="872482" cy="673440"/>
          </a:xfrm>
          <a:prstGeom prst="rect">
            <a:avLst/>
          </a:prstGeom>
        </p:spPr>
      </p:pic>
      <p:pic>
        <p:nvPicPr>
          <p:cNvPr id="188" name="Picture 187">
            <a:extLst>
              <a:ext uri="{FF2B5EF4-FFF2-40B4-BE49-F238E27FC236}">
                <a16:creationId xmlns:a16="http://schemas.microsoft.com/office/drawing/2014/main" id="{AEDC078D-6C80-2D74-A668-A27EAEFEB59E}"/>
              </a:ext>
            </a:extLst>
          </p:cNvPr>
          <p:cNvPicPr>
            <a:picLocks noChangeAspect="1"/>
          </p:cNvPicPr>
          <p:nvPr/>
        </p:nvPicPr>
        <p:blipFill>
          <a:blip r:embed="rId24"/>
          <a:stretch>
            <a:fillRect/>
          </a:stretch>
        </p:blipFill>
        <p:spPr>
          <a:xfrm>
            <a:off x="8528251" y="2863538"/>
            <a:ext cx="1715308" cy="522050"/>
          </a:xfrm>
          <a:prstGeom prst="rect">
            <a:avLst/>
          </a:prstGeom>
        </p:spPr>
      </p:pic>
      <p:pic>
        <p:nvPicPr>
          <p:cNvPr id="189" name="Picture 188">
            <a:extLst>
              <a:ext uri="{FF2B5EF4-FFF2-40B4-BE49-F238E27FC236}">
                <a16:creationId xmlns:a16="http://schemas.microsoft.com/office/drawing/2014/main" id="{34754E5F-DF60-7DC6-ECE5-72BF54004ADE}"/>
              </a:ext>
            </a:extLst>
          </p:cNvPr>
          <p:cNvPicPr>
            <a:picLocks noChangeAspect="1"/>
          </p:cNvPicPr>
          <p:nvPr/>
        </p:nvPicPr>
        <p:blipFill>
          <a:blip r:embed="rId25"/>
          <a:stretch>
            <a:fillRect/>
          </a:stretch>
        </p:blipFill>
        <p:spPr>
          <a:xfrm>
            <a:off x="10225683" y="2414564"/>
            <a:ext cx="789068" cy="807002"/>
          </a:xfrm>
          <a:prstGeom prst="rect">
            <a:avLst/>
          </a:prstGeom>
        </p:spPr>
      </p:pic>
      <p:sp>
        <p:nvSpPr>
          <p:cNvPr id="190" name="Rectangle 189">
            <a:extLst>
              <a:ext uri="{FF2B5EF4-FFF2-40B4-BE49-F238E27FC236}">
                <a16:creationId xmlns:a16="http://schemas.microsoft.com/office/drawing/2014/main" id="{D065B683-523D-1A88-2B7F-C30DED589CB0}"/>
              </a:ext>
            </a:extLst>
          </p:cNvPr>
          <p:cNvSpPr/>
          <p:nvPr/>
        </p:nvSpPr>
        <p:spPr>
          <a:xfrm>
            <a:off x="-58368" y="2178999"/>
            <a:ext cx="12324945" cy="1383211"/>
          </a:xfrm>
          <a:prstGeom prst="rect">
            <a:avLst/>
          </a:prstGeom>
          <a:solidFill>
            <a:srgbClr val="9EBCD5">
              <a:alpha val="10196"/>
            </a:srgb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TextBox 1024">
            <a:extLst>
              <a:ext uri="{FF2B5EF4-FFF2-40B4-BE49-F238E27FC236}">
                <a16:creationId xmlns:a16="http://schemas.microsoft.com/office/drawing/2014/main" id="{8E470B3F-2F94-D76B-E80C-C0C9A1672CCE}"/>
              </a:ext>
            </a:extLst>
          </p:cNvPr>
          <p:cNvSpPr txBox="1"/>
          <p:nvPr/>
        </p:nvSpPr>
        <p:spPr>
          <a:xfrm>
            <a:off x="-18907" y="1392910"/>
            <a:ext cx="1248097"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Geos</a:t>
            </a:r>
          </a:p>
        </p:txBody>
      </p:sp>
      <p:sp>
        <p:nvSpPr>
          <p:cNvPr id="1027" name="TextBox 1026">
            <a:extLst>
              <a:ext uri="{FF2B5EF4-FFF2-40B4-BE49-F238E27FC236}">
                <a16:creationId xmlns:a16="http://schemas.microsoft.com/office/drawing/2014/main" id="{81C7CE46-CCD0-46B6-9235-18017EFFF6E8}"/>
              </a:ext>
            </a:extLst>
          </p:cNvPr>
          <p:cNvSpPr txBox="1"/>
          <p:nvPr/>
        </p:nvSpPr>
        <p:spPr>
          <a:xfrm>
            <a:off x="0" y="2672799"/>
            <a:ext cx="1229190"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Products</a:t>
            </a:r>
          </a:p>
        </p:txBody>
      </p:sp>
      <p:sp>
        <p:nvSpPr>
          <p:cNvPr id="1028" name="TextBox 1027">
            <a:extLst>
              <a:ext uri="{FF2B5EF4-FFF2-40B4-BE49-F238E27FC236}">
                <a16:creationId xmlns:a16="http://schemas.microsoft.com/office/drawing/2014/main" id="{EC2CE29E-DB4B-5C3B-3BA3-8A5E31BF4A4F}"/>
              </a:ext>
            </a:extLst>
          </p:cNvPr>
          <p:cNvSpPr txBox="1"/>
          <p:nvPr/>
        </p:nvSpPr>
        <p:spPr>
          <a:xfrm>
            <a:off x="-1" y="4602610"/>
            <a:ext cx="1198543"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M&amp;As</a:t>
            </a:r>
          </a:p>
        </p:txBody>
      </p:sp>
    </p:spTree>
    <p:extLst>
      <p:ext uri="{BB962C8B-B14F-4D97-AF65-F5344CB8AC3E}">
        <p14:creationId xmlns:p14="http://schemas.microsoft.com/office/powerpoint/2010/main" val="91856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5"/>
                                        </p:tgtEl>
                                        <p:attrNameLst>
                                          <p:attrName>style.visibility</p:attrName>
                                        </p:attrNameLst>
                                      </p:cBhvr>
                                      <p:to>
                                        <p:strVal val="visible"/>
                                      </p:to>
                                    </p:set>
                                    <p:animEffect transition="in" filter="fade">
                                      <p:cBhvr>
                                        <p:cTn id="7" dur="500"/>
                                        <p:tgtEl>
                                          <p:spTgt spid="1025"/>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150"/>
                                        </p:tgtEl>
                                        <p:attrNameLst>
                                          <p:attrName>style.visibility</p:attrName>
                                        </p:attrNameLst>
                                      </p:cBhvr>
                                      <p:to>
                                        <p:strVal val="visible"/>
                                      </p:to>
                                    </p:set>
                                    <p:anim calcmode="lin" valueType="num">
                                      <p:cBhvr>
                                        <p:cTn id="11" dur="500" fill="hold"/>
                                        <p:tgtEl>
                                          <p:spTgt spid="150"/>
                                        </p:tgtEl>
                                        <p:attrNameLst>
                                          <p:attrName>ppt_w</p:attrName>
                                        </p:attrNameLst>
                                      </p:cBhvr>
                                      <p:tavLst>
                                        <p:tav tm="0">
                                          <p:val>
                                            <p:fltVal val="0"/>
                                          </p:val>
                                        </p:tav>
                                        <p:tav tm="100000">
                                          <p:val>
                                            <p:strVal val="#ppt_w"/>
                                          </p:val>
                                        </p:tav>
                                      </p:tavLst>
                                    </p:anim>
                                    <p:anim calcmode="lin" valueType="num">
                                      <p:cBhvr>
                                        <p:cTn id="12" dur="500" fill="hold"/>
                                        <p:tgtEl>
                                          <p:spTgt spid="150"/>
                                        </p:tgtEl>
                                        <p:attrNameLst>
                                          <p:attrName>ppt_h</p:attrName>
                                        </p:attrNameLst>
                                      </p:cBhvr>
                                      <p:tavLst>
                                        <p:tav tm="0">
                                          <p:val>
                                            <p:fltVal val="0"/>
                                          </p:val>
                                        </p:tav>
                                        <p:tav tm="100000">
                                          <p:val>
                                            <p:strVal val="#ppt_h"/>
                                          </p:val>
                                        </p:tav>
                                      </p:tavLst>
                                    </p:anim>
                                    <p:animEffect transition="in" filter="fade">
                                      <p:cBhvr>
                                        <p:cTn id="13" dur="500"/>
                                        <p:tgtEl>
                                          <p:spTgt spid="150"/>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146"/>
                                        </p:tgtEl>
                                        <p:attrNameLst>
                                          <p:attrName>style.visibility</p:attrName>
                                        </p:attrNameLst>
                                      </p:cBhvr>
                                      <p:to>
                                        <p:strVal val="visible"/>
                                      </p:to>
                                    </p:set>
                                    <p:anim calcmode="lin" valueType="num">
                                      <p:cBhvr>
                                        <p:cTn id="17" dur="500" fill="hold"/>
                                        <p:tgtEl>
                                          <p:spTgt spid="146"/>
                                        </p:tgtEl>
                                        <p:attrNameLst>
                                          <p:attrName>ppt_w</p:attrName>
                                        </p:attrNameLst>
                                      </p:cBhvr>
                                      <p:tavLst>
                                        <p:tav tm="0">
                                          <p:val>
                                            <p:fltVal val="0"/>
                                          </p:val>
                                        </p:tav>
                                        <p:tav tm="100000">
                                          <p:val>
                                            <p:strVal val="#ppt_w"/>
                                          </p:val>
                                        </p:tav>
                                      </p:tavLst>
                                    </p:anim>
                                    <p:anim calcmode="lin" valueType="num">
                                      <p:cBhvr>
                                        <p:cTn id="18" dur="500" fill="hold"/>
                                        <p:tgtEl>
                                          <p:spTgt spid="146"/>
                                        </p:tgtEl>
                                        <p:attrNameLst>
                                          <p:attrName>ppt_h</p:attrName>
                                        </p:attrNameLst>
                                      </p:cBhvr>
                                      <p:tavLst>
                                        <p:tav tm="0">
                                          <p:val>
                                            <p:fltVal val="0"/>
                                          </p:val>
                                        </p:tav>
                                        <p:tav tm="100000">
                                          <p:val>
                                            <p:strVal val="#ppt_h"/>
                                          </p:val>
                                        </p:tav>
                                      </p:tavLst>
                                    </p:anim>
                                    <p:animEffect transition="in" filter="fade">
                                      <p:cBhvr>
                                        <p:cTn id="19" dur="500"/>
                                        <p:tgtEl>
                                          <p:spTgt spid="146"/>
                                        </p:tgtEl>
                                      </p:cBhvr>
                                    </p:animEffect>
                                  </p:childTnLst>
                                </p:cTn>
                              </p:par>
                            </p:childTnLst>
                          </p:cTn>
                        </p:par>
                        <p:par>
                          <p:cTn id="20" fill="hold">
                            <p:stCondLst>
                              <p:cond delay="1500"/>
                            </p:stCondLst>
                            <p:childTnLst>
                              <p:par>
                                <p:cTn id="21" presetID="53" presetClass="entr" presetSubtype="16" fill="hold" nodeType="afterEffect">
                                  <p:stCondLst>
                                    <p:cond delay="0"/>
                                  </p:stCondLst>
                                  <p:childTnLst>
                                    <p:set>
                                      <p:cBhvr>
                                        <p:cTn id="22" dur="1" fill="hold">
                                          <p:stCondLst>
                                            <p:cond delay="0"/>
                                          </p:stCondLst>
                                        </p:cTn>
                                        <p:tgtEl>
                                          <p:spTgt spid="147"/>
                                        </p:tgtEl>
                                        <p:attrNameLst>
                                          <p:attrName>style.visibility</p:attrName>
                                        </p:attrNameLst>
                                      </p:cBhvr>
                                      <p:to>
                                        <p:strVal val="visible"/>
                                      </p:to>
                                    </p:set>
                                    <p:anim calcmode="lin" valueType="num">
                                      <p:cBhvr>
                                        <p:cTn id="23" dur="500" fill="hold"/>
                                        <p:tgtEl>
                                          <p:spTgt spid="147"/>
                                        </p:tgtEl>
                                        <p:attrNameLst>
                                          <p:attrName>ppt_w</p:attrName>
                                        </p:attrNameLst>
                                      </p:cBhvr>
                                      <p:tavLst>
                                        <p:tav tm="0">
                                          <p:val>
                                            <p:fltVal val="0"/>
                                          </p:val>
                                        </p:tav>
                                        <p:tav tm="100000">
                                          <p:val>
                                            <p:strVal val="#ppt_w"/>
                                          </p:val>
                                        </p:tav>
                                      </p:tavLst>
                                    </p:anim>
                                    <p:anim calcmode="lin" valueType="num">
                                      <p:cBhvr>
                                        <p:cTn id="24" dur="500" fill="hold"/>
                                        <p:tgtEl>
                                          <p:spTgt spid="147"/>
                                        </p:tgtEl>
                                        <p:attrNameLst>
                                          <p:attrName>ppt_h</p:attrName>
                                        </p:attrNameLst>
                                      </p:cBhvr>
                                      <p:tavLst>
                                        <p:tav tm="0">
                                          <p:val>
                                            <p:fltVal val="0"/>
                                          </p:val>
                                        </p:tav>
                                        <p:tav tm="100000">
                                          <p:val>
                                            <p:strVal val="#ppt_h"/>
                                          </p:val>
                                        </p:tav>
                                      </p:tavLst>
                                    </p:anim>
                                    <p:animEffect transition="in" filter="fade">
                                      <p:cBhvr>
                                        <p:cTn id="25" dur="500"/>
                                        <p:tgtEl>
                                          <p:spTgt spid="147"/>
                                        </p:tgtEl>
                                      </p:cBhvr>
                                    </p:animEffect>
                                  </p:childTnLst>
                                </p:cTn>
                              </p:par>
                            </p:childTnLst>
                          </p:cTn>
                        </p:par>
                        <p:par>
                          <p:cTn id="26" fill="hold">
                            <p:stCondLst>
                              <p:cond delay="2000"/>
                            </p:stCondLst>
                            <p:childTnLst>
                              <p:par>
                                <p:cTn id="27" presetID="53" presetClass="entr" presetSubtype="16" fill="hold" nodeType="afterEffect">
                                  <p:stCondLst>
                                    <p:cond delay="0"/>
                                  </p:stCondLst>
                                  <p:childTnLst>
                                    <p:set>
                                      <p:cBhvr>
                                        <p:cTn id="28" dur="1" fill="hold">
                                          <p:stCondLst>
                                            <p:cond delay="0"/>
                                          </p:stCondLst>
                                        </p:cTn>
                                        <p:tgtEl>
                                          <p:spTgt spid="145"/>
                                        </p:tgtEl>
                                        <p:attrNameLst>
                                          <p:attrName>style.visibility</p:attrName>
                                        </p:attrNameLst>
                                      </p:cBhvr>
                                      <p:to>
                                        <p:strVal val="visible"/>
                                      </p:to>
                                    </p:set>
                                    <p:anim calcmode="lin" valueType="num">
                                      <p:cBhvr>
                                        <p:cTn id="29" dur="500" fill="hold"/>
                                        <p:tgtEl>
                                          <p:spTgt spid="145"/>
                                        </p:tgtEl>
                                        <p:attrNameLst>
                                          <p:attrName>ppt_w</p:attrName>
                                        </p:attrNameLst>
                                      </p:cBhvr>
                                      <p:tavLst>
                                        <p:tav tm="0">
                                          <p:val>
                                            <p:fltVal val="0"/>
                                          </p:val>
                                        </p:tav>
                                        <p:tav tm="100000">
                                          <p:val>
                                            <p:strVal val="#ppt_w"/>
                                          </p:val>
                                        </p:tav>
                                      </p:tavLst>
                                    </p:anim>
                                    <p:anim calcmode="lin" valueType="num">
                                      <p:cBhvr>
                                        <p:cTn id="30" dur="500" fill="hold"/>
                                        <p:tgtEl>
                                          <p:spTgt spid="145"/>
                                        </p:tgtEl>
                                        <p:attrNameLst>
                                          <p:attrName>ppt_h</p:attrName>
                                        </p:attrNameLst>
                                      </p:cBhvr>
                                      <p:tavLst>
                                        <p:tav tm="0">
                                          <p:val>
                                            <p:fltVal val="0"/>
                                          </p:val>
                                        </p:tav>
                                        <p:tav tm="100000">
                                          <p:val>
                                            <p:strVal val="#ppt_h"/>
                                          </p:val>
                                        </p:tav>
                                      </p:tavLst>
                                    </p:anim>
                                    <p:animEffect transition="in" filter="fade">
                                      <p:cBhvr>
                                        <p:cTn id="31" dur="500"/>
                                        <p:tgtEl>
                                          <p:spTgt spid="14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90"/>
                                        </p:tgtEl>
                                        <p:attrNameLst>
                                          <p:attrName>style.visibility</p:attrName>
                                        </p:attrNameLst>
                                      </p:cBhvr>
                                      <p:to>
                                        <p:strVal val="visible"/>
                                      </p:to>
                                    </p:set>
                                    <p:animEffect transition="in" filter="wipe(left)">
                                      <p:cBhvr>
                                        <p:cTn id="36" dur="500"/>
                                        <p:tgtEl>
                                          <p:spTgt spid="19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27"/>
                                        </p:tgtEl>
                                        <p:attrNameLst>
                                          <p:attrName>style.visibility</p:attrName>
                                        </p:attrNameLst>
                                      </p:cBhvr>
                                      <p:to>
                                        <p:strVal val="visible"/>
                                      </p:to>
                                    </p:set>
                                    <p:animEffect transition="in" filter="fade">
                                      <p:cBhvr>
                                        <p:cTn id="39" dur="500"/>
                                        <p:tgtEl>
                                          <p:spTgt spid="1027"/>
                                        </p:tgtEl>
                                      </p:cBhvr>
                                    </p:animEffect>
                                  </p:childTnLst>
                                </p:cTn>
                              </p:par>
                            </p:childTnLst>
                          </p:cTn>
                        </p:par>
                        <p:par>
                          <p:cTn id="40" fill="hold">
                            <p:stCondLst>
                              <p:cond delay="500"/>
                            </p:stCondLst>
                            <p:childTnLst>
                              <p:par>
                                <p:cTn id="41" presetID="53" presetClass="entr" presetSubtype="16" fill="hold" nodeType="afterEffect">
                                  <p:stCondLst>
                                    <p:cond delay="0"/>
                                  </p:stCondLst>
                                  <p:childTnLst>
                                    <p:set>
                                      <p:cBhvr>
                                        <p:cTn id="42" dur="1" fill="hold">
                                          <p:stCondLst>
                                            <p:cond delay="0"/>
                                          </p:stCondLst>
                                        </p:cTn>
                                        <p:tgtEl>
                                          <p:spTgt spid="184"/>
                                        </p:tgtEl>
                                        <p:attrNameLst>
                                          <p:attrName>style.visibility</p:attrName>
                                        </p:attrNameLst>
                                      </p:cBhvr>
                                      <p:to>
                                        <p:strVal val="visible"/>
                                      </p:to>
                                    </p:set>
                                    <p:anim calcmode="lin" valueType="num">
                                      <p:cBhvr>
                                        <p:cTn id="43" dur="500" fill="hold"/>
                                        <p:tgtEl>
                                          <p:spTgt spid="184"/>
                                        </p:tgtEl>
                                        <p:attrNameLst>
                                          <p:attrName>ppt_w</p:attrName>
                                        </p:attrNameLst>
                                      </p:cBhvr>
                                      <p:tavLst>
                                        <p:tav tm="0">
                                          <p:val>
                                            <p:fltVal val="0"/>
                                          </p:val>
                                        </p:tav>
                                        <p:tav tm="100000">
                                          <p:val>
                                            <p:strVal val="#ppt_w"/>
                                          </p:val>
                                        </p:tav>
                                      </p:tavLst>
                                    </p:anim>
                                    <p:anim calcmode="lin" valueType="num">
                                      <p:cBhvr>
                                        <p:cTn id="44" dur="500" fill="hold"/>
                                        <p:tgtEl>
                                          <p:spTgt spid="184"/>
                                        </p:tgtEl>
                                        <p:attrNameLst>
                                          <p:attrName>ppt_h</p:attrName>
                                        </p:attrNameLst>
                                      </p:cBhvr>
                                      <p:tavLst>
                                        <p:tav tm="0">
                                          <p:val>
                                            <p:fltVal val="0"/>
                                          </p:val>
                                        </p:tav>
                                        <p:tav tm="100000">
                                          <p:val>
                                            <p:strVal val="#ppt_h"/>
                                          </p:val>
                                        </p:tav>
                                      </p:tavLst>
                                    </p:anim>
                                    <p:animEffect transition="in" filter="fade">
                                      <p:cBhvr>
                                        <p:cTn id="45" dur="500"/>
                                        <p:tgtEl>
                                          <p:spTgt spid="184"/>
                                        </p:tgtEl>
                                      </p:cBhvr>
                                    </p:animEffect>
                                  </p:childTnLst>
                                </p:cTn>
                              </p:par>
                            </p:childTnLst>
                          </p:cTn>
                        </p:par>
                        <p:par>
                          <p:cTn id="46" fill="hold">
                            <p:stCondLst>
                              <p:cond delay="1000"/>
                            </p:stCondLst>
                            <p:childTnLst>
                              <p:par>
                                <p:cTn id="47" presetID="53" presetClass="entr" presetSubtype="16" fill="hold" nodeType="afterEffect">
                                  <p:stCondLst>
                                    <p:cond delay="0"/>
                                  </p:stCondLst>
                                  <p:childTnLst>
                                    <p:set>
                                      <p:cBhvr>
                                        <p:cTn id="48" dur="1" fill="hold">
                                          <p:stCondLst>
                                            <p:cond delay="0"/>
                                          </p:stCondLst>
                                        </p:cTn>
                                        <p:tgtEl>
                                          <p:spTgt spid="186"/>
                                        </p:tgtEl>
                                        <p:attrNameLst>
                                          <p:attrName>style.visibility</p:attrName>
                                        </p:attrNameLst>
                                      </p:cBhvr>
                                      <p:to>
                                        <p:strVal val="visible"/>
                                      </p:to>
                                    </p:set>
                                    <p:anim calcmode="lin" valueType="num">
                                      <p:cBhvr>
                                        <p:cTn id="49" dur="500" fill="hold"/>
                                        <p:tgtEl>
                                          <p:spTgt spid="186"/>
                                        </p:tgtEl>
                                        <p:attrNameLst>
                                          <p:attrName>ppt_w</p:attrName>
                                        </p:attrNameLst>
                                      </p:cBhvr>
                                      <p:tavLst>
                                        <p:tav tm="0">
                                          <p:val>
                                            <p:fltVal val="0"/>
                                          </p:val>
                                        </p:tav>
                                        <p:tav tm="100000">
                                          <p:val>
                                            <p:strVal val="#ppt_w"/>
                                          </p:val>
                                        </p:tav>
                                      </p:tavLst>
                                    </p:anim>
                                    <p:anim calcmode="lin" valueType="num">
                                      <p:cBhvr>
                                        <p:cTn id="50" dur="500" fill="hold"/>
                                        <p:tgtEl>
                                          <p:spTgt spid="186"/>
                                        </p:tgtEl>
                                        <p:attrNameLst>
                                          <p:attrName>ppt_h</p:attrName>
                                        </p:attrNameLst>
                                      </p:cBhvr>
                                      <p:tavLst>
                                        <p:tav tm="0">
                                          <p:val>
                                            <p:fltVal val="0"/>
                                          </p:val>
                                        </p:tav>
                                        <p:tav tm="100000">
                                          <p:val>
                                            <p:strVal val="#ppt_h"/>
                                          </p:val>
                                        </p:tav>
                                      </p:tavLst>
                                    </p:anim>
                                    <p:animEffect transition="in" filter="fade">
                                      <p:cBhvr>
                                        <p:cTn id="51" dur="500"/>
                                        <p:tgtEl>
                                          <p:spTgt spid="186"/>
                                        </p:tgtEl>
                                      </p:cBhvr>
                                    </p:animEffect>
                                  </p:childTnLst>
                                </p:cTn>
                              </p:par>
                            </p:childTnLst>
                          </p:cTn>
                        </p:par>
                        <p:par>
                          <p:cTn id="52" fill="hold">
                            <p:stCondLst>
                              <p:cond delay="1500"/>
                            </p:stCondLst>
                            <p:childTnLst>
                              <p:par>
                                <p:cTn id="53" presetID="53" presetClass="entr" presetSubtype="16" fill="hold" nodeType="afterEffect">
                                  <p:stCondLst>
                                    <p:cond delay="0"/>
                                  </p:stCondLst>
                                  <p:childTnLst>
                                    <p:set>
                                      <p:cBhvr>
                                        <p:cTn id="54" dur="1" fill="hold">
                                          <p:stCondLst>
                                            <p:cond delay="0"/>
                                          </p:stCondLst>
                                        </p:cTn>
                                        <p:tgtEl>
                                          <p:spTgt spid="183"/>
                                        </p:tgtEl>
                                        <p:attrNameLst>
                                          <p:attrName>style.visibility</p:attrName>
                                        </p:attrNameLst>
                                      </p:cBhvr>
                                      <p:to>
                                        <p:strVal val="visible"/>
                                      </p:to>
                                    </p:set>
                                    <p:anim calcmode="lin" valueType="num">
                                      <p:cBhvr>
                                        <p:cTn id="55" dur="500" fill="hold"/>
                                        <p:tgtEl>
                                          <p:spTgt spid="183"/>
                                        </p:tgtEl>
                                        <p:attrNameLst>
                                          <p:attrName>ppt_w</p:attrName>
                                        </p:attrNameLst>
                                      </p:cBhvr>
                                      <p:tavLst>
                                        <p:tav tm="0">
                                          <p:val>
                                            <p:fltVal val="0"/>
                                          </p:val>
                                        </p:tav>
                                        <p:tav tm="100000">
                                          <p:val>
                                            <p:strVal val="#ppt_w"/>
                                          </p:val>
                                        </p:tav>
                                      </p:tavLst>
                                    </p:anim>
                                    <p:anim calcmode="lin" valueType="num">
                                      <p:cBhvr>
                                        <p:cTn id="56" dur="500" fill="hold"/>
                                        <p:tgtEl>
                                          <p:spTgt spid="183"/>
                                        </p:tgtEl>
                                        <p:attrNameLst>
                                          <p:attrName>ppt_h</p:attrName>
                                        </p:attrNameLst>
                                      </p:cBhvr>
                                      <p:tavLst>
                                        <p:tav tm="0">
                                          <p:val>
                                            <p:fltVal val="0"/>
                                          </p:val>
                                        </p:tav>
                                        <p:tav tm="100000">
                                          <p:val>
                                            <p:strVal val="#ppt_h"/>
                                          </p:val>
                                        </p:tav>
                                      </p:tavLst>
                                    </p:anim>
                                    <p:animEffect transition="in" filter="fade">
                                      <p:cBhvr>
                                        <p:cTn id="57" dur="500"/>
                                        <p:tgtEl>
                                          <p:spTgt spid="183"/>
                                        </p:tgtEl>
                                      </p:cBhvr>
                                    </p:animEffect>
                                  </p:childTnLst>
                                </p:cTn>
                              </p:par>
                            </p:childTnLst>
                          </p:cTn>
                        </p:par>
                        <p:par>
                          <p:cTn id="58" fill="hold">
                            <p:stCondLst>
                              <p:cond delay="2000"/>
                            </p:stCondLst>
                            <p:childTnLst>
                              <p:par>
                                <p:cTn id="59" presetID="53" presetClass="entr" presetSubtype="16" fill="hold" nodeType="afterEffect">
                                  <p:stCondLst>
                                    <p:cond delay="0"/>
                                  </p:stCondLst>
                                  <p:childTnLst>
                                    <p:set>
                                      <p:cBhvr>
                                        <p:cTn id="60" dur="1" fill="hold">
                                          <p:stCondLst>
                                            <p:cond delay="0"/>
                                          </p:stCondLst>
                                        </p:cTn>
                                        <p:tgtEl>
                                          <p:spTgt spid="185"/>
                                        </p:tgtEl>
                                        <p:attrNameLst>
                                          <p:attrName>style.visibility</p:attrName>
                                        </p:attrNameLst>
                                      </p:cBhvr>
                                      <p:to>
                                        <p:strVal val="visible"/>
                                      </p:to>
                                    </p:set>
                                    <p:anim calcmode="lin" valueType="num">
                                      <p:cBhvr>
                                        <p:cTn id="61" dur="500" fill="hold"/>
                                        <p:tgtEl>
                                          <p:spTgt spid="185"/>
                                        </p:tgtEl>
                                        <p:attrNameLst>
                                          <p:attrName>ppt_w</p:attrName>
                                        </p:attrNameLst>
                                      </p:cBhvr>
                                      <p:tavLst>
                                        <p:tav tm="0">
                                          <p:val>
                                            <p:fltVal val="0"/>
                                          </p:val>
                                        </p:tav>
                                        <p:tav tm="100000">
                                          <p:val>
                                            <p:strVal val="#ppt_w"/>
                                          </p:val>
                                        </p:tav>
                                      </p:tavLst>
                                    </p:anim>
                                    <p:anim calcmode="lin" valueType="num">
                                      <p:cBhvr>
                                        <p:cTn id="62" dur="500" fill="hold"/>
                                        <p:tgtEl>
                                          <p:spTgt spid="185"/>
                                        </p:tgtEl>
                                        <p:attrNameLst>
                                          <p:attrName>ppt_h</p:attrName>
                                        </p:attrNameLst>
                                      </p:cBhvr>
                                      <p:tavLst>
                                        <p:tav tm="0">
                                          <p:val>
                                            <p:fltVal val="0"/>
                                          </p:val>
                                        </p:tav>
                                        <p:tav tm="100000">
                                          <p:val>
                                            <p:strVal val="#ppt_h"/>
                                          </p:val>
                                        </p:tav>
                                      </p:tavLst>
                                    </p:anim>
                                    <p:animEffect transition="in" filter="fade">
                                      <p:cBhvr>
                                        <p:cTn id="63" dur="500"/>
                                        <p:tgtEl>
                                          <p:spTgt spid="185"/>
                                        </p:tgtEl>
                                      </p:cBhvr>
                                    </p:animEffect>
                                  </p:childTnLst>
                                </p:cTn>
                              </p:par>
                            </p:childTnLst>
                          </p:cTn>
                        </p:par>
                        <p:par>
                          <p:cTn id="64" fill="hold">
                            <p:stCondLst>
                              <p:cond delay="2500"/>
                            </p:stCondLst>
                            <p:childTnLst>
                              <p:par>
                                <p:cTn id="65" presetID="53" presetClass="entr" presetSubtype="16" fill="hold" nodeType="afterEffect">
                                  <p:stCondLst>
                                    <p:cond delay="0"/>
                                  </p:stCondLst>
                                  <p:childTnLst>
                                    <p:set>
                                      <p:cBhvr>
                                        <p:cTn id="66" dur="1" fill="hold">
                                          <p:stCondLst>
                                            <p:cond delay="0"/>
                                          </p:stCondLst>
                                        </p:cTn>
                                        <p:tgtEl>
                                          <p:spTgt spid="187"/>
                                        </p:tgtEl>
                                        <p:attrNameLst>
                                          <p:attrName>style.visibility</p:attrName>
                                        </p:attrNameLst>
                                      </p:cBhvr>
                                      <p:to>
                                        <p:strVal val="visible"/>
                                      </p:to>
                                    </p:set>
                                    <p:anim calcmode="lin" valueType="num">
                                      <p:cBhvr>
                                        <p:cTn id="67" dur="500" fill="hold"/>
                                        <p:tgtEl>
                                          <p:spTgt spid="187"/>
                                        </p:tgtEl>
                                        <p:attrNameLst>
                                          <p:attrName>ppt_w</p:attrName>
                                        </p:attrNameLst>
                                      </p:cBhvr>
                                      <p:tavLst>
                                        <p:tav tm="0">
                                          <p:val>
                                            <p:fltVal val="0"/>
                                          </p:val>
                                        </p:tav>
                                        <p:tav tm="100000">
                                          <p:val>
                                            <p:strVal val="#ppt_w"/>
                                          </p:val>
                                        </p:tav>
                                      </p:tavLst>
                                    </p:anim>
                                    <p:anim calcmode="lin" valueType="num">
                                      <p:cBhvr>
                                        <p:cTn id="68" dur="500" fill="hold"/>
                                        <p:tgtEl>
                                          <p:spTgt spid="187"/>
                                        </p:tgtEl>
                                        <p:attrNameLst>
                                          <p:attrName>ppt_h</p:attrName>
                                        </p:attrNameLst>
                                      </p:cBhvr>
                                      <p:tavLst>
                                        <p:tav tm="0">
                                          <p:val>
                                            <p:fltVal val="0"/>
                                          </p:val>
                                        </p:tav>
                                        <p:tav tm="100000">
                                          <p:val>
                                            <p:strVal val="#ppt_h"/>
                                          </p:val>
                                        </p:tav>
                                      </p:tavLst>
                                    </p:anim>
                                    <p:animEffect transition="in" filter="fade">
                                      <p:cBhvr>
                                        <p:cTn id="69" dur="500"/>
                                        <p:tgtEl>
                                          <p:spTgt spid="187"/>
                                        </p:tgtEl>
                                      </p:cBhvr>
                                    </p:animEffect>
                                  </p:childTnLst>
                                </p:cTn>
                              </p:par>
                            </p:childTnLst>
                          </p:cTn>
                        </p:par>
                        <p:par>
                          <p:cTn id="70" fill="hold">
                            <p:stCondLst>
                              <p:cond delay="3000"/>
                            </p:stCondLst>
                            <p:childTnLst>
                              <p:par>
                                <p:cTn id="71" presetID="53" presetClass="entr" presetSubtype="16" fill="hold" nodeType="afterEffect">
                                  <p:stCondLst>
                                    <p:cond delay="0"/>
                                  </p:stCondLst>
                                  <p:childTnLst>
                                    <p:set>
                                      <p:cBhvr>
                                        <p:cTn id="72" dur="1" fill="hold">
                                          <p:stCondLst>
                                            <p:cond delay="0"/>
                                          </p:stCondLst>
                                        </p:cTn>
                                        <p:tgtEl>
                                          <p:spTgt spid="188"/>
                                        </p:tgtEl>
                                        <p:attrNameLst>
                                          <p:attrName>style.visibility</p:attrName>
                                        </p:attrNameLst>
                                      </p:cBhvr>
                                      <p:to>
                                        <p:strVal val="visible"/>
                                      </p:to>
                                    </p:set>
                                    <p:anim calcmode="lin" valueType="num">
                                      <p:cBhvr>
                                        <p:cTn id="73" dur="500" fill="hold"/>
                                        <p:tgtEl>
                                          <p:spTgt spid="188"/>
                                        </p:tgtEl>
                                        <p:attrNameLst>
                                          <p:attrName>ppt_w</p:attrName>
                                        </p:attrNameLst>
                                      </p:cBhvr>
                                      <p:tavLst>
                                        <p:tav tm="0">
                                          <p:val>
                                            <p:fltVal val="0"/>
                                          </p:val>
                                        </p:tav>
                                        <p:tav tm="100000">
                                          <p:val>
                                            <p:strVal val="#ppt_w"/>
                                          </p:val>
                                        </p:tav>
                                      </p:tavLst>
                                    </p:anim>
                                    <p:anim calcmode="lin" valueType="num">
                                      <p:cBhvr>
                                        <p:cTn id="74" dur="500" fill="hold"/>
                                        <p:tgtEl>
                                          <p:spTgt spid="188"/>
                                        </p:tgtEl>
                                        <p:attrNameLst>
                                          <p:attrName>ppt_h</p:attrName>
                                        </p:attrNameLst>
                                      </p:cBhvr>
                                      <p:tavLst>
                                        <p:tav tm="0">
                                          <p:val>
                                            <p:fltVal val="0"/>
                                          </p:val>
                                        </p:tav>
                                        <p:tav tm="100000">
                                          <p:val>
                                            <p:strVal val="#ppt_h"/>
                                          </p:val>
                                        </p:tav>
                                      </p:tavLst>
                                    </p:anim>
                                    <p:animEffect transition="in" filter="fade">
                                      <p:cBhvr>
                                        <p:cTn id="75" dur="500"/>
                                        <p:tgtEl>
                                          <p:spTgt spid="188"/>
                                        </p:tgtEl>
                                      </p:cBhvr>
                                    </p:animEffect>
                                  </p:childTnLst>
                                </p:cTn>
                              </p:par>
                            </p:childTnLst>
                          </p:cTn>
                        </p:par>
                        <p:par>
                          <p:cTn id="76" fill="hold">
                            <p:stCondLst>
                              <p:cond delay="3500"/>
                            </p:stCondLst>
                            <p:childTnLst>
                              <p:par>
                                <p:cTn id="77" presetID="53" presetClass="entr" presetSubtype="16" fill="hold" nodeType="afterEffect">
                                  <p:stCondLst>
                                    <p:cond delay="0"/>
                                  </p:stCondLst>
                                  <p:childTnLst>
                                    <p:set>
                                      <p:cBhvr>
                                        <p:cTn id="78" dur="1" fill="hold">
                                          <p:stCondLst>
                                            <p:cond delay="0"/>
                                          </p:stCondLst>
                                        </p:cTn>
                                        <p:tgtEl>
                                          <p:spTgt spid="189"/>
                                        </p:tgtEl>
                                        <p:attrNameLst>
                                          <p:attrName>style.visibility</p:attrName>
                                        </p:attrNameLst>
                                      </p:cBhvr>
                                      <p:to>
                                        <p:strVal val="visible"/>
                                      </p:to>
                                    </p:set>
                                    <p:anim calcmode="lin" valueType="num">
                                      <p:cBhvr>
                                        <p:cTn id="79" dur="500" fill="hold"/>
                                        <p:tgtEl>
                                          <p:spTgt spid="189"/>
                                        </p:tgtEl>
                                        <p:attrNameLst>
                                          <p:attrName>ppt_w</p:attrName>
                                        </p:attrNameLst>
                                      </p:cBhvr>
                                      <p:tavLst>
                                        <p:tav tm="0">
                                          <p:val>
                                            <p:fltVal val="0"/>
                                          </p:val>
                                        </p:tav>
                                        <p:tav tm="100000">
                                          <p:val>
                                            <p:strVal val="#ppt_w"/>
                                          </p:val>
                                        </p:tav>
                                      </p:tavLst>
                                    </p:anim>
                                    <p:anim calcmode="lin" valueType="num">
                                      <p:cBhvr>
                                        <p:cTn id="80" dur="500" fill="hold"/>
                                        <p:tgtEl>
                                          <p:spTgt spid="189"/>
                                        </p:tgtEl>
                                        <p:attrNameLst>
                                          <p:attrName>ppt_h</p:attrName>
                                        </p:attrNameLst>
                                      </p:cBhvr>
                                      <p:tavLst>
                                        <p:tav tm="0">
                                          <p:val>
                                            <p:fltVal val="0"/>
                                          </p:val>
                                        </p:tav>
                                        <p:tav tm="100000">
                                          <p:val>
                                            <p:strVal val="#ppt_h"/>
                                          </p:val>
                                        </p:tav>
                                      </p:tavLst>
                                    </p:anim>
                                    <p:animEffect transition="in" filter="fade">
                                      <p:cBhvr>
                                        <p:cTn id="81" dur="500"/>
                                        <p:tgtEl>
                                          <p:spTgt spid="18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028"/>
                                        </p:tgtEl>
                                        <p:attrNameLst>
                                          <p:attrName>style.visibility</p:attrName>
                                        </p:attrNameLst>
                                      </p:cBhvr>
                                      <p:to>
                                        <p:strVal val="visible"/>
                                      </p:to>
                                    </p:set>
                                    <p:animEffect transition="in" filter="fade">
                                      <p:cBhvr>
                                        <p:cTn id="86" dur="500"/>
                                        <p:tgtEl>
                                          <p:spTgt spid="1028"/>
                                        </p:tgtEl>
                                      </p:cBhvr>
                                    </p:animEffect>
                                  </p:childTnLst>
                                </p:cTn>
                              </p:par>
                            </p:childTnLst>
                          </p:cTn>
                        </p:par>
                        <p:par>
                          <p:cTn id="87" fill="hold">
                            <p:stCondLst>
                              <p:cond delay="500"/>
                            </p:stCondLst>
                            <p:childTnLst>
                              <p:par>
                                <p:cTn id="88" presetID="53" presetClass="entr" presetSubtype="16" fill="hold" nodeType="afterEffect">
                                  <p:stCondLst>
                                    <p:cond delay="0"/>
                                  </p:stCondLst>
                                  <p:childTnLst>
                                    <p:set>
                                      <p:cBhvr>
                                        <p:cTn id="89" dur="1" fill="hold">
                                          <p:stCondLst>
                                            <p:cond delay="0"/>
                                          </p:stCondLst>
                                        </p:cTn>
                                        <p:tgtEl>
                                          <p:spTgt spid="161"/>
                                        </p:tgtEl>
                                        <p:attrNameLst>
                                          <p:attrName>style.visibility</p:attrName>
                                        </p:attrNameLst>
                                      </p:cBhvr>
                                      <p:to>
                                        <p:strVal val="visible"/>
                                      </p:to>
                                    </p:set>
                                    <p:anim calcmode="lin" valueType="num">
                                      <p:cBhvr>
                                        <p:cTn id="90" dur="500" fill="hold"/>
                                        <p:tgtEl>
                                          <p:spTgt spid="161"/>
                                        </p:tgtEl>
                                        <p:attrNameLst>
                                          <p:attrName>ppt_w</p:attrName>
                                        </p:attrNameLst>
                                      </p:cBhvr>
                                      <p:tavLst>
                                        <p:tav tm="0">
                                          <p:val>
                                            <p:fltVal val="0"/>
                                          </p:val>
                                        </p:tav>
                                        <p:tav tm="100000">
                                          <p:val>
                                            <p:strVal val="#ppt_w"/>
                                          </p:val>
                                        </p:tav>
                                      </p:tavLst>
                                    </p:anim>
                                    <p:anim calcmode="lin" valueType="num">
                                      <p:cBhvr>
                                        <p:cTn id="91" dur="500" fill="hold"/>
                                        <p:tgtEl>
                                          <p:spTgt spid="161"/>
                                        </p:tgtEl>
                                        <p:attrNameLst>
                                          <p:attrName>ppt_h</p:attrName>
                                        </p:attrNameLst>
                                      </p:cBhvr>
                                      <p:tavLst>
                                        <p:tav tm="0">
                                          <p:val>
                                            <p:fltVal val="0"/>
                                          </p:val>
                                        </p:tav>
                                        <p:tav tm="100000">
                                          <p:val>
                                            <p:strVal val="#ppt_h"/>
                                          </p:val>
                                        </p:tav>
                                      </p:tavLst>
                                    </p:anim>
                                    <p:animEffect transition="in" filter="fade">
                                      <p:cBhvr>
                                        <p:cTn id="92" dur="500"/>
                                        <p:tgtEl>
                                          <p:spTgt spid="161"/>
                                        </p:tgtEl>
                                      </p:cBhvr>
                                    </p:animEffect>
                                  </p:childTnLst>
                                </p:cTn>
                              </p:par>
                            </p:childTnLst>
                          </p:cTn>
                        </p:par>
                        <p:par>
                          <p:cTn id="93" fill="hold">
                            <p:stCondLst>
                              <p:cond delay="1000"/>
                            </p:stCondLst>
                            <p:childTnLst>
                              <p:par>
                                <p:cTn id="94" presetID="53" presetClass="entr" presetSubtype="16" fill="hold" nodeType="afterEffect">
                                  <p:stCondLst>
                                    <p:cond delay="0"/>
                                  </p:stCondLst>
                                  <p:childTnLst>
                                    <p:set>
                                      <p:cBhvr>
                                        <p:cTn id="95" dur="1" fill="hold">
                                          <p:stCondLst>
                                            <p:cond delay="0"/>
                                          </p:stCondLst>
                                        </p:cTn>
                                        <p:tgtEl>
                                          <p:spTgt spid="151"/>
                                        </p:tgtEl>
                                        <p:attrNameLst>
                                          <p:attrName>style.visibility</p:attrName>
                                        </p:attrNameLst>
                                      </p:cBhvr>
                                      <p:to>
                                        <p:strVal val="visible"/>
                                      </p:to>
                                    </p:set>
                                    <p:anim calcmode="lin" valueType="num">
                                      <p:cBhvr>
                                        <p:cTn id="96" dur="500" fill="hold"/>
                                        <p:tgtEl>
                                          <p:spTgt spid="151"/>
                                        </p:tgtEl>
                                        <p:attrNameLst>
                                          <p:attrName>ppt_w</p:attrName>
                                        </p:attrNameLst>
                                      </p:cBhvr>
                                      <p:tavLst>
                                        <p:tav tm="0">
                                          <p:val>
                                            <p:fltVal val="0"/>
                                          </p:val>
                                        </p:tav>
                                        <p:tav tm="100000">
                                          <p:val>
                                            <p:strVal val="#ppt_w"/>
                                          </p:val>
                                        </p:tav>
                                      </p:tavLst>
                                    </p:anim>
                                    <p:anim calcmode="lin" valueType="num">
                                      <p:cBhvr>
                                        <p:cTn id="97" dur="500" fill="hold"/>
                                        <p:tgtEl>
                                          <p:spTgt spid="151"/>
                                        </p:tgtEl>
                                        <p:attrNameLst>
                                          <p:attrName>ppt_h</p:attrName>
                                        </p:attrNameLst>
                                      </p:cBhvr>
                                      <p:tavLst>
                                        <p:tav tm="0">
                                          <p:val>
                                            <p:fltVal val="0"/>
                                          </p:val>
                                        </p:tav>
                                        <p:tav tm="100000">
                                          <p:val>
                                            <p:strVal val="#ppt_h"/>
                                          </p:val>
                                        </p:tav>
                                      </p:tavLst>
                                    </p:anim>
                                    <p:animEffect transition="in" filter="fade">
                                      <p:cBhvr>
                                        <p:cTn id="98" dur="500"/>
                                        <p:tgtEl>
                                          <p:spTgt spid="151"/>
                                        </p:tgtEl>
                                      </p:cBhvr>
                                    </p:animEffect>
                                  </p:childTnLst>
                                </p:cTn>
                              </p:par>
                            </p:childTnLst>
                          </p:cTn>
                        </p:par>
                        <p:par>
                          <p:cTn id="99" fill="hold">
                            <p:stCondLst>
                              <p:cond delay="1500"/>
                            </p:stCondLst>
                            <p:childTnLst>
                              <p:par>
                                <p:cTn id="100" presetID="53" presetClass="entr" presetSubtype="16" fill="hold" nodeType="afterEffect">
                                  <p:stCondLst>
                                    <p:cond delay="0"/>
                                  </p:stCondLst>
                                  <p:childTnLst>
                                    <p:set>
                                      <p:cBhvr>
                                        <p:cTn id="101" dur="1" fill="hold">
                                          <p:stCondLst>
                                            <p:cond delay="0"/>
                                          </p:stCondLst>
                                        </p:cTn>
                                        <p:tgtEl>
                                          <p:spTgt spid="153"/>
                                        </p:tgtEl>
                                        <p:attrNameLst>
                                          <p:attrName>style.visibility</p:attrName>
                                        </p:attrNameLst>
                                      </p:cBhvr>
                                      <p:to>
                                        <p:strVal val="visible"/>
                                      </p:to>
                                    </p:set>
                                    <p:anim calcmode="lin" valueType="num">
                                      <p:cBhvr>
                                        <p:cTn id="102" dur="500" fill="hold"/>
                                        <p:tgtEl>
                                          <p:spTgt spid="153"/>
                                        </p:tgtEl>
                                        <p:attrNameLst>
                                          <p:attrName>ppt_w</p:attrName>
                                        </p:attrNameLst>
                                      </p:cBhvr>
                                      <p:tavLst>
                                        <p:tav tm="0">
                                          <p:val>
                                            <p:fltVal val="0"/>
                                          </p:val>
                                        </p:tav>
                                        <p:tav tm="100000">
                                          <p:val>
                                            <p:strVal val="#ppt_w"/>
                                          </p:val>
                                        </p:tav>
                                      </p:tavLst>
                                    </p:anim>
                                    <p:anim calcmode="lin" valueType="num">
                                      <p:cBhvr>
                                        <p:cTn id="103" dur="500" fill="hold"/>
                                        <p:tgtEl>
                                          <p:spTgt spid="153"/>
                                        </p:tgtEl>
                                        <p:attrNameLst>
                                          <p:attrName>ppt_h</p:attrName>
                                        </p:attrNameLst>
                                      </p:cBhvr>
                                      <p:tavLst>
                                        <p:tav tm="0">
                                          <p:val>
                                            <p:fltVal val="0"/>
                                          </p:val>
                                        </p:tav>
                                        <p:tav tm="100000">
                                          <p:val>
                                            <p:strVal val="#ppt_h"/>
                                          </p:val>
                                        </p:tav>
                                      </p:tavLst>
                                    </p:anim>
                                    <p:animEffect transition="in" filter="fade">
                                      <p:cBhvr>
                                        <p:cTn id="104" dur="500"/>
                                        <p:tgtEl>
                                          <p:spTgt spid="153"/>
                                        </p:tgtEl>
                                      </p:cBhvr>
                                    </p:animEffect>
                                  </p:childTnLst>
                                </p:cTn>
                              </p:par>
                            </p:childTnLst>
                          </p:cTn>
                        </p:par>
                        <p:par>
                          <p:cTn id="105" fill="hold">
                            <p:stCondLst>
                              <p:cond delay="2000"/>
                            </p:stCondLst>
                            <p:childTnLst>
                              <p:par>
                                <p:cTn id="106" presetID="53" presetClass="entr" presetSubtype="16" fill="hold" nodeType="afterEffect">
                                  <p:stCondLst>
                                    <p:cond delay="0"/>
                                  </p:stCondLst>
                                  <p:childTnLst>
                                    <p:set>
                                      <p:cBhvr>
                                        <p:cTn id="107" dur="1" fill="hold">
                                          <p:stCondLst>
                                            <p:cond delay="0"/>
                                          </p:stCondLst>
                                        </p:cTn>
                                        <p:tgtEl>
                                          <p:spTgt spid="159"/>
                                        </p:tgtEl>
                                        <p:attrNameLst>
                                          <p:attrName>style.visibility</p:attrName>
                                        </p:attrNameLst>
                                      </p:cBhvr>
                                      <p:to>
                                        <p:strVal val="visible"/>
                                      </p:to>
                                    </p:set>
                                    <p:anim calcmode="lin" valueType="num">
                                      <p:cBhvr>
                                        <p:cTn id="108" dur="500" fill="hold"/>
                                        <p:tgtEl>
                                          <p:spTgt spid="159"/>
                                        </p:tgtEl>
                                        <p:attrNameLst>
                                          <p:attrName>ppt_w</p:attrName>
                                        </p:attrNameLst>
                                      </p:cBhvr>
                                      <p:tavLst>
                                        <p:tav tm="0">
                                          <p:val>
                                            <p:fltVal val="0"/>
                                          </p:val>
                                        </p:tav>
                                        <p:tav tm="100000">
                                          <p:val>
                                            <p:strVal val="#ppt_w"/>
                                          </p:val>
                                        </p:tav>
                                      </p:tavLst>
                                    </p:anim>
                                    <p:anim calcmode="lin" valueType="num">
                                      <p:cBhvr>
                                        <p:cTn id="109" dur="500" fill="hold"/>
                                        <p:tgtEl>
                                          <p:spTgt spid="159"/>
                                        </p:tgtEl>
                                        <p:attrNameLst>
                                          <p:attrName>ppt_h</p:attrName>
                                        </p:attrNameLst>
                                      </p:cBhvr>
                                      <p:tavLst>
                                        <p:tav tm="0">
                                          <p:val>
                                            <p:fltVal val="0"/>
                                          </p:val>
                                        </p:tav>
                                        <p:tav tm="100000">
                                          <p:val>
                                            <p:strVal val="#ppt_h"/>
                                          </p:val>
                                        </p:tav>
                                      </p:tavLst>
                                    </p:anim>
                                    <p:animEffect transition="in" filter="fade">
                                      <p:cBhvr>
                                        <p:cTn id="110" dur="500"/>
                                        <p:tgtEl>
                                          <p:spTgt spid="159"/>
                                        </p:tgtEl>
                                      </p:cBhvr>
                                    </p:animEffect>
                                  </p:childTnLst>
                                </p:cTn>
                              </p:par>
                            </p:childTnLst>
                          </p:cTn>
                        </p:par>
                        <p:par>
                          <p:cTn id="111" fill="hold">
                            <p:stCondLst>
                              <p:cond delay="2500"/>
                            </p:stCondLst>
                            <p:childTnLst>
                              <p:par>
                                <p:cTn id="112" presetID="53" presetClass="entr" presetSubtype="16" fill="hold" nodeType="afterEffect">
                                  <p:stCondLst>
                                    <p:cond delay="0"/>
                                  </p:stCondLst>
                                  <p:childTnLst>
                                    <p:set>
                                      <p:cBhvr>
                                        <p:cTn id="113" dur="1" fill="hold">
                                          <p:stCondLst>
                                            <p:cond delay="0"/>
                                          </p:stCondLst>
                                        </p:cTn>
                                        <p:tgtEl>
                                          <p:spTgt spid="152"/>
                                        </p:tgtEl>
                                        <p:attrNameLst>
                                          <p:attrName>style.visibility</p:attrName>
                                        </p:attrNameLst>
                                      </p:cBhvr>
                                      <p:to>
                                        <p:strVal val="visible"/>
                                      </p:to>
                                    </p:set>
                                    <p:anim calcmode="lin" valueType="num">
                                      <p:cBhvr>
                                        <p:cTn id="114" dur="500" fill="hold"/>
                                        <p:tgtEl>
                                          <p:spTgt spid="152"/>
                                        </p:tgtEl>
                                        <p:attrNameLst>
                                          <p:attrName>ppt_w</p:attrName>
                                        </p:attrNameLst>
                                      </p:cBhvr>
                                      <p:tavLst>
                                        <p:tav tm="0">
                                          <p:val>
                                            <p:fltVal val="0"/>
                                          </p:val>
                                        </p:tav>
                                        <p:tav tm="100000">
                                          <p:val>
                                            <p:strVal val="#ppt_w"/>
                                          </p:val>
                                        </p:tav>
                                      </p:tavLst>
                                    </p:anim>
                                    <p:anim calcmode="lin" valueType="num">
                                      <p:cBhvr>
                                        <p:cTn id="115" dur="500" fill="hold"/>
                                        <p:tgtEl>
                                          <p:spTgt spid="152"/>
                                        </p:tgtEl>
                                        <p:attrNameLst>
                                          <p:attrName>ppt_h</p:attrName>
                                        </p:attrNameLst>
                                      </p:cBhvr>
                                      <p:tavLst>
                                        <p:tav tm="0">
                                          <p:val>
                                            <p:fltVal val="0"/>
                                          </p:val>
                                        </p:tav>
                                        <p:tav tm="100000">
                                          <p:val>
                                            <p:strVal val="#ppt_h"/>
                                          </p:val>
                                        </p:tav>
                                      </p:tavLst>
                                    </p:anim>
                                    <p:animEffect transition="in" filter="fade">
                                      <p:cBhvr>
                                        <p:cTn id="116" dur="500"/>
                                        <p:tgtEl>
                                          <p:spTgt spid="152"/>
                                        </p:tgtEl>
                                      </p:cBhvr>
                                    </p:animEffect>
                                  </p:childTnLst>
                                </p:cTn>
                              </p:par>
                            </p:childTnLst>
                          </p:cTn>
                        </p:par>
                        <p:par>
                          <p:cTn id="117" fill="hold">
                            <p:stCondLst>
                              <p:cond delay="3000"/>
                            </p:stCondLst>
                            <p:childTnLst>
                              <p:par>
                                <p:cTn id="118" presetID="53" presetClass="entr" presetSubtype="16" fill="hold" nodeType="afterEffect">
                                  <p:stCondLst>
                                    <p:cond delay="0"/>
                                  </p:stCondLst>
                                  <p:childTnLst>
                                    <p:set>
                                      <p:cBhvr>
                                        <p:cTn id="119" dur="1" fill="hold">
                                          <p:stCondLst>
                                            <p:cond delay="0"/>
                                          </p:stCondLst>
                                        </p:cTn>
                                        <p:tgtEl>
                                          <p:spTgt spid="155"/>
                                        </p:tgtEl>
                                        <p:attrNameLst>
                                          <p:attrName>style.visibility</p:attrName>
                                        </p:attrNameLst>
                                      </p:cBhvr>
                                      <p:to>
                                        <p:strVal val="visible"/>
                                      </p:to>
                                    </p:set>
                                    <p:anim calcmode="lin" valueType="num">
                                      <p:cBhvr>
                                        <p:cTn id="120" dur="500" fill="hold"/>
                                        <p:tgtEl>
                                          <p:spTgt spid="155"/>
                                        </p:tgtEl>
                                        <p:attrNameLst>
                                          <p:attrName>ppt_w</p:attrName>
                                        </p:attrNameLst>
                                      </p:cBhvr>
                                      <p:tavLst>
                                        <p:tav tm="0">
                                          <p:val>
                                            <p:fltVal val="0"/>
                                          </p:val>
                                        </p:tav>
                                        <p:tav tm="100000">
                                          <p:val>
                                            <p:strVal val="#ppt_w"/>
                                          </p:val>
                                        </p:tav>
                                      </p:tavLst>
                                    </p:anim>
                                    <p:anim calcmode="lin" valueType="num">
                                      <p:cBhvr>
                                        <p:cTn id="121" dur="500" fill="hold"/>
                                        <p:tgtEl>
                                          <p:spTgt spid="155"/>
                                        </p:tgtEl>
                                        <p:attrNameLst>
                                          <p:attrName>ppt_h</p:attrName>
                                        </p:attrNameLst>
                                      </p:cBhvr>
                                      <p:tavLst>
                                        <p:tav tm="0">
                                          <p:val>
                                            <p:fltVal val="0"/>
                                          </p:val>
                                        </p:tav>
                                        <p:tav tm="100000">
                                          <p:val>
                                            <p:strVal val="#ppt_h"/>
                                          </p:val>
                                        </p:tav>
                                      </p:tavLst>
                                    </p:anim>
                                    <p:animEffect transition="in" filter="fade">
                                      <p:cBhvr>
                                        <p:cTn id="122" dur="500"/>
                                        <p:tgtEl>
                                          <p:spTgt spid="155"/>
                                        </p:tgtEl>
                                      </p:cBhvr>
                                    </p:animEffect>
                                  </p:childTnLst>
                                </p:cTn>
                              </p:par>
                            </p:childTnLst>
                          </p:cTn>
                        </p:par>
                        <p:par>
                          <p:cTn id="123" fill="hold">
                            <p:stCondLst>
                              <p:cond delay="3500"/>
                            </p:stCondLst>
                            <p:childTnLst>
                              <p:par>
                                <p:cTn id="124" presetID="53" presetClass="entr" presetSubtype="16" fill="hold" nodeType="afterEffect">
                                  <p:stCondLst>
                                    <p:cond delay="0"/>
                                  </p:stCondLst>
                                  <p:childTnLst>
                                    <p:set>
                                      <p:cBhvr>
                                        <p:cTn id="125" dur="1" fill="hold">
                                          <p:stCondLst>
                                            <p:cond delay="0"/>
                                          </p:stCondLst>
                                        </p:cTn>
                                        <p:tgtEl>
                                          <p:spTgt spid="154"/>
                                        </p:tgtEl>
                                        <p:attrNameLst>
                                          <p:attrName>style.visibility</p:attrName>
                                        </p:attrNameLst>
                                      </p:cBhvr>
                                      <p:to>
                                        <p:strVal val="visible"/>
                                      </p:to>
                                    </p:set>
                                    <p:anim calcmode="lin" valueType="num">
                                      <p:cBhvr>
                                        <p:cTn id="126" dur="500" fill="hold"/>
                                        <p:tgtEl>
                                          <p:spTgt spid="154"/>
                                        </p:tgtEl>
                                        <p:attrNameLst>
                                          <p:attrName>ppt_w</p:attrName>
                                        </p:attrNameLst>
                                      </p:cBhvr>
                                      <p:tavLst>
                                        <p:tav tm="0">
                                          <p:val>
                                            <p:fltVal val="0"/>
                                          </p:val>
                                        </p:tav>
                                        <p:tav tm="100000">
                                          <p:val>
                                            <p:strVal val="#ppt_w"/>
                                          </p:val>
                                        </p:tav>
                                      </p:tavLst>
                                    </p:anim>
                                    <p:anim calcmode="lin" valueType="num">
                                      <p:cBhvr>
                                        <p:cTn id="127" dur="500" fill="hold"/>
                                        <p:tgtEl>
                                          <p:spTgt spid="154"/>
                                        </p:tgtEl>
                                        <p:attrNameLst>
                                          <p:attrName>ppt_h</p:attrName>
                                        </p:attrNameLst>
                                      </p:cBhvr>
                                      <p:tavLst>
                                        <p:tav tm="0">
                                          <p:val>
                                            <p:fltVal val="0"/>
                                          </p:val>
                                        </p:tav>
                                        <p:tav tm="100000">
                                          <p:val>
                                            <p:strVal val="#ppt_h"/>
                                          </p:val>
                                        </p:tav>
                                      </p:tavLst>
                                    </p:anim>
                                    <p:animEffect transition="in" filter="fade">
                                      <p:cBhvr>
                                        <p:cTn id="128" dur="500"/>
                                        <p:tgtEl>
                                          <p:spTgt spid="154"/>
                                        </p:tgtEl>
                                      </p:cBhvr>
                                    </p:animEffect>
                                  </p:childTnLst>
                                </p:cTn>
                              </p:par>
                            </p:childTnLst>
                          </p:cTn>
                        </p:par>
                        <p:par>
                          <p:cTn id="129" fill="hold">
                            <p:stCondLst>
                              <p:cond delay="4000"/>
                            </p:stCondLst>
                            <p:childTnLst>
                              <p:par>
                                <p:cTn id="130" presetID="53" presetClass="entr" presetSubtype="16" fill="hold" nodeType="afterEffect">
                                  <p:stCondLst>
                                    <p:cond delay="0"/>
                                  </p:stCondLst>
                                  <p:childTnLst>
                                    <p:set>
                                      <p:cBhvr>
                                        <p:cTn id="131" dur="1" fill="hold">
                                          <p:stCondLst>
                                            <p:cond delay="0"/>
                                          </p:stCondLst>
                                        </p:cTn>
                                        <p:tgtEl>
                                          <p:spTgt spid="1026"/>
                                        </p:tgtEl>
                                        <p:attrNameLst>
                                          <p:attrName>style.visibility</p:attrName>
                                        </p:attrNameLst>
                                      </p:cBhvr>
                                      <p:to>
                                        <p:strVal val="visible"/>
                                      </p:to>
                                    </p:set>
                                    <p:anim calcmode="lin" valueType="num">
                                      <p:cBhvr>
                                        <p:cTn id="132" dur="500" fill="hold"/>
                                        <p:tgtEl>
                                          <p:spTgt spid="1026"/>
                                        </p:tgtEl>
                                        <p:attrNameLst>
                                          <p:attrName>ppt_w</p:attrName>
                                        </p:attrNameLst>
                                      </p:cBhvr>
                                      <p:tavLst>
                                        <p:tav tm="0">
                                          <p:val>
                                            <p:fltVal val="0"/>
                                          </p:val>
                                        </p:tav>
                                        <p:tav tm="100000">
                                          <p:val>
                                            <p:strVal val="#ppt_w"/>
                                          </p:val>
                                        </p:tav>
                                      </p:tavLst>
                                    </p:anim>
                                    <p:anim calcmode="lin" valueType="num">
                                      <p:cBhvr>
                                        <p:cTn id="133" dur="500" fill="hold"/>
                                        <p:tgtEl>
                                          <p:spTgt spid="1026"/>
                                        </p:tgtEl>
                                        <p:attrNameLst>
                                          <p:attrName>ppt_h</p:attrName>
                                        </p:attrNameLst>
                                      </p:cBhvr>
                                      <p:tavLst>
                                        <p:tav tm="0">
                                          <p:val>
                                            <p:fltVal val="0"/>
                                          </p:val>
                                        </p:tav>
                                        <p:tav tm="100000">
                                          <p:val>
                                            <p:strVal val="#ppt_h"/>
                                          </p:val>
                                        </p:tav>
                                      </p:tavLst>
                                    </p:anim>
                                    <p:animEffect transition="in" filter="fade">
                                      <p:cBhvr>
                                        <p:cTn id="134" dur="500"/>
                                        <p:tgtEl>
                                          <p:spTgt spid="1026"/>
                                        </p:tgtEl>
                                      </p:cBhvr>
                                    </p:animEffect>
                                  </p:childTnLst>
                                </p:cTn>
                              </p:par>
                            </p:childTnLst>
                          </p:cTn>
                        </p:par>
                        <p:par>
                          <p:cTn id="135" fill="hold">
                            <p:stCondLst>
                              <p:cond delay="4500"/>
                            </p:stCondLst>
                            <p:childTnLst>
                              <p:par>
                                <p:cTn id="136" presetID="53" presetClass="entr" presetSubtype="16" fill="hold" nodeType="afterEffect">
                                  <p:stCondLst>
                                    <p:cond delay="0"/>
                                  </p:stCondLst>
                                  <p:childTnLst>
                                    <p:set>
                                      <p:cBhvr>
                                        <p:cTn id="137" dur="1" fill="hold">
                                          <p:stCondLst>
                                            <p:cond delay="0"/>
                                          </p:stCondLst>
                                        </p:cTn>
                                        <p:tgtEl>
                                          <p:spTgt spid="157"/>
                                        </p:tgtEl>
                                        <p:attrNameLst>
                                          <p:attrName>style.visibility</p:attrName>
                                        </p:attrNameLst>
                                      </p:cBhvr>
                                      <p:to>
                                        <p:strVal val="visible"/>
                                      </p:to>
                                    </p:set>
                                    <p:anim calcmode="lin" valueType="num">
                                      <p:cBhvr>
                                        <p:cTn id="138" dur="500" fill="hold"/>
                                        <p:tgtEl>
                                          <p:spTgt spid="157"/>
                                        </p:tgtEl>
                                        <p:attrNameLst>
                                          <p:attrName>ppt_w</p:attrName>
                                        </p:attrNameLst>
                                      </p:cBhvr>
                                      <p:tavLst>
                                        <p:tav tm="0">
                                          <p:val>
                                            <p:fltVal val="0"/>
                                          </p:val>
                                        </p:tav>
                                        <p:tav tm="100000">
                                          <p:val>
                                            <p:strVal val="#ppt_w"/>
                                          </p:val>
                                        </p:tav>
                                      </p:tavLst>
                                    </p:anim>
                                    <p:anim calcmode="lin" valueType="num">
                                      <p:cBhvr>
                                        <p:cTn id="139" dur="500" fill="hold"/>
                                        <p:tgtEl>
                                          <p:spTgt spid="157"/>
                                        </p:tgtEl>
                                        <p:attrNameLst>
                                          <p:attrName>ppt_h</p:attrName>
                                        </p:attrNameLst>
                                      </p:cBhvr>
                                      <p:tavLst>
                                        <p:tav tm="0">
                                          <p:val>
                                            <p:fltVal val="0"/>
                                          </p:val>
                                        </p:tav>
                                        <p:tav tm="100000">
                                          <p:val>
                                            <p:strVal val="#ppt_h"/>
                                          </p:val>
                                        </p:tav>
                                      </p:tavLst>
                                    </p:anim>
                                    <p:animEffect transition="in" filter="fade">
                                      <p:cBhvr>
                                        <p:cTn id="140" dur="5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animBg="1"/>
      <p:bldP spid="1025" grpId="0"/>
      <p:bldP spid="1027" grpId="0"/>
      <p:bldP spid="1028"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5D54F6-ABBF-536A-B7C4-BCB3513763F8}"/>
              </a:ext>
            </a:extLst>
          </p:cNvPr>
          <p:cNvPicPr>
            <a:picLocks noChangeAspect="1"/>
          </p:cNvPicPr>
          <p:nvPr/>
        </p:nvPicPr>
        <p:blipFill>
          <a:blip r:embed="rId3"/>
          <a:stretch>
            <a:fillRect/>
          </a:stretch>
        </p:blipFill>
        <p:spPr>
          <a:xfrm>
            <a:off x="0" y="4566"/>
            <a:ext cx="12192000" cy="6848868"/>
          </a:xfrm>
          <a:prstGeom prst="rect">
            <a:avLst/>
          </a:prstGeom>
        </p:spPr>
      </p:pic>
    </p:spTree>
    <p:extLst>
      <p:ext uri="{BB962C8B-B14F-4D97-AF65-F5344CB8AC3E}">
        <p14:creationId xmlns:p14="http://schemas.microsoft.com/office/powerpoint/2010/main" val="2894791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Happy healthcare professional with patient">
            <a:extLst>
              <a:ext uri="{FF2B5EF4-FFF2-40B4-BE49-F238E27FC236}">
                <a16:creationId xmlns:a16="http://schemas.microsoft.com/office/drawing/2014/main" id="{BF43D6C5-04AE-E4CE-A826-99D799807CA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flipH="1">
            <a:off x="0" y="-1"/>
            <a:ext cx="12192000" cy="6092004"/>
          </a:xfrm>
          <a:prstGeom prst="rect">
            <a:avLst/>
          </a:prstGeom>
        </p:spPr>
      </p:pic>
      <p:sp>
        <p:nvSpPr>
          <p:cNvPr id="19" name="Rectangle 18">
            <a:extLst>
              <a:ext uri="{FF2B5EF4-FFF2-40B4-BE49-F238E27FC236}">
                <a16:creationId xmlns:a16="http://schemas.microsoft.com/office/drawing/2014/main" id="{9126575F-ACB3-98A4-B075-B48DD5D4D274}"/>
              </a:ext>
            </a:extLst>
          </p:cNvPr>
          <p:cNvSpPr/>
          <p:nvPr/>
        </p:nvSpPr>
        <p:spPr>
          <a:xfrm>
            <a:off x="0" y="5419488"/>
            <a:ext cx="12192000" cy="14660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2"/>
            <a:endParaRPr lang="en-US" sz="2400" dirty="0">
              <a:solidFill>
                <a:srgbClr val="FFFFFF"/>
              </a:solidFill>
              <a:latin typeface="Source Sans Pro"/>
            </a:endParaRPr>
          </a:p>
        </p:txBody>
      </p:sp>
      <p:sp>
        <p:nvSpPr>
          <p:cNvPr id="2" name="Text Placeholder 1">
            <a:extLst>
              <a:ext uri="{FF2B5EF4-FFF2-40B4-BE49-F238E27FC236}">
                <a16:creationId xmlns:a16="http://schemas.microsoft.com/office/drawing/2014/main" id="{E629B6AB-1651-DF49-881D-CFACC6E825C0}"/>
              </a:ext>
            </a:extLst>
          </p:cNvPr>
          <p:cNvSpPr>
            <a:spLocks noGrp="1"/>
          </p:cNvSpPr>
          <p:nvPr>
            <p:ph type="body" sz="quarter" idx="4294967295"/>
          </p:nvPr>
        </p:nvSpPr>
        <p:spPr>
          <a:xfrm>
            <a:off x="477153" y="5741191"/>
            <a:ext cx="11120967" cy="701628"/>
          </a:xfrm>
          <a:prstGeom prst="rect">
            <a:avLst/>
          </a:prstGeom>
        </p:spPr>
        <p:txBody>
          <a:bodyPr/>
          <a:lstStyle/>
          <a:p>
            <a:pPr marL="0" indent="0">
              <a:buNone/>
            </a:pPr>
            <a:r>
              <a:rPr lang="en-US" sz="4400" b="1" dirty="0">
                <a:solidFill>
                  <a:schemeClr val="bg1"/>
                </a:solidFill>
                <a:latin typeface="Overpass" pitchFamily="2" charset="77"/>
                <a:ea typeface="+mj-ea"/>
                <a:cs typeface="Arial" panose="020B0604020202020204" pitchFamily="34" charset="0"/>
              </a:rPr>
              <a:t>The Business of Nordic</a:t>
            </a:r>
          </a:p>
        </p:txBody>
      </p:sp>
      <p:sp>
        <p:nvSpPr>
          <p:cNvPr id="8" name="TextBox 7">
            <a:extLst>
              <a:ext uri="{FF2B5EF4-FFF2-40B4-BE49-F238E27FC236}">
                <a16:creationId xmlns:a16="http://schemas.microsoft.com/office/drawing/2014/main" id="{D46F73E1-C867-4BCD-9CE4-A85E94402DF9}"/>
              </a:ext>
            </a:extLst>
          </p:cNvPr>
          <p:cNvSpPr txBox="1"/>
          <p:nvPr userDrawn="1"/>
        </p:nvSpPr>
        <p:spPr>
          <a:xfrm>
            <a:off x="7986445" y="6474947"/>
            <a:ext cx="4114760" cy="235898"/>
          </a:xfrm>
          <a:prstGeom prst="rect">
            <a:avLst/>
          </a:prstGeom>
          <a:noFill/>
        </p:spPr>
        <p:txBody>
          <a:bodyPr wrap="square" rtlCol="0">
            <a:spAutoFit/>
          </a:bodyPr>
          <a:lstStyle/>
          <a:p>
            <a:pPr defTabSz="914332"/>
            <a:r>
              <a:rPr lang="en-US" sz="933" dirty="0">
                <a:solidFill>
                  <a:schemeClr val="accent3"/>
                </a:solidFill>
                <a:latin typeface="Source Sans Pro"/>
              </a:rPr>
              <a:t>©2024 Nordic®. All rights reserved. Confidential. Edition: 07/02/2024</a:t>
            </a:r>
            <a:endParaRPr lang="en-US" sz="933" dirty="0">
              <a:solidFill>
                <a:schemeClr val="accent3"/>
              </a:solidFill>
              <a:latin typeface="Source Sans Pro"/>
              <a:cs typeface="Arial" panose="020B0604020202020204" pitchFamily="34" charset="0"/>
            </a:endParaRPr>
          </a:p>
        </p:txBody>
      </p:sp>
      <p:grpSp>
        <p:nvGrpSpPr>
          <p:cNvPr id="3" name="Group 2">
            <a:extLst>
              <a:ext uri="{FF2B5EF4-FFF2-40B4-BE49-F238E27FC236}">
                <a16:creationId xmlns:a16="http://schemas.microsoft.com/office/drawing/2014/main" id="{E54E5642-8237-D3EE-4A69-70396C115184}"/>
              </a:ext>
            </a:extLst>
          </p:cNvPr>
          <p:cNvGrpSpPr/>
          <p:nvPr/>
        </p:nvGrpSpPr>
        <p:grpSpPr>
          <a:xfrm>
            <a:off x="477151" y="611529"/>
            <a:ext cx="4461752" cy="3767812"/>
            <a:chOff x="477151" y="611529"/>
            <a:chExt cx="4461752" cy="3767812"/>
          </a:xfrm>
        </p:grpSpPr>
        <p:sp>
          <p:nvSpPr>
            <p:cNvPr id="6" name="Rectangle 5">
              <a:extLst>
                <a:ext uri="{FF2B5EF4-FFF2-40B4-BE49-F238E27FC236}">
                  <a16:creationId xmlns:a16="http://schemas.microsoft.com/office/drawing/2014/main" id="{A5FC8905-B54C-0C9D-45C6-8FD9DD3CE5ED}"/>
                </a:ext>
              </a:extLst>
            </p:cNvPr>
            <p:cNvSpPr/>
            <p:nvPr/>
          </p:nvSpPr>
          <p:spPr>
            <a:xfrm>
              <a:off x="477151" y="611529"/>
              <a:ext cx="4461752" cy="3767812"/>
            </a:xfrm>
            <a:prstGeom prst="rect">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2400" dirty="0">
                <a:solidFill>
                  <a:srgbClr val="FFFFFF"/>
                </a:solidFill>
                <a:latin typeface="Source Sans Pro"/>
              </a:endParaRPr>
            </a:p>
          </p:txBody>
        </p:sp>
        <p:pic>
          <p:nvPicPr>
            <p:cNvPr id="7" name="Picture 6" descr="Logo&#10;&#10;Description automatically generated">
              <a:extLst>
                <a:ext uri="{FF2B5EF4-FFF2-40B4-BE49-F238E27FC236}">
                  <a16:creationId xmlns:a16="http://schemas.microsoft.com/office/drawing/2014/main" id="{2E54AB37-57B2-50E5-482F-D92631C03ADB}"/>
                </a:ext>
              </a:extLst>
            </p:cNvPr>
            <p:cNvPicPr>
              <a:picLocks noChangeAspect="1"/>
            </p:cNvPicPr>
            <p:nvPr/>
          </p:nvPicPr>
          <p:blipFill rotWithShape="1">
            <a:blip r:embed="rId4"/>
            <a:srcRect l="75151"/>
            <a:stretch/>
          </p:blipFill>
          <p:spPr>
            <a:xfrm>
              <a:off x="1947402" y="2551075"/>
              <a:ext cx="1514767" cy="1576039"/>
            </a:xfrm>
            <a:prstGeom prst="rect">
              <a:avLst/>
            </a:prstGeom>
          </p:spPr>
        </p:pic>
        <p:pic>
          <p:nvPicPr>
            <p:cNvPr id="9" name="Picture 8" descr="A logo of a company&#10;&#10;Description automatically generated">
              <a:extLst>
                <a:ext uri="{FF2B5EF4-FFF2-40B4-BE49-F238E27FC236}">
                  <a16:creationId xmlns:a16="http://schemas.microsoft.com/office/drawing/2014/main" id="{C2098641-90A2-4867-4FF6-266D21D0EF00}"/>
                </a:ext>
              </a:extLst>
            </p:cNvPr>
            <p:cNvPicPr>
              <a:picLocks noChangeAspect="1"/>
            </p:cNvPicPr>
            <p:nvPr/>
          </p:nvPicPr>
          <p:blipFill>
            <a:blip r:embed="rId5"/>
            <a:stretch>
              <a:fillRect/>
            </a:stretch>
          </p:blipFill>
          <p:spPr>
            <a:xfrm>
              <a:off x="619824" y="1009119"/>
              <a:ext cx="4221804" cy="1324626"/>
            </a:xfrm>
            <a:prstGeom prst="rect">
              <a:avLst/>
            </a:prstGeom>
          </p:spPr>
        </p:pic>
      </p:grpSp>
    </p:spTree>
    <p:extLst>
      <p:ext uri="{BB962C8B-B14F-4D97-AF65-F5344CB8AC3E}">
        <p14:creationId xmlns:p14="http://schemas.microsoft.com/office/powerpoint/2010/main" val="3076374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chemeClr val="accent3"/>
        </a:solidFill>
        <a:effectLst/>
      </p:bgPr>
    </p:bg>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4AF0111-A88D-87ED-13B2-D3E92D06D877}"/>
              </a:ext>
            </a:extLst>
          </p:cNvPr>
          <p:cNvSpPr/>
          <p:nvPr/>
        </p:nvSpPr>
        <p:spPr>
          <a:xfrm>
            <a:off x="3321298" y="2829234"/>
            <a:ext cx="1347932" cy="1347932"/>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6E7E8"/>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6AC64F37-5413-A50D-8A09-99A92B25CB80}"/>
              </a:ext>
            </a:extLst>
          </p:cNvPr>
          <p:cNvSpPr/>
          <p:nvPr/>
        </p:nvSpPr>
        <p:spPr>
          <a:xfrm>
            <a:off x="6037134" y="2601428"/>
            <a:ext cx="1107624" cy="110762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6E7E8"/>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0ACC5039-B998-A6D5-897F-1DA0A4F0756A}"/>
              </a:ext>
            </a:extLst>
          </p:cNvPr>
          <p:cNvSpPr/>
          <p:nvPr/>
        </p:nvSpPr>
        <p:spPr>
          <a:xfrm>
            <a:off x="9191371" y="4030172"/>
            <a:ext cx="428507" cy="42850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C7700"/>
              </a:solidFill>
              <a:effectLst/>
              <a:uLnTx/>
              <a:uFillTx/>
              <a:latin typeface="Calibri" panose="020F0502020204030204"/>
              <a:ea typeface="+mn-ea"/>
              <a:cs typeface="+mn-cs"/>
            </a:endParaRPr>
          </a:p>
        </p:txBody>
      </p:sp>
      <p:sp>
        <p:nvSpPr>
          <p:cNvPr id="5" name="Text Placeholder 2">
            <a:extLst>
              <a:ext uri="{FF2B5EF4-FFF2-40B4-BE49-F238E27FC236}">
                <a16:creationId xmlns:a16="http://schemas.microsoft.com/office/drawing/2014/main" id="{BC714A6B-A44F-14C0-6834-B0D3C2B66F71}"/>
              </a:ext>
            </a:extLst>
          </p:cNvPr>
          <p:cNvSpPr txBox="1">
            <a:spLocks/>
          </p:cNvSpPr>
          <p:nvPr/>
        </p:nvSpPr>
        <p:spPr>
          <a:xfrm>
            <a:off x="7862352" y="6121687"/>
            <a:ext cx="1902096" cy="378433"/>
          </a:xfrm>
          <a:prstGeom prst="rect">
            <a:avLst/>
          </a:prstGeom>
        </p:spPr>
        <p:txBody>
          <a:bodyPr anchor="ctr"/>
          <a:lstStyle>
            <a:lvl1pPr marL="0" indent="0" algn="l" defTabSz="685800" rtl="0" eaLnBrk="1" latinLnBrk="0" hangingPunct="1">
              <a:lnSpc>
                <a:spcPct val="90000"/>
              </a:lnSpc>
              <a:spcBef>
                <a:spcPts val="750"/>
              </a:spcBef>
              <a:buFont typeface="Arial" panose="020B0604020202020204" pitchFamily="34" charset="0"/>
              <a:buNone/>
              <a:defRPr sz="2100" b="1"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914377" rtl="0" eaLnBrk="1" fontAlgn="auto" latinLnBrk="0" hangingPunct="1">
              <a:lnSpc>
                <a:spcPts val="1067"/>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FFFFFF"/>
                </a:solidFill>
                <a:effectLst/>
                <a:uLnTx/>
                <a:uFillTx/>
                <a:latin typeface="Overpass Medium" panose="020B0503020203020203" pitchFamily="34" charset="0"/>
                <a:ea typeface="+mn-ea"/>
                <a:cs typeface="+mn-cs"/>
              </a:rPr>
              <a:t>PHILIPPINES</a:t>
            </a:r>
          </a:p>
        </p:txBody>
      </p:sp>
      <p:cxnSp>
        <p:nvCxnSpPr>
          <p:cNvPr id="6" name="Straight Connector 5">
            <a:extLst>
              <a:ext uri="{FF2B5EF4-FFF2-40B4-BE49-F238E27FC236}">
                <a16:creationId xmlns:a16="http://schemas.microsoft.com/office/drawing/2014/main" id="{F701FB4D-DB9E-3C05-8313-02AFD60BBE72}"/>
              </a:ext>
            </a:extLst>
          </p:cNvPr>
          <p:cNvCxnSpPr>
            <a:cxnSpLocks/>
          </p:cNvCxnSpPr>
          <p:nvPr/>
        </p:nvCxnSpPr>
        <p:spPr>
          <a:xfrm>
            <a:off x="6702059" y="787740"/>
            <a:ext cx="0" cy="219456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70B24E6-FFBF-464D-6520-E80D795FCDAB}"/>
              </a:ext>
            </a:extLst>
          </p:cNvPr>
          <p:cNvCxnSpPr>
            <a:cxnSpLocks/>
          </p:cNvCxnSpPr>
          <p:nvPr/>
        </p:nvCxnSpPr>
        <p:spPr>
          <a:xfrm>
            <a:off x="4052264" y="3788130"/>
            <a:ext cx="0" cy="148953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A14C48D-9D1E-9141-116F-75EA81D9FA7A}"/>
              </a:ext>
            </a:extLst>
          </p:cNvPr>
          <p:cNvCxnSpPr>
            <a:cxnSpLocks/>
          </p:cNvCxnSpPr>
          <p:nvPr/>
        </p:nvCxnSpPr>
        <p:spPr>
          <a:xfrm>
            <a:off x="9357433" y="4244426"/>
            <a:ext cx="0" cy="206647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6E80CBE3-04BF-2735-1820-E2E8D651BD9B}"/>
              </a:ext>
            </a:extLst>
          </p:cNvPr>
          <p:cNvSpPr txBox="1">
            <a:spLocks/>
          </p:cNvSpPr>
          <p:nvPr/>
        </p:nvSpPr>
        <p:spPr>
          <a:xfrm>
            <a:off x="1970590" y="4944736"/>
            <a:ext cx="1998643" cy="615679"/>
          </a:xfrm>
          <a:prstGeom prst="rect">
            <a:avLst/>
          </a:prstGeom>
        </p:spPr>
        <p:txBody>
          <a:bodyPr anchor="ctr"/>
          <a:lstStyle>
            <a:lvl1pPr marL="0" indent="0" algn="l" defTabSz="685800" rtl="0" eaLnBrk="1" latinLnBrk="0" hangingPunct="1">
              <a:lnSpc>
                <a:spcPct val="90000"/>
              </a:lnSpc>
              <a:spcBef>
                <a:spcPts val="750"/>
              </a:spcBef>
              <a:buFont typeface="Arial" panose="020B0604020202020204" pitchFamily="34" charset="0"/>
              <a:buNone/>
              <a:defRPr sz="2100" b="1"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FFFF"/>
                </a:solidFill>
                <a:effectLst/>
                <a:uLnTx/>
                <a:uFillTx/>
                <a:latin typeface="Overpass Medium" panose="020B0503020203020203" pitchFamily="34" charset="0"/>
                <a:ea typeface="+mn-ea"/>
                <a:cs typeface="+mn-cs"/>
              </a:rPr>
              <a:t>UNITED STATES</a:t>
            </a:r>
          </a:p>
        </p:txBody>
      </p:sp>
      <p:sp>
        <p:nvSpPr>
          <p:cNvPr id="11" name="Text Placeholder 2">
            <a:extLst>
              <a:ext uri="{FF2B5EF4-FFF2-40B4-BE49-F238E27FC236}">
                <a16:creationId xmlns:a16="http://schemas.microsoft.com/office/drawing/2014/main" id="{3BC3D235-4FD7-936D-C36B-3AA9045557E1}"/>
              </a:ext>
            </a:extLst>
          </p:cNvPr>
          <p:cNvSpPr txBox="1">
            <a:spLocks/>
          </p:cNvSpPr>
          <p:nvPr/>
        </p:nvSpPr>
        <p:spPr>
          <a:xfrm>
            <a:off x="5781187" y="607647"/>
            <a:ext cx="1998643" cy="615679"/>
          </a:xfrm>
          <a:prstGeom prst="rect">
            <a:avLst/>
          </a:prstGeom>
        </p:spPr>
        <p:txBody>
          <a:bodyPr anchor="ctr"/>
          <a:lstStyle>
            <a:lvl1pPr marL="0" indent="0" algn="l" defTabSz="685800" rtl="0" eaLnBrk="1" latinLnBrk="0" hangingPunct="1">
              <a:lnSpc>
                <a:spcPct val="90000"/>
              </a:lnSpc>
              <a:spcBef>
                <a:spcPts val="750"/>
              </a:spcBef>
              <a:buFont typeface="Arial" panose="020B0604020202020204" pitchFamily="34" charset="0"/>
              <a:buNone/>
              <a:defRPr sz="2100" b="1"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a:ln>
                  <a:noFill/>
                </a:ln>
                <a:solidFill>
                  <a:srgbClr val="FFFFFF"/>
                </a:solidFill>
                <a:effectLst/>
                <a:uLnTx/>
                <a:uFillTx/>
                <a:latin typeface="Overpass Medium" panose="020B0503020203020203" pitchFamily="34" charset="0"/>
                <a:ea typeface="+mn-ea"/>
                <a:cs typeface="+mn-cs"/>
              </a:rPr>
              <a:t>EUROPE</a:t>
            </a:r>
          </a:p>
        </p:txBody>
      </p:sp>
      <p:sp>
        <p:nvSpPr>
          <p:cNvPr id="2" name="TextBox 1">
            <a:extLst>
              <a:ext uri="{FF2B5EF4-FFF2-40B4-BE49-F238E27FC236}">
                <a16:creationId xmlns:a16="http://schemas.microsoft.com/office/drawing/2014/main" id="{1C456473-9250-C5AD-EED8-1F4BFC652ED3}"/>
              </a:ext>
            </a:extLst>
          </p:cNvPr>
          <p:cNvSpPr txBox="1"/>
          <p:nvPr/>
        </p:nvSpPr>
        <p:spPr>
          <a:xfrm>
            <a:off x="285071" y="1103894"/>
            <a:ext cx="3274982" cy="954107"/>
          </a:xfrm>
          <a:prstGeom prst="rect">
            <a:avLst/>
          </a:prstGeom>
          <a:noFill/>
        </p:spPr>
        <p:txBody>
          <a:bodyPr wrap="square" rtlCol="0">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Global Footprint</a:t>
            </a:r>
          </a:p>
          <a:p>
            <a:pPr marL="0" marR="0" lvl="0" indent="0" algn="l" defTabSz="914354"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nvGrpSpPr>
          <p:cNvPr id="3" name="Group 2">
            <a:extLst>
              <a:ext uri="{FF2B5EF4-FFF2-40B4-BE49-F238E27FC236}">
                <a16:creationId xmlns:a16="http://schemas.microsoft.com/office/drawing/2014/main" id="{FFEB7E11-B1D1-CEEC-5768-E401898A2470}"/>
              </a:ext>
            </a:extLst>
          </p:cNvPr>
          <p:cNvGrpSpPr/>
          <p:nvPr/>
        </p:nvGrpSpPr>
        <p:grpSpPr>
          <a:xfrm>
            <a:off x="285071" y="215639"/>
            <a:ext cx="4637617" cy="748584"/>
            <a:chOff x="287847" y="468219"/>
            <a:chExt cx="4539727" cy="732786"/>
          </a:xfrm>
        </p:grpSpPr>
        <p:pic>
          <p:nvPicPr>
            <p:cNvPr id="4" name="Picture 3" descr="Logo, company name&#10;&#10;Description automatically generated">
              <a:extLst>
                <a:ext uri="{FF2B5EF4-FFF2-40B4-BE49-F238E27FC236}">
                  <a16:creationId xmlns:a16="http://schemas.microsoft.com/office/drawing/2014/main" id="{1C555759-610A-4B27-8265-6AD405B00EED}"/>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87847" y="468219"/>
              <a:ext cx="2694668" cy="618729"/>
            </a:xfrm>
            <a:prstGeom prst="rect">
              <a:avLst/>
            </a:prstGeom>
          </p:spPr>
        </p:pic>
        <p:sp>
          <p:nvSpPr>
            <p:cNvPr id="17" name="TextBox 16">
              <a:extLst>
                <a:ext uri="{FF2B5EF4-FFF2-40B4-BE49-F238E27FC236}">
                  <a16:creationId xmlns:a16="http://schemas.microsoft.com/office/drawing/2014/main" id="{654E0F7A-9F6F-A715-22FA-C3075C7893C6}"/>
                </a:ext>
              </a:extLst>
            </p:cNvPr>
            <p:cNvSpPr txBox="1"/>
            <p:nvPr/>
          </p:nvSpPr>
          <p:spPr>
            <a:xfrm>
              <a:off x="3123472" y="477930"/>
              <a:ext cx="1704102" cy="723075"/>
            </a:xfrm>
            <a:prstGeom prst="rect">
              <a:avLst/>
            </a:prstGeom>
            <a:noFill/>
          </p:spPr>
          <p:txBody>
            <a:bodyPr wrap="square" lIns="121920" tIns="60960" rIns="121920" bIns="60960" rtlCol="0" anchor="t">
              <a:spAutoFit/>
            </a:bodyPr>
            <a:lstStyle/>
            <a:p>
              <a:pPr marL="0" marR="0" lvl="0" indent="0" algn="l" defTabSz="914354"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verpass Black"/>
                  <a:ea typeface="+mn-ea"/>
                  <a:cs typeface="+mn-cs"/>
                </a:rPr>
                <a:t>Global Health </a:t>
              </a:r>
            </a:p>
            <a:p>
              <a:pPr marL="0" marR="0" lvl="0" indent="0" algn="l" defTabSz="914354"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verpass Black"/>
                  <a:ea typeface="+mn-ea"/>
                  <a:cs typeface="+mn-cs"/>
                </a:rPr>
                <a:t>and Technology Consulting</a:t>
              </a:r>
            </a:p>
          </p:txBody>
        </p:sp>
        <p:cxnSp>
          <p:nvCxnSpPr>
            <p:cNvPr id="18" name="Straight Connector 17">
              <a:extLst>
                <a:ext uri="{FF2B5EF4-FFF2-40B4-BE49-F238E27FC236}">
                  <a16:creationId xmlns:a16="http://schemas.microsoft.com/office/drawing/2014/main" id="{7C570026-2361-76A5-2E84-6F7B004F9C2B}"/>
                </a:ext>
              </a:extLst>
            </p:cNvPr>
            <p:cNvCxnSpPr/>
            <p:nvPr/>
          </p:nvCxnSpPr>
          <p:spPr>
            <a:xfrm>
              <a:off x="3077231" y="556060"/>
              <a:ext cx="0" cy="54864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8" name="Oval 7">
            <a:extLst>
              <a:ext uri="{FF2B5EF4-FFF2-40B4-BE49-F238E27FC236}">
                <a16:creationId xmlns:a16="http://schemas.microsoft.com/office/drawing/2014/main" id="{CE53E7BB-C16A-F861-B712-DCD45BEEFC75}"/>
              </a:ext>
            </a:extLst>
          </p:cNvPr>
          <p:cNvSpPr/>
          <p:nvPr/>
        </p:nvSpPr>
        <p:spPr>
          <a:xfrm>
            <a:off x="2803628" y="2139403"/>
            <a:ext cx="756424" cy="75642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E6E7E8"/>
              </a:solidFill>
              <a:latin typeface="Calibri" panose="020F0502020204030204"/>
            </a:endParaRPr>
          </a:p>
        </p:txBody>
      </p:sp>
      <p:sp>
        <p:nvSpPr>
          <p:cNvPr id="12" name="Text Placeholder 2">
            <a:extLst>
              <a:ext uri="{FF2B5EF4-FFF2-40B4-BE49-F238E27FC236}">
                <a16:creationId xmlns:a16="http://schemas.microsoft.com/office/drawing/2014/main" id="{35B996B9-2DAB-BBDA-CE39-BE626B1CF301}"/>
              </a:ext>
            </a:extLst>
          </p:cNvPr>
          <p:cNvSpPr txBox="1">
            <a:spLocks/>
          </p:cNvSpPr>
          <p:nvPr/>
        </p:nvSpPr>
        <p:spPr>
          <a:xfrm>
            <a:off x="1154776" y="3836670"/>
            <a:ext cx="1998643" cy="615679"/>
          </a:xfrm>
          <a:prstGeom prst="rect">
            <a:avLst/>
          </a:prstGeom>
        </p:spPr>
        <p:txBody>
          <a:bodyPr anchor="ctr"/>
          <a:lstStyle>
            <a:lvl1pPr marL="0" indent="0" algn="l" defTabSz="685800" rtl="0" eaLnBrk="1" latinLnBrk="0" hangingPunct="1">
              <a:lnSpc>
                <a:spcPct val="90000"/>
              </a:lnSpc>
              <a:spcBef>
                <a:spcPts val="750"/>
              </a:spcBef>
              <a:buFont typeface="Arial" panose="020B0604020202020204" pitchFamily="34" charset="0"/>
              <a:buNone/>
              <a:defRPr sz="2100" b="1" kern="1200">
                <a:solidFill>
                  <a:schemeClr val="bg1"/>
                </a:solidFill>
                <a:latin typeface="+mj-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r"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FFFFFF"/>
                </a:solidFill>
                <a:effectLst/>
                <a:uLnTx/>
                <a:uFillTx/>
                <a:latin typeface="Overpass Medium" panose="020B0503020203020203" pitchFamily="34" charset="0"/>
                <a:ea typeface="+mn-ea"/>
                <a:cs typeface="+mn-cs"/>
              </a:rPr>
              <a:t>CANADA</a:t>
            </a:r>
          </a:p>
        </p:txBody>
      </p:sp>
      <p:cxnSp>
        <p:nvCxnSpPr>
          <p:cNvPr id="19" name="Straight Connector 18">
            <a:extLst>
              <a:ext uri="{FF2B5EF4-FFF2-40B4-BE49-F238E27FC236}">
                <a16:creationId xmlns:a16="http://schemas.microsoft.com/office/drawing/2014/main" id="{57D337A8-B52B-5E3B-EE22-9D28D855A710}"/>
              </a:ext>
            </a:extLst>
          </p:cNvPr>
          <p:cNvCxnSpPr>
            <a:cxnSpLocks/>
          </p:cNvCxnSpPr>
          <p:nvPr/>
        </p:nvCxnSpPr>
        <p:spPr>
          <a:xfrm>
            <a:off x="3181840" y="2735655"/>
            <a:ext cx="0" cy="148953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7954985-F0D8-60FB-4796-27D7EF6D847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154195" y="1762618"/>
            <a:ext cx="9007380" cy="4391623"/>
          </a:xfrm>
          <a:prstGeom prst="rect">
            <a:avLst/>
          </a:prstGeom>
        </p:spPr>
      </p:pic>
    </p:spTree>
    <p:extLst>
      <p:ext uri="{BB962C8B-B14F-4D97-AF65-F5344CB8AC3E}">
        <p14:creationId xmlns:p14="http://schemas.microsoft.com/office/powerpoint/2010/main" val="3732161699"/>
      </p:ext>
    </p:extLst>
  </p:cSld>
  <p:clrMapOvr>
    <a:masterClrMapping/>
  </p:clrMapOvr>
</p:sld>
</file>

<file path=ppt/theme/theme1.xml><?xml version="1.0" encoding="utf-8"?>
<a:theme xmlns:a="http://schemas.openxmlformats.org/drawingml/2006/main" name="White Geometric">
  <a:themeElements>
    <a:clrScheme name="Nordic color theme">
      <a:dk1>
        <a:srgbClr val="595959"/>
      </a:dk1>
      <a:lt1>
        <a:srgbClr val="FFFFFF"/>
      </a:lt1>
      <a:dk2>
        <a:srgbClr val="78BE20"/>
      </a:dk2>
      <a:lt2>
        <a:srgbClr val="315470"/>
      </a:lt2>
      <a:accent1>
        <a:srgbClr val="EA7600"/>
      </a:accent1>
      <a:accent2>
        <a:srgbClr val="00AEC7"/>
      </a:accent2>
      <a:accent3>
        <a:srgbClr val="999999"/>
      </a:accent3>
      <a:accent4>
        <a:srgbClr val="E5E5E5"/>
      </a:accent4>
      <a:accent5>
        <a:srgbClr val="E1CD00"/>
      </a:accent5>
      <a:accent6>
        <a:srgbClr val="658D2F"/>
      </a:accent6>
      <a:hlink>
        <a:srgbClr val="78BE20"/>
      </a:hlink>
      <a:folHlink>
        <a:srgbClr val="2E546F"/>
      </a:folHlink>
    </a:clrScheme>
    <a:fontScheme name="Nordic font theme">
      <a:majorFont>
        <a:latin typeface="Overpass"/>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ALP001_Rebuild_220_Smaller 16x9_Nordic Slides_20211102_1b2-NEW" id="{B5B0A414-5131-1743-998B-D726F5995234}" vid="{558D1B91-CB74-524C-BCDC-C6D8B9EA3890}"/>
    </a:ext>
  </a:extLst>
</a:theme>
</file>

<file path=ppt/theme/theme2.xml><?xml version="1.0" encoding="utf-8"?>
<a:theme xmlns:a="http://schemas.openxmlformats.org/drawingml/2006/main" name="1_White Slides">
  <a:themeElements>
    <a:clrScheme name="Nordic color theme">
      <a:dk1>
        <a:srgbClr val="595959"/>
      </a:dk1>
      <a:lt1>
        <a:srgbClr val="FFFFFF"/>
      </a:lt1>
      <a:dk2>
        <a:srgbClr val="78BE20"/>
      </a:dk2>
      <a:lt2>
        <a:srgbClr val="315470"/>
      </a:lt2>
      <a:accent1>
        <a:srgbClr val="EA7600"/>
      </a:accent1>
      <a:accent2>
        <a:srgbClr val="00AEC7"/>
      </a:accent2>
      <a:accent3>
        <a:srgbClr val="999999"/>
      </a:accent3>
      <a:accent4>
        <a:srgbClr val="E5E5E5"/>
      </a:accent4>
      <a:accent5>
        <a:srgbClr val="E1CD00"/>
      </a:accent5>
      <a:accent6>
        <a:srgbClr val="658D2F"/>
      </a:accent6>
      <a:hlink>
        <a:srgbClr val="78BE20"/>
      </a:hlink>
      <a:folHlink>
        <a:srgbClr val="2E546F"/>
      </a:folHlink>
    </a:clrScheme>
    <a:fontScheme name="Nordic font theme">
      <a:majorFont>
        <a:latin typeface="Overpass"/>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ALP001_Rebuild_220_Smaller 16x9_Nordic Slides_20211102_1b2-NEW" id="{B5B0A414-5131-1743-998B-D726F5995234}" vid="{D4BF0359-0952-9B41-8D2A-F804CEF6F459}"/>
    </a:ext>
  </a:extLst>
</a:theme>
</file>

<file path=ppt/theme/theme3.xml><?xml version="1.0" encoding="utf-8"?>
<a:theme xmlns:a="http://schemas.openxmlformats.org/drawingml/2006/main" name="Transition Slides with Photos and Logo">
  <a:themeElements>
    <a:clrScheme name="Nordic color theme">
      <a:dk1>
        <a:srgbClr val="595959"/>
      </a:dk1>
      <a:lt1>
        <a:srgbClr val="FFFFFF"/>
      </a:lt1>
      <a:dk2>
        <a:srgbClr val="78BE20"/>
      </a:dk2>
      <a:lt2>
        <a:srgbClr val="315470"/>
      </a:lt2>
      <a:accent1>
        <a:srgbClr val="EA7600"/>
      </a:accent1>
      <a:accent2>
        <a:srgbClr val="00AEC7"/>
      </a:accent2>
      <a:accent3>
        <a:srgbClr val="999999"/>
      </a:accent3>
      <a:accent4>
        <a:srgbClr val="E5E5E5"/>
      </a:accent4>
      <a:accent5>
        <a:srgbClr val="E1CD00"/>
      </a:accent5>
      <a:accent6>
        <a:srgbClr val="658D2F"/>
      </a:accent6>
      <a:hlink>
        <a:srgbClr val="78BE20"/>
      </a:hlink>
      <a:folHlink>
        <a:srgbClr val="2E546F"/>
      </a:folHlink>
    </a:clrScheme>
    <a:fontScheme name="Nordic font theme">
      <a:majorFont>
        <a:latin typeface="Overpass"/>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ALP001_Rebuild_220_Smaller 16x9_Nordic Slides_20211102_1b2-NEW" id="{B5B0A414-5131-1743-998B-D726F5995234}" vid="{987479B0-D118-D04D-AD37-04C31E3CE495}"/>
    </a:ext>
  </a:extLst>
</a:theme>
</file>

<file path=ppt/theme/theme4.xml><?xml version="1.0" encoding="utf-8"?>
<a:theme xmlns:a="http://schemas.openxmlformats.org/drawingml/2006/main" name="2_White Slides">
  <a:themeElements>
    <a:clrScheme name="Nordic color theme">
      <a:dk1>
        <a:srgbClr val="595959"/>
      </a:dk1>
      <a:lt1>
        <a:srgbClr val="FFFFFF"/>
      </a:lt1>
      <a:dk2>
        <a:srgbClr val="78BE20"/>
      </a:dk2>
      <a:lt2>
        <a:srgbClr val="315470"/>
      </a:lt2>
      <a:accent1>
        <a:srgbClr val="EA7600"/>
      </a:accent1>
      <a:accent2>
        <a:srgbClr val="00AEC7"/>
      </a:accent2>
      <a:accent3>
        <a:srgbClr val="999999"/>
      </a:accent3>
      <a:accent4>
        <a:srgbClr val="E5E5E5"/>
      </a:accent4>
      <a:accent5>
        <a:srgbClr val="E1CD00"/>
      </a:accent5>
      <a:accent6>
        <a:srgbClr val="658D2F"/>
      </a:accent6>
      <a:hlink>
        <a:srgbClr val="78BE20"/>
      </a:hlink>
      <a:folHlink>
        <a:srgbClr val="2E546F"/>
      </a:folHlink>
    </a:clrScheme>
    <a:fontScheme name="Nordic font theme">
      <a:majorFont>
        <a:latin typeface="Overpass"/>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Template 2022 Design-Wide Screen" id="{3F82FA4F-3298-4EA7-AED0-C730B04687FE}" vid="{7E4D5F1F-B314-4F04-A99B-ADAD562E9B38}"/>
    </a:ext>
  </a:extLst>
</a:theme>
</file>

<file path=ppt/theme/theme5.xml><?xml version="1.0" encoding="utf-8"?>
<a:theme xmlns:a="http://schemas.openxmlformats.org/drawingml/2006/main" name="2_Right Side Text">
  <a:themeElements>
    <a:clrScheme name="Nordic Colors">
      <a:dk1>
        <a:srgbClr val="595959"/>
      </a:dk1>
      <a:lt1>
        <a:srgbClr val="FFFFFF"/>
      </a:lt1>
      <a:dk2>
        <a:srgbClr val="78BE20"/>
      </a:dk2>
      <a:lt2>
        <a:srgbClr val="315470"/>
      </a:lt2>
      <a:accent1>
        <a:srgbClr val="EA7600"/>
      </a:accent1>
      <a:accent2>
        <a:srgbClr val="00AEC7"/>
      </a:accent2>
      <a:accent3>
        <a:srgbClr val="999999"/>
      </a:accent3>
      <a:accent4>
        <a:srgbClr val="E5E5E5"/>
      </a:accent4>
      <a:accent5>
        <a:srgbClr val="E1CD00"/>
      </a:accent5>
      <a:accent6>
        <a:srgbClr val="658D2F"/>
      </a:accent6>
      <a:hlink>
        <a:srgbClr val="78BE20"/>
      </a:hlink>
      <a:folHlink>
        <a:srgbClr val="2E546F"/>
      </a:folHlink>
    </a:clrScheme>
    <a:fontScheme name="Nordic">
      <a:majorFont>
        <a:latin typeface="Overpass"/>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Template 2021 Design-Wide Screen" id="{9987E8B2-EEC2-4A3B-9C46-2164AB2D6C9D}" vid="{113D3BDD-1564-4389-AF05-A62D0B536A50}"/>
    </a:ext>
  </a:extLst>
</a:theme>
</file>

<file path=ppt/theme/theme6.xml><?xml version="1.0" encoding="utf-8"?>
<a:theme xmlns:a="http://schemas.openxmlformats.org/drawingml/2006/main" name="Custom Design">
  <a:themeElements>
    <a:clrScheme name="Nordic Global">
      <a:dk1>
        <a:srgbClr val="77787B"/>
      </a:dk1>
      <a:lt1>
        <a:srgbClr val="E6E7E8"/>
      </a:lt1>
      <a:dk2>
        <a:srgbClr val="44546A"/>
      </a:dk2>
      <a:lt2>
        <a:srgbClr val="E7E6E6"/>
      </a:lt2>
      <a:accent1>
        <a:srgbClr val="76BC21"/>
      </a:accent1>
      <a:accent2>
        <a:srgbClr val="EC7700"/>
      </a:accent2>
      <a:accent3>
        <a:srgbClr val="00ABC8"/>
      </a:accent3>
      <a:accent4>
        <a:srgbClr val="E0CC00"/>
      </a:accent4>
      <a:accent5>
        <a:srgbClr val="305470"/>
      </a:accent5>
      <a:accent6>
        <a:srgbClr val="9D9FA2"/>
      </a:accent6>
      <a:hlink>
        <a:srgbClr val="4D4D4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White Slides">
  <a:themeElements>
    <a:clrScheme name="Nordic color theme">
      <a:dk1>
        <a:srgbClr val="595959"/>
      </a:dk1>
      <a:lt1>
        <a:srgbClr val="FFFFFF"/>
      </a:lt1>
      <a:dk2>
        <a:srgbClr val="78BE20"/>
      </a:dk2>
      <a:lt2>
        <a:srgbClr val="315470"/>
      </a:lt2>
      <a:accent1>
        <a:srgbClr val="EA7600"/>
      </a:accent1>
      <a:accent2>
        <a:srgbClr val="00AEC7"/>
      </a:accent2>
      <a:accent3>
        <a:srgbClr val="999999"/>
      </a:accent3>
      <a:accent4>
        <a:srgbClr val="E5E5E5"/>
      </a:accent4>
      <a:accent5>
        <a:srgbClr val="E1CD00"/>
      </a:accent5>
      <a:accent6>
        <a:srgbClr val="658D2F"/>
      </a:accent6>
      <a:hlink>
        <a:srgbClr val="78BE20"/>
      </a:hlink>
      <a:folHlink>
        <a:srgbClr val="2E546F"/>
      </a:folHlink>
    </a:clrScheme>
    <a:fontScheme name="Nordic font theme">
      <a:majorFont>
        <a:latin typeface="Overpass"/>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Template 2022 Design-Wide Screen" id="{3F82FA4F-3298-4EA7-AED0-C730B04687FE}" vid="{7E4D5F1F-B314-4F04-A99B-ADAD562E9B38}"/>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9E3364CEA62B94EA6D032C126C300E9" ma:contentTypeVersion="16" ma:contentTypeDescription="Create a new document." ma:contentTypeScope="" ma:versionID="571131d222e1ed4395e4b327d3d80600">
  <xsd:schema xmlns:xsd="http://www.w3.org/2001/XMLSchema" xmlns:xs="http://www.w3.org/2001/XMLSchema" xmlns:p="http://schemas.microsoft.com/office/2006/metadata/properties" xmlns:ns1="http://schemas.microsoft.com/sharepoint/v3" xmlns:ns2="7a5592ea-27d3-45bb-b888-89b51b1d41e5" xmlns:ns3="dce94cd1-9f23-49c8-b200-beda763b3b75" targetNamespace="http://schemas.microsoft.com/office/2006/metadata/properties" ma:root="true" ma:fieldsID="db739f611e038bd9ff28c3ef46517b34" ns1:_="" ns2:_="" ns3:_="">
    <xsd:import namespace="http://schemas.microsoft.com/sharepoint/v3"/>
    <xsd:import namespace="7a5592ea-27d3-45bb-b888-89b51b1d41e5"/>
    <xsd:import namespace="dce94cd1-9f23-49c8-b200-beda763b3b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1:_ip_UnifiedCompliancePolicyProperties" minOccurs="0"/>
                <xsd:element ref="ns1:_ip_UnifiedCompliancePolicyUIActio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a5592ea-27d3-45bb-b888-89b51b1d41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1a2f609-f422-453d-aa7c-12dff0958fd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e94cd1-9f23-49c8-b200-beda763b3b7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3cadd9b-368a-44b5-9c38-398205d86b4f}" ma:internalName="TaxCatchAll" ma:showField="CatchAllData" ma:web="dce94cd1-9f23-49c8-b200-beda763b3b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ce94cd1-9f23-49c8-b200-beda763b3b75" xsi:nil="true"/>
    <lcf76f155ced4ddcb4097134ff3c332f xmlns="7a5592ea-27d3-45bb-b888-89b51b1d41e5">
      <Terms xmlns="http://schemas.microsoft.com/office/infopath/2007/PartnerControls"/>
    </lcf76f155ced4ddcb4097134ff3c332f>
    <MediaLengthInSeconds xmlns="7a5592ea-27d3-45bb-b888-89b51b1d41e5"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BB9C4030-5023-4EF7-BB7E-647A1FC72638}">
  <ds:schemaRefs>
    <ds:schemaRef ds:uri="http://schemas.microsoft.com/sharepoint/v3/contenttype/forms"/>
  </ds:schemaRefs>
</ds:datastoreItem>
</file>

<file path=customXml/itemProps2.xml><?xml version="1.0" encoding="utf-8"?>
<ds:datastoreItem xmlns:ds="http://schemas.openxmlformats.org/officeDocument/2006/customXml" ds:itemID="{ADDF6569-EDDE-490C-9382-0CF536C1FB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a5592ea-27d3-45bb-b888-89b51b1d41e5"/>
    <ds:schemaRef ds:uri="dce94cd1-9f23-49c8-b200-beda763b3b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97BB7E3-7CAD-4F3D-9D82-520EB9F2A2F1}">
  <ds:schemaRefs>
    <ds:schemaRef ds:uri="http://purl.org/dc/elements/1.1/"/>
    <ds:schemaRef ds:uri="http://schemas.microsoft.com/office/2006/metadata/properties"/>
    <ds:schemaRef ds:uri="http://schemas.microsoft.com/office/infopath/2007/PartnerControls"/>
    <ds:schemaRef ds:uri="http://schemas.microsoft.com/office/2006/documentManagement/types"/>
    <ds:schemaRef ds:uri="http://schemas.microsoft.com/sharepoint/v3"/>
    <ds:schemaRef ds:uri="http://purl.org/dc/dcmitype/"/>
    <ds:schemaRef ds:uri="http://www.w3.org/XML/1998/namespace"/>
    <ds:schemaRef ds:uri="http://purl.org/dc/terms/"/>
    <ds:schemaRef ds:uri="http://schemas.openxmlformats.org/package/2006/metadata/core-properties"/>
    <ds:schemaRef ds:uri="dce94cd1-9f23-49c8-b200-beda763b3b75"/>
    <ds:schemaRef ds:uri="7a5592ea-27d3-45bb-b888-89b51b1d41e5"/>
  </ds:schemaRefs>
</ds:datastoreItem>
</file>

<file path=docProps/app.xml><?xml version="1.0" encoding="utf-8"?>
<Properties xmlns="http://schemas.openxmlformats.org/officeDocument/2006/extended-properties" xmlns:vt="http://schemas.openxmlformats.org/officeDocument/2006/docPropsVTypes">
  <Template>Green background</Template>
  <TotalTime>18465</TotalTime>
  <Words>7638</Words>
  <Application>Microsoft Office PowerPoint</Application>
  <PresentationFormat>Widescreen</PresentationFormat>
  <Paragraphs>615</Paragraphs>
  <Slides>34</Slides>
  <Notes>31</Notes>
  <HiddenSlides>14</HiddenSlides>
  <MMClips>3</MMClips>
  <ScaleCrop>false</ScaleCrop>
  <HeadingPairs>
    <vt:vector size="6" baseType="variant">
      <vt:variant>
        <vt:lpstr>Fonts Used</vt:lpstr>
      </vt:variant>
      <vt:variant>
        <vt:i4>11</vt:i4>
      </vt:variant>
      <vt:variant>
        <vt:lpstr>Theme</vt:lpstr>
      </vt:variant>
      <vt:variant>
        <vt:i4>7</vt:i4>
      </vt:variant>
      <vt:variant>
        <vt:lpstr>Slide Titles</vt:lpstr>
      </vt:variant>
      <vt:variant>
        <vt:i4>34</vt:i4>
      </vt:variant>
    </vt:vector>
  </HeadingPairs>
  <TitlesOfParts>
    <vt:vector size="52" baseType="lpstr">
      <vt:lpstr>Lato Light</vt:lpstr>
      <vt:lpstr>Source Sans Pro</vt:lpstr>
      <vt:lpstr>YouTube Noto</vt:lpstr>
      <vt:lpstr>Calibri</vt:lpstr>
      <vt:lpstr>Arial</vt:lpstr>
      <vt:lpstr>SourceSansPro</vt:lpstr>
      <vt:lpstr>Wingdings</vt:lpstr>
      <vt:lpstr>Times New Roman</vt:lpstr>
      <vt:lpstr>Overpass</vt:lpstr>
      <vt:lpstr>Overpass Medium</vt:lpstr>
      <vt:lpstr>Overpass Black</vt:lpstr>
      <vt:lpstr>White Geometric</vt:lpstr>
      <vt:lpstr>1_White Slides</vt:lpstr>
      <vt:lpstr>Transition Slides with Photos and Logo</vt:lpstr>
      <vt:lpstr>2_White Slides</vt:lpstr>
      <vt:lpstr>2_Right Side Text</vt:lpstr>
      <vt:lpstr>Custom Design</vt:lpstr>
      <vt:lpstr>3_White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Nordic’s Org Chart</vt:lpstr>
      <vt:lpstr>Nordic connects people, data, and technology to create a healthier world.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Cameron Davis-Bean</dc:creator>
  <cp:keywords/>
  <dc:description/>
  <cp:lastModifiedBy>Heath Cloutier</cp:lastModifiedBy>
  <cp:revision>2</cp:revision>
  <dcterms:created xsi:type="dcterms:W3CDTF">2022-04-21T17:12:53Z</dcterms:created>
  <dcterms:modified xsi:type="dcterms:W3CDTF">2025-09-17T23:50:32Z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0x010100E9E3364CEA62B94EA6D032C126C300E9</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lpwstr/>
  </property>
</Properties>
</file>