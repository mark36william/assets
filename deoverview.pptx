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5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74" r:id="rId5"/>
    <p:sldMasterId id="2147483685" r:id="rId6"/>
    <p:sldMasterId id="2147483696" r:id="rId7"/>
    <p:sldMasterId id="2147483717" r:id="rId8"/>
    <p:sldMasterId id="2147483775" r:id="rId9"/>
    <p:sldMasterId id="2147483812" r:id="rId10"/>
  </p:sldMasterIdLst>
  <p:notesMasterIdLst>
    <p:notesMasterId r:id="rId27"/>
  </p:notesMasterIdLst>
  <p:sldIdLst>
    <p:sldId id="4440" r:id="rId11"/>
    <p:sldId id="7705" r:id="rId12"/>
    <p:sldId id="4336" r:id="rId13"/>
    <p:sldId id="7710" r:id="rId14"/>
    <p:sldId id="7706" r:id="rId15"/>
    <p:sldId id="4340" r:id="rId16"/>
    <p:sldId id="7698" r:id="rId17"/>
    <p:sldId id="7697" r:id="rId18"/>
    <p:sldId id="7711" r:id="rId19"/>
    <p:sldId id="4353" r:id="rId20"/>
    <p:sldId id="7707" r:id="rId21"/>
    <p:sldId id="4509" r:id="rId22"/>
    <p:sldId id="7709" r:id="rId23"/>
    <p:sldId id="7691" r:id="rId24"/>
    <p:sldId id="7712" r:id="rId25"/>
    <p:sldId id="4517" r:id="rId26"/>
  </p:sldIdLst>
  <p:sldSz cx="12192000" cy="6858000"/>
  <p:notesSz cx="6858000" cy="9144000"/>
  <p:embeddedFontLst>
    <p:embeddedFont>
      <p:font typeface="Overpass" panose="020B0503020203020203" pitchFamily="34" charset="0"/>
      <p:regular r:id="rId28"/>
      <p:bold r:id="rId29"/>
      <p:italic r:id="rId30"/>
      <p:boldItalic r:id="rId31"/>
    </p:embeddedFont>
    <p:embeddedFont>
      <p:font typeface="Source Sans Pro" panose="020B0503030403020204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394248-8347-10C7-E04C-DBB409571774}" name="Adam Pacheco" initials="AP" userId="S::adam.pacheco@nordicglobal.com::cd8600c6-febb-42e5-b2bb-e271d59b874e" providerId="AD"/>
  <p188:author id="{7B7E34B5-CB15-7CF0-3F08-19CE299DC9E0}" name="Eric Lockstein" initials="EL" userId="S::eric.lockstein@nordicglobal.com::c48c51dc-82e6-4943-a4da-de715c88e228" providerId="AD"/>
  <p188:author id="{3982B4E5-4AAD-6BAF-CFF7-8C31FECF433B}" name="Niki Frazier" initials="NF" userId="S::niki.frazier@nordicglobal.com::4d4e6bde-1a31-4d0d-adf7-fda6c89226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E1D1"/>
    <a:srgbClr val="98999A"/>
    <a:srgbClr val="E6E6E6"/>
    <a:srgbClr val="000000"/>
    <a:srgbClr val="375974"/>
    <a:srgbClr val="30536F"/>
    <a:srgbClr val="366181"/>
    <a:srgbClr val="233F57"/>
    <a:srgbClr val="F4F4F4"/>
    <a:srgbClr val="D4D4D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0BEB3-69B8-4219-8A86-F0D5D883A47F}" v="26" dt="2025-01-24T15:56:06.883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14" y="114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tableStyles" Target="tableStyles.xml"/><Relationship Id="rId21" Type="http://schemas.openxmlformats.org/officeDocument/2006/relationships/slide" Target="slides/slide11.xml"/><Relationship Id="rId34" Type="http://schemas.openxmlformats.org/officeDocument/2006/relationships/font" Target="fonts/font7.fntdata"/><Relationship Id="rId42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font" Target="fonts/font2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font" Target="fonts/font6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 Frazier" userId="4d4e6bde-1a31-4d0d-adf7-fda6c89226b6" providerId="ADAL" clId="{1CDEA91D-3332-4941-827C-CD6075CF0E1D}"/>
    <pc:docChg chg="addSld delSld modSld">
      <pc:chgData name="Niki Frazier" userId="4d4e6bde-1a31-4d0d-adf7-fda6c89226b6" providerId="ADAL" clId="{1CDEA91D-3332-4941-827C-CD6075CF0E1D}" dt="2024-12-06T14:37:54.770" v="1" actId="47"/>
      <pc:docMkLst>
        <pc:docMk/>
      </pc:docMkLst>
      <pc:sldChg chg="del">
        <pc:chgData name="Niki Frazier" userId="4d4e6bde-1a31-4d0d-adf7-fda6c89226b6" providerId="ADAL" clId="{1CDEA91D-3332-4941-827C-CD6075CF0E1D}" dt="2024-12-06T14:37:54.770" v="1" actId="47"/>
        <pc:sldMkLst>
          <pc:docMk/>
          <pc:sldMk cId="1148145603" sldId="4439"/>
        </pc:sldMkLst>
      </pc:sldChg>
      <pc:sldChg chg="add">
        <pc:chgData name="Niki Frazier" userId="4d4e6bde-1a31-4d0d-adf7-fda6c89226b6" providerId="ADAL" clId="{1CDEA91D-3332-4941-827C-CD6075CF0E1D}" dt="2024-12-06T14:37:52.492" v="0"/>
        <pc:sldMkLst>
          <pc:docMk/>
          <pc:sldMk cId="1826962798" sldId="7705"/>
        </pc:sldMkLst>
      </pc:sldChg>
    </pc:docChg>
  </pc:docChgLst>
  <pc:docChgLst>
    <pc:chgData name="Niki Frazier" userId="4d4e6bde-1a31-4d0d-adf7-fda6c89226b6" providerId="ADAL" clId="{4C94D168-453F-4D17-B4BA-9F7EE3EFEF38}"/>
    <pc:docChg chg="modSld">
      <pc:chgData name="Niki Frazier" userId="4d4e6bde-1a31-4d0d-adf7-fda6c89226b6" providerId="ADAL" clId="{4C94D168-453F-4D17-B4BA-9F7EE3EFEF38}" dt="2023-06-05T19:02:37.946" v="0" actId="729"/>
      <pc:docMkLst>
        <pc:docMk/>
      </pc:docMkLst>
      <pc:sldChg chg="mod modShow">
        <pc:chgData name="Niki Frazier" userId="4d4e6bde-1a31-4d0d-adf7-fda6c89226b6" providerId="ADAL" clId="{4C94D168-453F-4D17-B4BA-9F7EE3EFEF38}" dt="2023-06-05T19:02:37.946" v="0" actId="729"/>
        <pc:sldMkLst>
          <pc:docMk/>
          <pc:sldMk cId="2454570887" sldId="7693"/>
        </pc:sldMkLst>
      </pc:sldChg>
    </pc:docChg>
  </pc:docChgLst>
  <pc:docChgLst>
    <pc:chgData clId="Web-{ABA80F24-A83F-4912-A947-7FCE58BB465E}"/>
    <pc:docChg chg="mod">
      <pc:chgData name="" userId="" providerId="" clId="Web-{ABA80F24-A83F-4912-A947-7FCE58BB465E}" dt="2023-04-11T14:42:36.030" v="1"/>
      <pc:docMkLst>
        <pc:docMk/>
      </pc:docMkLst>
      <pc:sldChg chg="modCm">
        <pc:chgData name="" userId="" providerId="" clId="Web-{ABA80F24-A83F-4912-A947-7FCE58BB465E}" dt="2023-04-11T14:42:36.030" v="1"/>
        <pc:sldMkLst>
          <pc:docMk/>
          <pc:sldMk cId="2452365811" sldId="4336"/>
        </pc:sldMkLst>
      </pc:sldChg>
    </pc:docChg>
  </pc:docChgLst>
  <pc:docChgLst>
    <pc:chgData name="Niki Frazier" userId="4d4e6bde-1a31-4d0d-adf7-fda6c89226b6" providerId="ADAL" clId="{BE5512A6-9BC3-4700-82CD-37D98C925FCF}"/>
    <pc:docChg chg="custSel modSld modNotesMaster">
      <pc:chgData name="Niki Frazier" userId="4d4e6bde-1a31-4d0d-adf7-fda6c89226b6" providerId="ADAL" clId="{BE5512A6-9BC3-4700-82CD-37D98C925FCF}" dt="2023-01-30T21:43:49.110" v="16"/>
      <pc:docMkLst>
        <pc:docMk/>
      </pc:docMkLst>
      <pc:sldChg chg="delSp mod">
        <pc:chgData name="Niki Frazier" userId="4d4e6bde-1a31-4d0d-adf7-fda6c89226b6" providerId="ADAL" clId="{BE5512A6-9BC3-4700-82CD-37D98C925FCF}" dt="2023-01-30T21:39:17.867" v="3" actId="478"/>
        <pc:sldMkLst>
          <pc:docMk/>
          <pc:sldMk cId="4115168921" sldId="368"/>
        </pc:sldMkLst>
      </pc:sldChg>
      <pc:sldChg chg="modSp mod modNotesTx">
        <pc:chgData name="Niki Frazier" userId="4d4e6bde-1a31-4d0d-adf7-fda6c89226b6" providerId="ADAL" clId="{BE5512A6-9BC3-4700-82CD-37D98C925FCF}" dt="2023-01-30T21:43:49.110" v="16"/>
        <pc:sldMkLst>
          <pc:docMk/>
          <pc:sldMk cId="1335170976" sldId="4337"/>
        </pc:sldMkLst>
      </pc:sldChg>
    </pc:docChg>
  </pc:docChgLst>
  <pc:docChgLst>
    <pc:chgData name="Niki Frazier" userId="4d4e6bde-1a31-4d0d-adf7-fda6c89226b6" providerId="ADAL" clId="{9901ED2D-6A22-47ED-8AD9-C7E27CAFB5DB}"/>
    <pc:docChg chg="undo custSel addSld delSld modSld">
      <pc:chgData name="Niki Frazier" userId="4d4e6bde-1a31-4d0d-adf7-fda6c89226b6" providerId="ADAL" clId="{9901ED2D-6A22-47ED-8AD9-C7E27CAFB5DB}" dt="2023-02-17T22:14:25.402" v="81" actId="47"/>
      <pc:docMkLst>
        <pc:docMk/>
      </pc:docMkLst>
      <pc:sldChg chg="add del">
        <pc:chgData name="Niki Frazier" userId="4d4e6bde-1a31-4d0d-adf7-fda6c89226b6" providerId="ADAL" clId="{9901ED2D-6A22-47ED-8AD9-C7E27CAFB5DB}" dt="2023-02-17T22:14:25.370" v="79" actId="47"/>
        <pc:sldMkLst>
          <pc:docMk/>
          <pc:sldMk cId="1749879956" sldId="343"/>
        </pc:sldMkLst>
      </pc:sldChg>
      <pc:sldChg chg="add del">
        <pc:chgData name="Niki Frazier" userId="4d4e6bde-1a31-4d0d-adf7-fda6c89226b6" providerId="ADAL" clId="{9901ED2D-6A22-47ED-8AD9-C7E27CAFB5DB}" dt="2023-02-17T22:14:25.402" v="81" actId="47"/>
        <pc:sldMkLst>
          <pc:docMk/>
          <pc:sldMk cId="4115168921" sldId="368"/>
        </pc:sldMkLst>
      </pc:sldChg>
      <pc:sldChg chg="addSp delSp modSp mod">
        <pc:chgData name="Niki Frazier" userId="4d4e6bde-1a31-4d0d-adf7-fda6c89226b6" providerId="ADAL" clId="{9901ED2D-6A22-47ED-8AD9-C7E27CAFB5DB}" dt="2023-02-17T22:14:25.339" v="78" actId="478"/>
        <pc:sldMkLst>
          <pc:docMk/>
          <pc:sldMk cId="2452365811" sldId="4336"/>
        </pc:sldMkLst>
      </pc:sldChg>
      <pc:sldChg chg="add del">
        <pc:chgData name="Niki Frazier" userId="4d4e6bde-1a31-4d0d-adf7-fda6c89226b6" providerId="ADAL" clId="{9901ED2D-6A22-47ED-8AD9-C7E27CAFB5DB}" dt="2023-02-17T22:14:25.370" v="80" actId="47"/>
        <pc:sldMkLst>
          <pc:docMk/>
          <pc:sldMk cId="1335170976" sldId="4337"/>
        </pc:sldMkLst>
      </pc:sldChg>
    </pc:docChg>
  </pc:docChgLst>
  <pc:docChgLst>
    <pc:chgData name="Niki Frazier" userId="4d4e6bde-1a31-4d0d-adf7-fda6c89226b6" providerId="ADAL" clId="{92CB1BA9-EDBC-4503-8C47-C527A34EEEC1}"/>
    <pc:docChg chg="undo custSel addSld delSld modSld sldOrd">
      <pc:chgData name="Niki Frazier" userId="4d4e6bde-1a31-4d0d-adf7-fda6c89226b6" providerId="ADAL" clId="{92CB1BA9-EDBC-4503-8C47-C527A34EEEC1}" dt="2023-04-07T20:33:04.332" v="613" actId="47"/>
      <pc:docMkLst>
        <pc:docMk/>
      </pc:docMkLst>
      <pc:sldChg chg="del">
        <pc:chgData name="Niki Frazier" userId="4d4e6bde-1a31-4d0d-adf7-fda6c89226b6" providerId="ADAL" clId="{92CB1BA9-EDBC-4503-8C47-C527A34EEEC1}" dt="2023-04-07T20:27:16.990" v="427" actId="47"/>
        <pc:sldMkLst>
          <pc:docMk/>
          <pc:sldMk cId="3787244117" sldId="7686"/>
        </pc:sldMkLst>
      </pc:sldChg>
      <pc:sldChg chg="del">
        <pc:chgData name="Niki Frazier" userId="4d4e6bde-1a31-4d0d-adf7-fda6c89226b6" providerId="ADAL" clId="{92CB1BA9-EDBC-4503-8C47-C527A34EEEC1}" dt="2023-04-07T20:33:04.332" v="613" actId="47"/>
        <pc:sldMkLst>
          <pc:docMk/>
          <pc:sldMk cId="3468639868" sldId="7687"/>
        </pc:sldMkLst>
      </pc:sldChg>
      <pc:sldChg chg="delSp mod">
        <pc:chgData name="Niki Frazier" userId="4d4e6bde-1a31-4d0d-adf7-fda6c89226b6" providerId="ADAL" clId="{92CB1BA9-EDBC-4503-8C47-C527A34EEEC1}" dt="2023-04-07T20:31:57.439" v="600" actId="21"/>
        <pc:sldMkLst>
          <pc:docMk/>
          <pc:sldMk cId="3847185750" sldId="7689"/>
        </pc:sldMkLst>
      </pc:sldChg>
      <pc:sldChg chg="addSp delSp modSp add mod">
        <pc:chgData name="Niki Frazier" userId="4d4e6bde-1a31-4d0d-adf7-fda6c89226b6" providerId="ADAL" clId="{92CB1BA9-EDBC-4503-8C47-C527A34EEEC1}" dt="2023-04-07T20:27:14.035" v="426" actId="1036"/>
        <pc:sldMkLst>
          <pc:docMk/>
          <pc:sldMk cId="3247988713" sldId="7697"/>
        </pc:sldMkLst>
      </pc:sldChg>
      <pc:sldChg chg="addSp delSp modSp add mod ord">
        <pc:chgData name="Niki Frazier" userId="4d4e6bde-1a31-4d0d-adf7-fda6c89226b6" providerId="ADAL" clId="{92CB1BA9-EDBC-4503-8C47-C527A34EEEC1}" dt="2023-04-07T20:33:01.092" v="612" actId="1038"/>
        <pc:sldMkLst>
          <pc:docMk/>
          <pc:sldMk cId="3475542347" sldId="7698"/>
        </pc:sldMkLst>
      </pc:sldChg>
    </pc:docChg>
  </pc:docChgLst>
  <pc:docChgLst>
    <pc:chgData name="Niki Frazier" userId="4d4e6bde-1a31-4d0d-adf7-fda6c89226b6" providerId="ADAL" clId="{EA920A23-9B66-4733-A277-61DAFA0095B2}"/>
    <pc:docChg chg="undo custSel addSld delSld modSld">
      <pc:chgData name="Niki Frazier" userId="4d4e6bde-1a31-4d0d-adf7-fda6c89226b6" providerId="ADAL" clId="{EA920A23-9B66-4733-A277-61DAFA0095B2}" dt="2023-04-11T14:44:20.908" v="51" actId="1037"/>
      <pc:docMkLst>
        <pc:docMk/>
      </pc:docMkLst>
      <pc:sldChg chg="modSp mod modCm">
        <pc:chgData name="Niki Frazier" userId="4d4e6bde-1a31-4d0d-adf7-fda6c89226b6" providerId="ADAL" clId="{EA920A23-9B66-4733-A277-61DAFA0095B2}" dt="2023-04-11T14:39:52.252" v="14"/>
        <pc:sldMkLst>
          <pc:docMk/>
          <pc:sldMk cId="2452365811" sldId="4336"/>
        </pc:sldMkLst>
      </pc:sldChg>
      <pc:sldChg chg="addSp delSp modSp mod modCm">
        <pc:chgData name="Niki Frazier" userId="4d4e6bde-1a31-4d0d-adf7-fda6c89226b6" providerId="ADAL" clId="{EA920A23-9B66-4733-A277-61DAFA0095B2}" dt="2023-04-11T14:44:20.908" v="51" actId="1037"/>
        <pc:sldMkLst>
          <pc:docMk/>
          <pc:sldMk cId="3225082599" sldId="7692"/>
        </pc:sldMkLst>
      </pc:sldChg>
      <pc:sldChg chg="new del">
        <pc:chgData name="Niki Frazier" userId="4d4e6bde-1a31-4d0d-adf7-fda6c89226b6" providerId="ADAL" clId="{EA920A23-9B66-4733-A277-61DAFA0095B2}" dt="2023-04-11T14:43:32.844" v="46" actId="47"/>
        <pc:sldMkLst>
          <pc:docMk/>
          <pc:sldMk cId="1834999170" sldId="7700"/>
        </pc:sldMkLst>
      </pc:sldChg>
    </pc:docChg>
  </pc:docChgLst>
  <pc:docChgLst>
    <pc:chgData name="Courtney Taylor" userId="S::courtney.taylor@nordicglobal.com::989baa1c-926a-40c1-8cf9-eb720dfe3898" providerId="AD" clId="Web-{E5882C0E-B12E-212E-5622-2840BE0366B3}"/>
    <pc:docChg chg="addSld delSld">
      <pc:chgData name="Courtney Taylor" userId="S::courtney.taylor@nordicglobal.com::989baa1c-926a-40c1-8cf9-eb720dfe3898" providerId="AD" clId="Web-{E5882C0E-B12E-212E-5622-2840BE0366B3}" dt="2024-11-19T14:37:02.093" v="1"/>
      <pc:docMkLst>
        <pc:docMk/>
      </pc:docMkLst>
      <pc:sldChg chg="add del">
        <pc:chgData name="Courtney Taylor" userId="S::courtney.taylor@nordicglobal.com::989baa1c-926a-40c1-8cf9-eb720dfe3898" providerId="AD" clId="Web-{E5882C0E-B12E-212E-5622-2840BE0366B3}" dt="2024-11-19T14:37:02.093" v="1"/>
        <pc:sldMkLst>
          <pc:docMk/>
          <pc:sldMk cId="329630829" sldId="7688"/>
        </pc:sldMkLst>
      </pc:sldChg>
    </pc:docChg>
  </pc:docChgLst>
  <pc:docChgLst>
    <pc:chgData name="Lor Lee" userId="S::lor.lee@nordicglobal.com::d55a257b-5d43-4f24-9c0c-d319eaff3d30" providerId="AD" clId="Web-{72D6A077-D362-FB31-9BD9-EB4FFC337A8C}"/>
    <pc:docChg chg="addSld modSld">
      <pc:chgData name="Lor Lee" userId="S::lor.lee@nordicglobal.com::d55a257b-5d43-4f24-9c0c-d319eaff3d30" providerId="AD" clId="Web-{72D6A077-D362-FB31-9BD9-EB4FFC337A8C}" dt="2024-07-11T14:17:53.992" v="82"/>
      <pc:docMkLst>
        <pc:docMk/>
      </pc:docMkLst>
      <pc:sldChg chg="addSp modSp">
        <pc:chgData name="Lor Lee" userId="S::lor.lee@nordicglobal.com::d55a257b-5d43-4f24-9c0c-d319eaff3d30" providerId="AD" clId="Web-{72D6A077-D362-FB31-9BD9-EB4FFC337A8C}" dt="2024-07-11T14:15:09.319" v="56" actId="1076"/>
        <pc:sldMkLst>
          <pc:docMk/>
          <pc:sldMk cId="329630829" sldId="7688"/>
        </pc:sldMkLst>
      </pc:sldChg>
      <pc:sldChg chg="addSp delSp modSp addAnim delAnim">
        <pc:chgData name="Lor Lee" userId="S::lor.lee@nordicglobal.com::d55a257b-5d43-4f24-9c0c-d319eaff3d30" providerId="AD" clId="Web-{72D6A077-D362-FB31-9BD9-EB4FFC337A8C}" dt="2024-07-11T14:17:53.992" v="82"/>
        <pc:sldMkLst>
          <pc:docMk/>
          <pc:sldMk cId="2764965731" sldId="7700"/>
        </pc:sldMkLst>
      </pc:sldChg>
      <pc:sldChg chg="delSp modSp add replId">
        <pc:chgData name="Lor Lee" userId="S::lor.lee@nordicglobal.com::d55a257b-5d43-4f24-9c0c-d319eaff3d30" providerId="AD" clId="Web-{72D6A077-D362-FB31-9BD9-EB4FFC337A8C}" dt="2024-07-11T14:13:05.053" v="21"/>
        <pc:sldMkLst>
          <pc:docMk/>
          <pc:sldMk cId="628635681" sldId="7702"/>
        </pc:sldMkLst>
      </pc:sldChg>
    </pc:docChg>
  </pc:docChgLst>
  <pc:docChgLst>
    <pc:chgData name="Niki Frazier" userId="4d4e6bde-1a31-4d0d-adf7-fda6c89226b6" providerId="ADAL" clId="{27DCFBDC-88B6-481E-9114-D31D72B2A10D}"/>
    <pc:docChg chg="">
      <pc:chgData name="Niki Frazier" userId="4d4e6bde-1a31-4d0d-adf7-fda6c89226b6" providerId="ADAL" clId="{27DCFBDC-88B6-481E-9114-D31D72B2A10D}" dt="2023-05-15T16:54:09.983" v="0"/>
      <pc:docMkLst>
        <pc:docMk/>
      </pc:docMkLst>
      <pc:sldChg chg="delCm">
        <pc:chgData name="Niki Frazier" userId="4d4e6bde-1a31-4d0d-adf7-fda6c89226b6" providerId="ADAL" clId="{27DCFBDC-88B6-481E-9114-D31D72B2A10D}" dt="2023-05-15T16:54:09.983" v="0"/>
        <pc:sldMkLst>
          <pc:docMk/>
          <pc:sldMk cId="2452365811" sldId="43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Niki Frazier" userId="4d4e6bde-1a31-4d0d-adf7-fda6c89226b6" providerId="ADAL" clId="{27DCFBDC-88B6-481E-9114-D31D72B2A10D}" dt="2023-05-15T16:54:09.983" v="0"/>
              <pc2:cmMkLst xmlns:pc2="http://schemas.microsoft.com/office/powerpoint/2019/9/main/command">
                <pc:docMk/>
                <pc:sldMk cId="2452365811" sldId="4336"/>
                <pc2:cmMk id="{C8939C40-4AF8-4F76-A5A1-1E641A57B261}"/>
              </pc2:cmMkLst>
            </pc226:cmChg>
          </p:ext>
        </pc:extLst>
      </pc:sldChg>
    </pc:docChg>
  </pc:docChgLst>
  <pc:docChgLst>
    <pc:chgData name="Niki Frazier" userId="4d4e6bde-1a31-4d0d-adf7-fda6c89226b6" providerId="ADAL" clId="{95B4F246-B5B8-4192-967F-A98EB7E7E687}"/>
    <pc:docChg chg="custSel addSld delSld modSld">
      <pc:chgData name="Niki Frazier" userId="4d4e6bde-1a31-4d0d-adf7-fda6c89226b6" providerId="ADAL" clId="{95B4F246-B5B8-4192-967F-A98EB7E7E687}" dt="2024-09-16T15:16:08.037" v="6" actId="20577"/>
      <pc:docMkLst>
        <pc:docMk/>
      </pc:docMkLst>
      <pc:sldChg chg="addSp delSp modSp mod">
        <pc:chgData name="Niki Frazier" userId="4d4e6bde-1a31-4d0d-adf7-fda6c89226b6" providerId="ADAL" clId="{95B4F246-B5B8-4192-967F-A98EB7E7E687}" dt="2024-09-16T15:16:08.037" v="6" actId="20577"/>
        <pc:sldMkLst>
          <pc:docMk/>
          <pc:sldMk cId="2452365811" sldId="4336"/>
        </pc:sldMkLst>
      </pc:sldChg>
      <pc:sldChg chg="add del">
        <pc:chgData name="Niki Frazier" userId="4d4e6bde-1a31-4d0d-adf7-fda6c89226b6" providerId="ADAL" clId="{95B4F246-B5B8-4192-967F-A98EB7E7E687}" dt="2024-09-16T15:15:40.870" v="1"/>
        <pc:sldMkLst>
          <pc:docMk/>
          <pc:sldMk cId="2104597587" sldId="4440"/>
        </pc:sldMkLst>
      </pc:sldChg>
    </pc:docChg>
  </pc:docChgLst>
  <pc:docChgLst>
    <pc:chgData name="Niki Frazier" userId="4d4e6bde-1a31-4d0d-adf7-fda6c89226b6" providerId="ADAL" clId="{84FB8449-9EBF-4378-9809-7C18D015F56E}"/>
    <pc:docChg chg="undo custSel addSld delSld modSld sldOrd">
      <pc:chgData name="Niki Frazier" userId="4d4e6bde-1a31-4d0d-adf7-fda6c89226b6" providerId="ADAL" clId="{84FB8449-9EBF-4378-9809-7C18D015F56E}" dt="2024-07-12T12:56:42.060" v="75" actId="47"/>
      <pc:docMkLst>
        <pc:docMk/>
      </pc:docMkLst>
      <pc:sldChg chg="modSp mod">
        <pc:chgData name="Niki Frazier" userId="4d4e6bde-1a31-4d0d-adf7-fda6c89226b6" providerId="ADAL" clId="{84FB8449-9EBF-4378-9809-7C18D015F56E}" dt="2024-07-12T12:55:04.234" v="72" actId="20577"/>
        <pc:sldMkLst>
          <pc:docMk/>
          <pc:sldMk cId="2452365811" sldId="4336"/>
        </pc:sldMkLst>
      </pc:sldChg>
      <pc:sldChg chg="del ord">
        <pc:chgData name="Niki Frazier" userId="4d4e6bde-1a31-4d0d-adf7-fda6c89226b6" providerId="ADAL" clId="{84FB8449-9EBF-4378-9809-7C18D015F56E}" dt="2024-07-12T12:56:42.060" v="75" actId="47"/>
        <pc:sldMkLst>
          <pc:docMk/>
          <pc:sldMk cId="3309099546" sldId="4517"/>
        </pc:sldMkLst>
      </pc:sldChg>
      <pc:sldChg chg="addSp modSp mod">
        <pc:chgData name="Niki Frazier" userId="4d4e6bde-1a31-4d0d-adf7-fda6c89226b6" providerId="ADAL" clId="{84FB8449-9EBF-4378-9809-7C18D015F56E}" dt="2024-07-12T12:48:18.859" v="34" actId="1035"/>
        <pc:sldMkLst>
          <pc:docMk/>
          <pc:sldMk cId="329630829" sldId="7688"/>
        </pc:sldMkLst>
      </pc:sldChg>
      <pc:sldChg chg="addSp delSp modSp mod delAnim">
        <pc:chgData name="Niki Frazier" userId="4d4e6bde-1a31-4d0d-adf7-fda6c89226b6" providerId="ADAL" clId="{84FB8449-9EBF-4378-9809-7C18D015F56E}" dt="2024-07-12T12:51:50.634" v="54" actId="1582"/>
        <pc:sldMkLst>
          <pc:docMk/>
          <pc:sldMk cId="2764965731" sldId="7700"/>
        </pc:sldMkLst>
      </pc:sldChg>
      <pc:sldChg chg="addSp delSp modSp mod modNotesTx">
        <pc:chgData name="Niki Frazier" userId="4d4e6bde-1a31-4d0d-adf7-fda6c89226b6" providerId="ADAL" clId="{84FB8449-9EBF-4378-9809-7C18D015F56E}" dt="2024-07-12T12:44:22.771" v="17" actId="732"/>
        <pc:sldMkLst>
          <pc:docMk/>
          <pc:sldMk cId="628635681" sldId="7702"/>
        </pc:sldMkLst>
      </pc:sldChg>
      <pc:sldChg chg="delSp modSp add mod ord delAnim">
        <pc:chgData name="Niki Frazier" userId="4d4e6bde-1a31-4d0d-adf7-fda6c89226b6" providerId="ADAL" clId="{84FB8449-9EBF-4378-9809-7C18D015F56E}" dt="2024-07-12T12:52:16.577" v="56" actId="1582"/>
        <pc:sldMkLst>
          <pc:docMk/>
          <pc:sldMk cId="279015760" sldId="7703"/>
        </pc:sldMkLst>
      </pc:sldChg>
      <pc:sldChg chg="addSp delSp modSp add mod delAnim">
        <pc:chgData name="Niki Frazier" userId="4d4e6bde-1a31-4d0d-adf7-fda6c89226b6" providerId="ADAL" clId="{84FB8449-9EBF-4378-9809-7C18D015F56E}" dt="2024-07-12T12:53:10.892" v="66" actId="478"/>
        <pc:sldMkLst>
          <pc:docMk/>
          <pc:sldMk cId="2795779918" sldId="7704"/>
        </pc:sldMkLst>
      </pc:sldChg>
    </pc:docChg>
  </pc:docChgLst>
  <pc:docChgLst>
    <pc:chgData name="Niki Frazier" userId="4d4e6bde-1a31-4d0d-adf7-fda6c89226b6" providerId="ADAL" clId="{2B7F9B51-ED61-42BE-84EF-C673CBFA0D99}"/>
    <pc:docChg chg="delSld">
      <pc:chgData name="Niki Frazier" userId="4d4e6bde-1a31-4d0d-adf7-fda6c89226b6" providerId="ADAL" clId="{2B7F9B51-ED61-42BE-84EF-C673CBFA0D99}" dt="2024-05-10T13:56:41.546" v="0" actId="47"/>
      <pc:docMkLst>
        <pc:docMk/>
      </pc:docMkLst>
      <pc:sldChg chg="del">
        <pc:chgData name="Niki Frazier" userId="4d4e6bde-1a31-4d0d-adf7-fda6c89226b6" providerId="ADAL" clId="{2B7F9B51-ED61-42BE-84EF-C673CBFA0D99}" dt="2024-05-10T13:56:41.546" v="0" actId="47"/>
        <pc:sldMkLst>
          <pc:docMk/>
          <pc:sldMk cId="1148145603" sldId="4439"/>
        </pc:sldMkLst>
      </pc:sldChg>
    </pc:docChg>
  </pc:docChgLst>
  <pc:docChgLst>
    <pc:chgData name="Niki Frazier" userId="4d4e6bde-1a31-4d0d-adf7-fda6c89226b6" providerId="ADAL" clId="{D904522C-6E6B-446F-BD71-1A9F8CE9F845}"/>
    <pc:docChg chg="undo custSel addSld delSld modSld">
      <pc:chgData name="Niki Frazier" userId="4d4e6bde-1a31-4d0d-adf7-fda6c89226b6" providerId="ADAL" clId="{D904522C-6E6B-446F-BD71-1A9F8CE9F845}" dt="2023-07-06T14:11:23.687" v="709" actId="20577"/>
      <pc:docMkLst>
        <pc:docMk/>
      </pc:docMkLst>
      <pc:sldChg chg="addSp delSp modSp mod delAnim modAnim modNotesTx">
        <pc:chgData name="Niki Frazier" userId="4d4e6bde-1a31-4d0d-adf7-fda6c89226b6" providerId="ADAL" clId="{D904522C-6E6B-446F-BD71-1A9F8CE9F845}" dt="2023-07-06T14:10:38.182" v="621" actId="113"/>
        <pc:sldMkLst>
          <pc:docMk/>
          <pc:sldMk cId="3225082599" sldId="7692"/>
        </pc:sldMkLst>
      </pc:sldChg>
      <pc:sldChg chg="addSp delSp modSp add mod modAnim modNotesTx">
        <pc:chgData name="Niki Frazier" userId="4d4e6bde-1a31-4d0d-adf7-fda6c89226b6" providerId="ADAL" clId="{D904522C-6E6B-446F-BD71-1A9F8CE9F845}" dt="2023-06-21T14:47:11.328" v="503" actId="6549"/>
        <pc:sldMkLst>
          <pc:docMk/>
          <pc:sldMk cId="2764965731" sldId="7700"/>
        </pc:sldMkLst>
      </pc:sldChg>
      <pc:sldChg chg="add del">
        <pc:chgData name="Niki Frazier" userId="4d4e6bde-1a31-4d0d-adf7-fda6c89226b6" providerId="ADAL" clId="{D904522C-6E6B-446F-BD71-1A9F8CE9F845}" dt="2023-07-06T14:08:41.275" v="511"/>
        <pc:sldMkLst>
          <pc:docMk/>
          <pc:sldMk cId="2394488017" sldId="7701"/>
        </pc:sldMkLst>
      </pc:sldChg>
      <pc:sldChg chg="delSp modSp add mod modNotesTx">
        <pc:chgData name="Niki Frazier" userId="4d4e6bde-1a31-4d0d-adf7-fda6c89226b6" providerId="ADAL" clId="{D904522C-6E6B-446F-BD71-1A9F8CE9F845}" dt="2023-07-06T14:11:23.687" v="709" actId="20577"/>
        <pc:sldMkLst>
          <pc:docMk/>
          <pc:sldMk cId="2955754119" sldId="7701"/>
        </pc:sldMkLst>
      </pc:sldChg>
    </pc:docChg>
  </pc:docChgLst>
  <pc:docChgLst>
    <pc:chgData name="Adam Pacheco" userId="cd8600c6-febb-42e5-b2bb-e271d59b874e" providerId="ADAL" clId="{1C5B84C5-DBED-409D-B6E5-753D6DBBACC6}"/>
    <pc:docChg chg="modSld">
      <pc:chgData name="Adam Pacheco" userId="cd8600c6-febb-42e5-b2bb-e271d59b874e" providerId="ADAL" clId="{1C5B84C5-DBED-409D-B6E5-753D6DBBACC6}" dt="2023-06-06T18:11:30.559" v="1" actId="20577"/>
      <pc:docMkLst>
        <pc:docMk/>
      </pc:docMkLst>
      <pc:sldChg chg="modNotesTx">
        <pc:chgData name="Adam Pacheco" userId="cd8600c6-febb-42e5-b2bb-e271d59b874e" providerId="ADAL" clId="{1C5B84C5-DBED-409D-B6E5-753D6DBBACC6}" dt="2023-06-06T18:11:30.559" v="1" actId="20577"/>
        <pc:sldMkLst>
          <pc:docMk/>
          <pc:sldMk cId="1629216378" sldId="7691"/>
        </pc:sldMkLst>
      </pc:sldChg>
    </pc:docChg>
  </pc:docChgLst>
  <pc:docChgLst>
    <pc:chgData name="Brianna Heimbach" userId="7b1adf4e-c98a-4a30-b44c-36d426842c6b" providerId="ADAL" clId="{93536FA3-0FBE-432C-BA09-756503500D90}"/>
    <pc:docChg chg="custSel modSld">
      <pc:chgData name="Brianna Heimbach" userId="7b1adf4e-c98a-4a30-b44c-36d426842c6b" providerId="ADAL" clId="{93536FA3-0FBE-432C-BA09-756503500D90}" dt="2024-11-11T17:26:42.180" v="81" actId="20577"/>
      <pc:docMkLst>
        <pc:docMk/>
      </pc:docMkLst>
      <pc:sldChg chg="modNotesTx">
        <pc:chgData name="Brianna Heimbach" userId="7b1adf4e-c98a-4a30-b44c-36d426842c6b" providerId="ADAL" clId="{93536FA3-0FBE-432C-BA09-756503500D90}" dt="2024-11-11T17:25:49.553" v="38" actId="20577"/>
        <pc:sldMkLst>
          <pc:docMk/>
          <pc:sldMk cId="4115168921" sldId="368"/>
        </pc:sldMkLst>
      </pc:sldChg>
      <pc:sldChg chg="modNotesTx">
        <pc:chgData name="Brianna Heimbach" userId="7b1adf4e-c98a-4a30-b44c-36d426842c6b" providerId="ADAL" clId="{93536FA3-0FBE-432C-BA09-756503500D90}" dt="2024-11-11T17:26:16.454" v="52" actId="20577"/>
        <pc:sldMkLst>
          <pc:docMk/>
          <pc:sldMk cId="1335170976" sldId="4337"/>
        </pc:sldMkLst>
      </pc:sldChg>
      <pc:sldChg chg="modNotesTx">
        <pc:chgData name="Brianna Heimbach" userId="7b1adf4e-c98a-4a30-b44c-36d426842c6b" providerId="ADAL" clId="{93536FA3-0FBE-432C-BA09-756503500D90}" dt="2024-11-11T17:26:42.180" v="81" actId="20577"/>
        <pc:sldMkLst>
          <pc:docMk/>
          <pc:sldMk cId="3630081596" sldId="4338"/>
        </pc:sldMkLst>
      </pc:sldChg>
    </pc:docChg>
  </pc:docChgLst>
  <pc:docChgLst>
    <pc:chgData name="Niki Frazier" userId="4d4e6bde-1a31-4d0d-adf7-fda6c89226b6" providerId="ADAL" clId="{62A1F8F5-8236-40CC-B2A9-EF686B5E4EE6}"/>
    <pc:docChg chg="custSel modSld">
      <pc:chgData name="Niki Frazier" userId="4d4e6bde-1a31-4d0d-adf7-fda6c89226b6" providerId="ADAL" clId="{62A1F8F5-8236-40CC-B2A9-EF686B5E4EE6}" dt="2024-09-03T13:20:18.701" v="58" actId="552"/>
      <pc:docMkLst>
        <pc:docMk/>
      </pc:docMkLst>
      <pc:sldChg chg="addSp delSp modSp mod">
        <pc:chgData name="Niki Frazier" userId="4d4e6bde-1a31-4d0d-adf7-fda6c89226b6" providerId="ADAL" clId="{62A1F8F5-8236-40CC-B2A9-EF686B5E4EE6}" dt="2024-09-03T13:20:18.701" v="58" actId="552"/>
        <pc:sldMkLst>
          <pc:docMk/>
          <pc:sldMk cId="329630829" sldId="7688"/>
        </pc:sldMkLst>
      </pc:sldChg>
    </pc:docChg>
  </pc:docChgLst>
  <pc:docChgLst>
    <pc:chgData name="Niki Frazier" userId="4d4e6bde-1a31-4d0d-adf7-fda6c89226b6" providerId="ADAL" clId="{339467D2-6348-4102-9F98-103EF155CE33}"/>
    <pc:docChg chg="modSld">
      <pc:chgData name="Niki Frazier" userId="4d4e6bde-1a31-4d0d-adf7-fda6c89226b6" providerId="ADAL" clId="{339467D2-6348-4102-9F98-103EF155CE33}" dt="2024-09-04T20:20:48.752" v="2" actId="1076"/>
      <pc:docMkLst>
        <pc:docMk/>
      </pc:docMkLst>
      <pc:sldChg chg="addSp modSp mod">
        <pc:chgData name="Niki Frazier" userId="4d4e6bde-1a31-4d0d-adf7-fda6c89226b6" providerId="ADAL" clId="{339467D2-6348-4102-9F98-103EF155CE33}" dt="2024-09-04T20:20:48.752" v="2" actId="1076"/>
        <pc:sldMkLst>
          <pc:docMk/>
          <pc:sldMk cId="329630829" sldId="7688"/>
        </pc:sldMkLst>
      </pc:sldChg>
    </pc:docChg>
  </pc:docChgLst>
  <pc:docChgLst>
    <pc:chgData name="Niki Frazier" userId="4d4e6bde-1a31-4d0d-adf7-fda6c89226b6" providerId="ADAL" clId="{DA6F84B7-026B-47D1-84CB-E2F45FA63DBF}"/>
    <pc:docChg chg="custSel modSld">
      <pc:chgData name="Niki Frazier" userId="4d4e6bde-1a31-4d0d-adf7-fda6c89226b6" providerId="ADAL" clId="{DA6F84B7-026B-47D1-84CB-E2F45FA63DBF}" dt="2023-04-10T20:19:30.936" v="57" actId="20577"/>
      <pc:docMkLst>
        <pc:docMk/>
      </pc:docMkLst>
      <pc:sldChg chg="modSp mod">
        <pc:chgData name="Niki Frazier" userId="4d4e6bde-1a31-4d0d-adf7-fda6c89226b6" providerId="ADAL" clId="{DA6F84B7-026B-47D1-84CB-E2F45FA63DBF}" dt="2023-04-10T20:02:40.555" v="1" actId="207"/>
        <pc:sldMkLst>
          <pc:docMk/>
          <pc:sldMk cId="2739440425" sldId="7685"/>
        </pc:sldMkLst>
      </pc:sldChg>
      <pc:sldChg chg="modAnim">
        <pc:chgData name="Niki Frazier" userId="4d4e6bde-1a31-4d0d-adf7-fda6c89226b6" providerId="ADAL" clId="{DA6F84B7-026B-47D1-84CB-E2F45FA63DBF}" dt="2023-04-10T20:11:18.613" v="4"/>
        <pc:sldMkLst>
          <pc:docMk/>
          <pc:sldMk cId="1629216378" sldId="7691"/>
        </pc:sldMkLst>
      </pc:sldChg>
      <pc:sldChg chg="modSp mod">
        <pc:chgData name="Niki Frazier" userId="4d4e6bde-1a31-4d0d-adf7-fda6c89226b6" providerId="ADAL" clId="{DA6F84B7-026B-47D1-84CB-E2F45FA63DBF}" dt="2023-04-10T20:19:30.936" v="57" actId="20577"/>
        <pc:sldMkLst>
          <pc:docMk/>
          <pc:sldMk cId="2454570887" sldId="7693"/>
        </pc:sldMkLst>
      </pc:sldChg>
      <pc:sldChg chg="modSp mod">
        <pc:chgData name="Niki Frazier" userId="4d4e6bde-1a31-4d0d-adf7-fda6c89226b6" providerId="ADAL" clId="{DA6F84B7-026B-47D1-84CB-E2F45FA63DBF}" dt="2023-04-10T20:08:59.262" v="3" actId="1076"/>
        <pc:sldMkLst>
          <pc:docMk/>
          <pc:sldMk cId="286272471" sldId="7699"/>
        </pc:sldMkLst>
      </pc:sldChg>
    </pc:docChg>
  </pc:docChgLst>
  <pc:docChgLst>
    <pc:chgData name="Niki Frazier" userId="4d4e6bde-1a31-4d0d-adf7-fda6c89226b6" providerId="ADAL" clId="{377A1E57-8C9B-4B81-AB43-9E3123D0AFB8}"/>
    <pc:docChg chg="modSld">
      <pc:chgData name="Niki Frazier" userId="4d4e6bde-1a31-4d0d-adf7-fda6c89226b6" providerId="ADAL" clId="{377A1E57-8C9B-4B81-AB43-9E3123D0AFB8}" dt="2023-03-02T13:53:34.828" v="11" actId="20577"/>
      <pc:docMkLst>
        <pc:docMk/>
      </pc:docMkLst>
      <pc:sldChg chg="modSp mod">
        <pc:chgData name="Niki Frazier" userId="4d4e6bde-1a31-4d0d-adf7-fda6c89226b6" providerId="ADAL" clId="{377A1E57-8C9B-4B81-AB43-9E3123D0AFB8}" dt="2023-03-02T13:53:34.828" v="11" actId="20577"/>
        <pc:sldMkLst>
          <pc:docMk/>
          <pc:sldMk cId="2452365811" sldId="4336"/>
        </pc:sldMkLst>
      </pc:sldChg>
    </pc:docChg>
  </pc:docChgLst>
  <pc:docChgLst>
    <pc:chgData name="Adam Pacheco" userId="cd8600c6-febb-42e5-b2bb-e271d59b874e" providerId="ADAL" clId="{53593B62-9643-43C2-A6B3-641F57AFFAAB}"/>
    <pc:docChg chg="modSld">
      <pc:chgData name="Adam Pacheco" userId="cd8600c6-febb-42e5-b2bb-e271d59b874e" providerId="ADAL" clId="{53593B62-9643-43C2-A6B3-641F57AFFAAB}" dt="2024-02-07T16:54:04.686" v="49"/>
      <pc:docMkLst>
        <pc:docMk/>
      </pc:docMkLst>
      <pc:sldChg chg="modNotesTx">
        <pc:chgData name="Adam Pacheco" userId="cd8600c6-febb-42e5-b2bb-e271d59b874e" providerId="ADAL" clId="{53593B62-9643-43C2-A6B3-641F57AFFAAB}" dt="2024-02-07T16:53:50.554" v="17" actId="20577"/>
        <pc:sldMkLst>
          <pc:docMk/>
          <pc:sldMk cId="329630829" sldId="7688"/>
        </pc:sldMkLst>
      </pc:sldChg>
      <pc:sldChg chg="modNotesTx">
        <pc:chgData name="Adam Pacheco" userId="cd8600c6-febb-42e5-b2bb-e271d59b874e" providerId="ADAL" clId="{53593B62-9643-43C2-A6B3-641F57AFFAAB}" dt="2024-02-07T16:54:04.686" v="49"/>
        <pc:sldMkLst>
          <pc:docMk/>
          <pc:sldMk cId="2764965731" sldId="7700"/>
        </pc:sldMkLst>
      </pc:sldChg>
    </pc:docChg>
  </pc:docChgLst>
  <pc:docChgLst>
    <pc:chgData name="Adam Pacheco" userId="cd8600c6-febb-42e5-b2bb-e271d59b874e" providerId="ADAL" clId="{1DDDF0D7-6CEB-47D8-9BF4-1C842D4EE382}"/>
    <pc:docChg chg="custSel modSld">
      <pc:chgData name="Adam Pacheco" userId="cd8600c6-febb-42e5-b2bb-e271d59b874e" providerId="ADAL" clId="{1DDDF0D7-6CEB-47D8-9BF4-1C842D4EE382}" dt="2023-04-11T15:23:27.751" v="297"/>
      <pc:docMkLst>
        <pc:docMk/>
      </pc:docMkLst>
      <pc:sldChg chg="modNotesTx">
        <pc:chgData name="Adam Pacheco" userId="cd8600c6-febb-42e5-b2bb-e271d59b874e" providerId="ADAL" clId="{1DDDF0D7-6CEB-47D8-9BF4-1C842D4EE382}" dt="2023-04-11T15:23:27.751" v="297"/>
        <pc:sldMkLst>
          <pc:docMk/>
          <pc:sldMk cId="3178447474" sldId="279"/>
        </pc:sldMkLst>
      </pc:sldChg>
      <pc:sldChg chg="modNotesTx">
        <pc:chgData name="Adam Pacheco" userId="cd8600c6-febb-42e5-b2bb-e271d59b874e" providerId="ADAL" clId="{1DDDF0D7-6CEB-47D8-9BF4-1C842D4EE382}" dt="2023-04-11T15:11:37.585" v="1"/>
        <pc:sldMkLst>
          <pc:docMk/>
          <pc:sldMk cId="4115168921" sldId="368"/>
        </pc:sldMkLst>
      </pc:sldChg>
      <pc:sldChg chg="modNotesTx">
        <pc:chgData name="Adam Pacheco" userId="cd8600c6-febb-42e5-b2bb-e271d59b874e" providerId="ADAL" clId="{1DDDF0D7-6CEB-47D8-9BF4-1C842D4EE382}" dt="2023-04-11T15:15:50.812" v="114"/>
        <pc:sldMkLst>
          <pc:docMk/>
          <pc:sldMk cId="968073199" sldId="3321"/>
        </pc:sldMkLst>
      </pc:sldChg>
      <pc:sldChg chg="modNotesTx">
        <pc:chgData name="Adam Pacheco" userId="cd8600c6-febb-42e5-b2bb-e271d59b874e" providerId="ADAL" clId="{1DDDF0D7-6CEB-47D8-9BF4-1C842D4EE382}" dt="2023-04-11T15:20:08.712" v="253"/>
        <pc:sldMkLst>
          <pc:docMk/>
          <pc:sldMk cId="1871118314" sldId="4107"/>
        </pc:sldMkLst>
      </pc:sldChg>
      <pc:sldChg chg="modNotesTx">
        <pc:chgData name="Adam Pacheco" userId="cd8600c6-febb-42e5-b2bb-e271d59b874e" providerId="ADAL" clId="{1DDDF0D7-6CEB-47D8-9BF4-1C842D4EE382}" dt="2023-04-11T15:11:25.619" v="0"/>
        <pc:sldMkLst>
          <pc:docMk/>
          <pc:sldMk cId="2452365811" sldId="4336"/>
        </pc:sldMkLst>
      </pc:sldChg>
      <pc:sldChg chg="modNotesTx">
        <pc:chgData name="Adam Pacheco" userId="cd8600c6-febb-42e5-b2bb-e271d59b874e" providerId="ADAL" clId="{1DDDF0D7-6CEB-47D8-9BF4-1C842D4EE382}" dt="2023-04-11T15:12:20.100" v="5"/>
        <pc:sldMkLst>
          <pc:docMk/>
          <pc:sldMk cId="1335170976" sldId="4337"/>
        </pc:sldMkLst>
      </pc:sldChg>
      <pc:sldChg chg="modNotesTx">
        <pc:chgData name="Adam Pacheco" userId="cd8600c6-febb-42e5-b2bb-e271d59b874e" providerId="ADAL" clId="{1DDDF0D7-6CEB-47D8-9BF4-1C842D4EE382}" dt="2023-04-11T15:13:02.587" v="12"/>
        <pc:sldMkLst>
          <pc:docMk/>
          <pc:sldMk cId="3630081596" sldId="4338"/>
        </pc:sldMkLst>
      </pc:sldChg>
      <pc:sldChg chg="modNotesTx">
        <pc:chgData name="Adam Pacheco" userId="cd8600c6-febb-42e5-b2bb-e271d59b874e" providerId="ADAL" clId="{1DDDF0D7-6CEB-47D8-9BF4-1C842D4EE382}" dt="2023-04-11T15:13:47.013" v="17"/>
        <pc:sldMkLst>
          <pc:docMk/>
          <pc:sldMk cId="3931530711" sldId="4339"/>
        </pc:sldMkLst>
      </pc:sldChg>
      <pc:sldChg chg="modNotesTx">
        <pc:chgData name="Adam Pacheco" userId="cd8600c6-febb-42e5-b2bb-e271d59b874e" providerId="ADAL" clId="{1DDDF0D7-6CEB-47D8-9BF4-1C842D4EE382}" dt="2023-04-11T15:15:02.751" v="107" actId="20577"/>
        <pc:sldMkLst>
          <pc:docMk/>
          <pc:sldMk cId="1209963501" sldId="4340"/>
        </pc:sldMkLst>
      </pc:sldChg>
      <pc:sldChg chg="modNotesTx">
        <pc:chgData name="Adam Pacheco" userId="cd8600c6-febb-42e5-b2bb-e271d59b874e" providerId="ADAL" clId="{1DDDF0D7-6CEB-47D8-9BF4-1C842D4EE382}" dt="2023-04-11T15:12:39.174" v="7"/>
        <pc:sldMkLst>
          <pc:docMk/>
          <pc:sldMk cId="161453495" sldId="4353"/>
        </pc:sldMkLst>
      </pc:sldChg>
      <pc:sldChg chg="modNotesTx">
        <pc:chgData name="Adam Pacheco" userId="cd8600c6-febb-42e5-b2bb-e271d59b874e" providerId="ADAL" clId="{1DDDF0D7-6CEB-47D8-9BF4-1C842D4EE382}" dt="2023-04-11T15:16:28.588" v="118"/>
        <pc:sldMkLst>
          <pc:docMk/>
          <pc:sldMk cId="329630829" sldId="7688"/>
        </pc:sldMkLst>
      </pc:sldChg>
      <pc:sldChg chg="modNotesTx">
        <pc:chgData name="Adam Pacheco" userId="cd8600c6-febb-42e5-b2bb-e271d59b874e" providerId="ADAL" clId="{1DDDF0D7-6CEB-47D8-9BF4-1C842D4EE382}" dt="2023-04-11T15:17:46.569" v="211"/>
        <pc:sldMkLst>
          <pc:docMk/>
          <pc:sldMk cId="3847185750" sldId="7689"/>
        </pc:sldMkLst>
      </pc:sldChg>
      <pc:sldChg chg="modNotesTx">
        <pc:chgData name="Adam Pacheco" userId="cd8600c6-febb-42e5-b2bb-e271d59b874e" providerId="ADAL" clId="{1DDDF0D7-6CEB-47D8-9BF4-1C842D4EE382}" dt="2023-04-11T15:18:56.573" v="245"/>
        <pc:sldMkLst>
          <pc:docMk/>
          <pc:sldMk cId="256278505" sldId="7690"/>
        </pc:sldMkLst>
      </pc:sldChg>
      <pc:sldChg chg="modNotesTx">
        <pc:chgData name="Adam Pacheco" userId="cd8600c6-febb-42e5-b2bb-e271d59b874e" providerId="ADAL" clId="{1DDDF0D7-6CEB-47D8-9BF4-1C842D4EE382}" dt="2023-04-11T15:19:25.423" v="249"/>
        <pc:sldMkLst>
          <pc:docMk/>
          <pc:sldMk cId="1629216378" sldId="7691"/>
        </pc:sldMkLst>
      </pc:sldChg>
      <pc:sldChg chg="modNotesTx">
        <pc:chgData name="Adam Pacheco" userId="cd8600c6-febb-42e5-b2bb-e271d59b874e" providerId="ADAL" clId="{1DDDF0D7-6CEB-47D8-9BF4-1C842D4EE382}" dt="2023-04-11T15:19:45.365" v="251"/>
        <pc:sldMkLst>
          <pc:docMk/>
          <pc:sldMk cId="3225082599" sldId="7692"/>
        </pc:sldMkLst>
      </pc:sldChg>
      <pc:sldChg chg="modNotesTx">
        <pc:chgData name="Adam Pacheco" userId="cd8600c6-febb-42e5-b2bb-e271d59b874e" providerId="ADAL" clId="{1DDDF0D7-6CEB-47D8-9BF4-1C842D4EE382}" dt="2023-04-11T15:23:17.908" v="296"/>
        <pc:sldMkLst>
          <pc:docMk/>
          <pc:sldMk cId="2454570887" sldId="7693"/>
        </pc:sldMkLst>
      </pc:sldChg>
      <pc:sldChg chg="modNotesTx">
        <pc:chgData name="Adam Pacheco" userId="cd8600c6-febb-42e5-b2bb-e271d59b874e" providerId="ADAL" clId="{1DDDF0D7-6CEB-47D8-9BF4-1C842D4EE382}" dt="2023-04-11T15:15:24.749" v="112"/>
        <pc:sldMkLst>
          <pc:docMk/>
          <pc:sldMk cId="3247988713" sldId="7697"/>
        </pc:sldMkLst>
      </pc:sldChg>
      <pc:sldChg chg="modNotesTx">
        <pc:chgData name="Adam Pacheco" userId="cd8600c6-febb-42e5-b2bb-e271d59b874e" providerId="ADAL" clId="{1DDDF0D7-6CEB-47D8-9BF4-1C842D4EE382}" dt="2023-04-11T15:15:37.806" v="113"/>
        <pc:sldMkLst>
          <pc:docMk/>
          <pc:sldMk cId="3475542347" sldId="7698"/>
        </pc:sldMkLst>
      </pc:sldChg>
      <pc:sldChg chg="modNotesTx">
        <pc:chgData name="Adam Pacheco" userId="cd8600c6-febb-42e5-b2bb-e271d59b874e" providerId="ADAL" clId="{1DDDF0D7-6CEB-47D8-9BF4-1C842D4EE382}" dt="2023-04-11T15:18:13.699" v="226"/>
        <pc:sldMkLst>
          <pc:docMk/>
          <pc:sldMk cId="286272471" sldId="7699"/>
        </pc:sldMkLst>
      </pc:sldChg>
    </pc:docChg>
  </pc:docChgLst>
  <pc:docChgLst>
    <pc:chgData name="Eric Lockstein" userId="c48c51dc-82e6-4943-a4da-de715c88e228" providerId="ADAL" clId="{3F278F42-5A04-4872-A8A2-46D97E4CA0E2}"/>
    <pc:docChg chg="undo custSel modSld">
      <pc:chgData name="Eric Lockstein" userId="c48c51dc-82e6-4943-a4da-de715c88e228" providerId="ADAL" clId="{3F278F42-5A04-4872-A8A2-46D97E4CA0E2}" dt="2023-04-11T14:35:18.855" v="11"/>
      <pc:docMkLst>
        <pc:docMk/>
      </pc:docMkLst>
      <pc:sldChg chg="modSp mod addCm">
        <pc:chgData name="Eric Lockstein" userId="c48c51dc-82e6-4943-a4da-de715c88e228" providerId="ADAL" clId="{3F278F42-5A04-4872-A8A2-46D97E4CA0E2}" dt="2023-04-11T14:34:27.346" v="10"/>
        <pc:sldMkLst>
          <pc:docMk/>
          <pc:sldMk cId="2452365811" sldId="4336"/>
        </pc:sldMkLst>
      </pc:sldChg>
      <pc:sldChg chg="addCm">
        <pc:chgData name="Eric Lockstein" userId="c48c51dc-82e6-4943-a4da-de715c88e228" providerId="ADAL" clId="{3F278F42-5A04-4872-A8A2-46D97E4CA0E2}" dt="2023-04-11T14:35:18.855" v="11"/>
        <pc:sldMkLst>
          <pc:docMk/>
          <pc:sldMk cId="3225082599" sldId="7692"/>
        </pc:sldMkLst>
      </pc:sldChg>
    </pc:docChg>
  </pc:docChgLst>
  <pc:docChgLst>
    <pc:chgData name="Andrea Kundert" userId="5e4899a0-c4ec-4f6e-a6d4-e734af582c26" providerId="ADAL" clId="{FCA75765-7429-4A78-B6CB-F1D87624DC92}"/>
    <pc:docChg chg="undo custSel modSld">
      <pc:chgData name="Andrea Kundert" userId="5e4899a0-c4ec-4f6e-a6d4-e734af582c26" providerId="ADAL" clId="{FCA75765-7429-4A78-B6CB-F1D87624DC92}" dt="2025-01-09T15:46:01.072" v="450" actId="1035"/>
      <pc:docMkLst>
        <pc:docMk/>
      </pc:docMkLst>
      <pc:sldChg chg="modSp mod modShow">
        <pc:chgData name="Andrea Kundert" userId="5e4899a0-c4ec-4f6e-a6d4-e734af582c26" providerId="ADAL" clId="{FCA75765-7429-4A78-B6CB-F1D87624DC92}" dt="2025-01-09T15:46:01.072" v="450" actId="1035"/>
        <pc:sldMkLst>
          <pc:docMk/>
          <pc:sldMk cId="4115168921" sldId="368"/>
        </pc:sldMkLst>
      </pc:sldChg>
      <pc:sldChg chg="mod modShow">
        <pc:chgData name="Andrea Kundert" userId="5e4899a0-c4ec-4f6e-a6d4-e734af582c26" providerId="ADAL" clId="{FCA75765-7429-4A78-B6CB-F1D87624DC92}" dt="2025-01-09T15:45:55.830" v="431" actId="729"/>
        <pc:sldMkLst>
          <pc:docMk/>
          <pc:sldMk cId="1335170976" sldId="4337"/>
        </pc:sldMkLst>
      </pc:sldChg>
    </pc:docChg>
  </pc:docChgLst>
  <pc:docChgLst>
    <pc:chgData name="Andrea Kundert" userId="5e4899a0-c4ec-4f6e-a6d4-e734af582c26" providerId="ADAL" clId="{633842D3-26D1-4A21-A1DB-156419791AB0}"/>
    <pc:docChg chg="undo custSel addSld delSld modSld sldOrd">
      <pc:chgData name="Andrea Kundert" userId="5e4899a0-c4ec-4f6e-a6d4-e734af582c26" providerId="ADAL" clId="{633842D3-26D1-4A21-A1DB-156419791AB0}" dt="2025-01-09T16:29:27.220" v="477"/>
      <pc:docMkLst>
        <pc:docMk/>
      </pc:docMkLst>
      <pc:sldChg chg="addSp delSp modSp mod modShow">
        <pc:chgData name="Andrea Kundert" userId="5e4899a0-c4ec-4f6e-a6d4-e734af582c26" providerId="ADAL" clId="{633842D3-26D1-4A21-A1DB-156419791AB0}" dt="2025-01-09T15:49:22.568" v="4" actId="729"/>
        <pc:sldMkLst>
          <pc:docMk/>
          <pc:sldMk cId="4115168921" sldId="368"/>
        </pc:sldMkLst>
      </pc:sldChg>
      <pc:sldChg chg="delSp modSp mod modNotesTx">
        <pc:chgData name="Andrea Kundert" userId="5e4899a0-c4ec-4f6e-a6d4-e734af582c26" providerId="ADAL" clId="{633842D3-26D1-4A21-A1DB-156419791AB0}" dt="2025-01-09T16:01:02.753" v="64" actId="732"/>
        <pc:sldMkLst>
          <pc:docMk/>
          <pc:sldMk cId="2452365811" sldId="4336"/>
        </pc:sldMkLst>
        <pc:spChg chg="mod">
          <ac:chgData name="Andrea Kundert" userId="5e4899a0-c4ec-4f6e-a6d4-e734af582c26" providerId="ADAL" clId="{633842D3-26D1-4A21-A1DB-156419791AB0}" dt="2025-01-09T15:52:23.386" v="29" actId="20577"/>
          <ac:spMkLst>
            <pc:docMk/>
            <pc:sldMk cId="2452365811" sldId="4336"/>
            <ac:spMk id="2" creationId="{E629B6AB-1651-DF49-881D-CFACC6E825C0}"/>
          </ac:spMkLst>
        </pc:spChg>
        <pc:spChg chg="mod">
          <ac:chgData name="Andrea Kundert" userId="5e4899a0-c4ec-4f6e-a6d4-e734af582c26" providerId="ADAL" clId="{633842D3-26D1-4A21-A1DB-156419791AB0}" dt="2025-01-09T15:52:08.754" v="28" actId="20577"/>
          <ac:spMkLst>
            <pc:docMk/>
            <pc:sldMk cId="2452365811" sldId="4336"/>
            <ac:spMk id="8" creationId="{D46F73E1-C867-4BCD-9CE4-A85E94402DF9}"/>
          </ac:spMkLst>
        </pc:spChg>
        <pc:picChg chg="mod modCrop">
          <ac:chgData name="Andrea Kundert" userId="5e4899a0-c4ec-4f6e-a6d4-e734af582c26" providerId="ADAL" clId="{633842D3-26D1-4A21-A1DB-156419791AB0}" dt="2025-01-09T16:01:02.753" v="64" actId="732"/>
          <ac:picMkLst>
            <pc:docMk/>
            <pc:sldMk cId="2452365811" sldId="4336"/>
            <ac:picMk id="3" creationId="{75ABA403-4483-3294-C31A-5B6AC45E3B3B}"/>
          </ac:picMkLst>
        </pc:picChg>
      </pc:sldChg>
      <pc:sldChg chg="modSp mod modShow">
        <pc:chgData name="Andrea Kundert" userId="5e4899a0-c4ec-4f6e-a6d4-e734af582c26" providerId="ADAL" clId="{633842D3-26D1-4A21-A1DB-156419791AB0}" dt="2025-01-09T16:15:15.728" v="74" actId="14100"/>
        <pc:sldMkLst>
          <pc:docMk/>
          <pc:sldMk cId="1335170976" sldId="4337"/>
        </pc:sldMkLst>
      </pc:sldChg>
      <pc:sldChg chg="mod modShow modNotesTx">
        <pc:chgData name="Andrea Kundert" userId="5e4899a0-c4ec-4f6e-a6d4-e734af582c26" providerId="ADAL" clId="{633842D3-26D1-4A21-A1DB-156419791AB0}" dt="2025-01-09T16:13:30.929" v="70" actId="729"/>
        <pc:sldMkLst>
          <pc:docMk/>
          <pc:sldMk cId="3931530711" sldId="4339"/>
        </pc:sldMkLst>
      </pc:sldChg>
      <pc:sldChg chg="ord">
        <pc:chgData name="Andrea Kundert" userId="5e4899a0-c4ec-4f6e-a6d4-e734af582c26" providerId="ADAL" clId="{633842D3-26D1-4A21-A1DB-156419791AB0}" dt="2025-01-09T16:12:09.696" v="66"/>
        <pc:sldMkLst>
          <pc:docMk/>
          <pc:sldMk cId="161453495" sldId="4353"/>
        </pc:sldMkLst>
      </pc:sldChg>
      <pc:sldChg chg="mod modShow">
        <pc:chgData name="Andrea Kundert" userId="5e4899a0-c4ec-4f6e-a6d4-e734af582c26" providerId="ADAL" clId="{633842D3-26D1-4A21-A1DB-156419791AB0}" dt="2025-01-09T16:12:19.044" v="67" actId="729"/>
        <pc:sldMkLst>
          <pc:docMk/>
          <pc:sldMk cId="2739440425" sldId="7685"/>
        </pc:sldMkLst>
      </pc:sldChg>
      <pc:sldChg chg="addSp modSp add mod ord modAnim">
        <pc:chgData name="Andrea Kundert" userId="5e4899a0-c4ec-4f6e-a6d4-e734af582c26" providerId="ADAL" clId="{633842D3-26D1-4A21-A1DB-156419791AB0}" dt="2025-01-09T16:29:27.220" v="477"/>
        <pc:sldMkLst>
          <pc:docMk/>
          <pc:sldMk cId="1705615387" sldId="7706"/>
        </pc:sldMkLst>
        <pc:spChg chg="mod">
          <ac:chgData name="Andrea Kundert" userId="5e4899a0-c4ec-4f6e-a6d4-e734af582c26" providerId="ADAL" clId="{633842D3-26D1-4A21-A1DB-156419791AB0}" dt="2025-01-09T16:20:05.537" v="164" actId="1076"/>
          <ac:spMkLst>
            <pc:docMk/>
            <pc:sldMk cId="1705615387" sldId="7706"/>
            <ac:spMk id="2" creationId="{9C3687FF-544A-5A36-53A1-280E648D0345}"/>
          </ac:spMkLst>
        </pc:spChg>
        <pc:spChg chg="add mod">
          <ac:chgData name="Andrea Kundert" userId="5e4899a0-c4ec-4f6e-a6d4-e734af582c26" providerId="ADAL" clId="{633842D3-26D1-4A21-A1DB-156419791AB0}" dt="2025-01-09T16:27:33.153" v="442" actId="1076"/>
          <ac:spMkLst>
            <pc:docMk/>
            <pc:sldMk cId="1705615387" sldId="7706"/>
            <ac:spMk id="4" creationId="{6EC43707-3C08-5A3D-ACB3-E25FDA587992}"/>
          </ac:spMkLst>
        </pc:spChg>
        <pc:spChg chg="mod">
          <ac:chgData name="Andrea Kundert" userId="5e4899a0-c4ec-4f6e-a6d4-e734af582c26" providerId="ADAL" clId="{633842D3-26D1-4A21-A1DB-156419791AB0}" dt="2025-01-09T16:21:08.872" v="166" actId="14100"/>
          <ac:spMkLst>
            <pc:docMk/>
            <pc:sldMk cId="1705615387" sldId="7706"/>
            <ac:spMk id="7" creationId="{B18CD2C6-4F72-050A-D170-7023332C22E4}"/>
          </ac:spMkLst>
        </pc:spChg>
        <pc:picChg chg="mod modCrop">
          <ac:chgData name="Andrea Kundert" userId="5e4899a0-c4ec-4f6e-a6d4-e734af582c26" providerId="ADAL" clId="{633842D3-26D1-4A21-A1DB-156419791AB0}" dt="2025-01-09T16:27:03.384" v="424" actId="1076"/>
          <ac:picMkLst>
            <pc:docMk/>
            <pc:sldMk cId="1705615387" sldId="7706"/>
            <ac:picMk id="5" creationId="{F15BDC77-2108-3F08-E23D-02A8CD8E0309}"/>
          </ac:picMkLst>
        </pc:picChg>
      </pc:sldChg>
      <pc:sldChg chg="new del">
        <pc:chgData name="Andrea Kundert" userId="5e4899a0-c4ec-4f6e-a6d4-e734af582c26" providerId="ADAL" clId="{633842D3-26D1-4A21-A1DB-156419791AB0}" dt="2025-01-09T16:14:40.379" v="72" actId="47"/>
        <pc:sldMkLst>
          <pc:docMk/>
          <pc:sldMk cId="2705122131" sldId="7706"/>
        </pc:sldMkLst>
      </pc:sldChg>
    </pc:docChg>
  </pc:docChgLst>
  <pc:docChgLst>
    <pc:chgData name="Niki Frazier" userId="4d4e6bde-1a31-4d0d-adf7-fda6c89226b6" providerId="ADAL" clId="{EA762B42-2F3D-4C44-8DA5-D0A4BB1A2317}"/>
    <pc:docChg chg="custSel modSld">
      <pc:chgData name="Niki Frazier" userId="4d4e6bde-1a31-4d0d-adf7-fda6c89226b6" providerId="ADAL" clId="{EA762B42-2F3D-4C44-8DA5-D0A4BB1A2317}" dt="2023-02-14T14:52:53.680" v="1" actId="478"/>
      <pc:docMkLst>
        <pc:docMk/>
      </pc:docMkLst>
      <pc:sldChg chg="delSp mod">
        <pc:chgData name="Niki Frazier" userId="4d4e6bde-1a31-4d0d-adf7-fda6c89226b6" providerId="ADAL" clId="{EA762B42-2F3D-4C44-8DA5-D0A4BB1A2317}" dt="2023-02-14T14:52:53.680" v="1" actId="478"/>
        <pc:sldMkLst>
          <pc:docMk/>
          <pc:sldMk cId="4115168921" sldId="368"/>
        </pc:sldMkLst>
      </pc:sldChg>
    </pc:docChg>
  </pc:docChgLst>
  <pc:docChgLst>
    <pc:chgData name="Adam Pacheco" userId="cd8600c6-febb-42e5-b2bb-e271d59b874e" providerId="ADAL" clId="{D3196A6B-737E-40AA-A41D-DBF7CF2C676E}"/>
    <pc:docChg chg="modSld">
      <pc:chgData name="Adam Pacheco" userId="cd8600c6-febb-42e5-b2bb-e271d59b874e" providerId="ADAL" clId="{D3196A6B-737E-40AA-A41D-DBF7CF2C676E}" dt="2023-05-23T21:55:47.023" v="28" actId="20577"/>
      <pc:docMkLst>
        <pc:docMk/>
      </pc:docMkLst>
      <pc:sldChg chg="modNotesTx">
        <pc:chgData name="Adam Pacheco" userId="cd8600c6-febb-42e5-b2bb-e271d59b874e" providerId="ADAL" clId="{D3196A6B-737E-40AA-A41D-DBF7CF2C676E}" dt="2023-05-23T21:45:05.626" v="12" actId="20577"/>
        <pc:sldMkLst>
          <pc:docMk/>
          <pc:sldMk cId="4115168921" sldId="368"/>
        </pc:sldMkLst>
      </pc:sldChg>
      <pc:sldChg chg="modNotesTx">
        <pc:chgData name="Adam Pacheco" userId="cd8600c6-febb-42e5-b2bb-e271d59b874e" providerId="ADAL" clId="{D3196A6B-737E-40AA-A41D-DBF7CF2C676E}" dt="2023-05-23T21:45:21.081" v="24" actId="20577"/>
        <pc:sldMkLst>
          <pc:docMk/>
          <pc:sldMk cId="2452365811" sldId="4336"/>
        </pc:sldMkLst>
      </pc:sldChg>
      <pc:sldChg chg="modNotesTx">
        <pc:chgData name="Adam Pacheco" userId="cd8600c6-febb-42e5-b2bb-e271d59b874e" providerId="ADAL" clId="{D3196A6B-737E-40AA-A41D-DBF7CF2C676E}" dt="2023-05-23T21:44:53.917" v="3" actId="20577"/>
        <pc:sldMkLst>
          <pc:docMk/>
          <pc:sldMk cId="1335170976" sldId="4337"/>
        </pc:sldMkLst>
      </pc:sldChg>
      <pc:sldChg chg="modNotesTx">
        <pc:chgData name="Adam Pacheco" userId="cd8600c6-febb-42e5-b2bb-e271d59b874e" providerId="ADAL" clId="{D3196A6B-737E-40AA-A41D-DBF7CF2C676E}" dt="2023-05-23T21:45:38.479" v="26" actId="20577"/>
        <pc:sldMkLst>
          <pc:docMk/>
          <pc:sldMk cId="161453495" sldId="4353"/>
        </pc:sldMkLst>
      </pc:sldChg>
      <pc:sldChg chg="modNotesTx">
        <pc:chgData name="Adam Pacheco" userId="cd8600c6-febb-42e5-b2bb-e271d59b874e" providerId="ADAL" clId="{D3196A6B-737E-40AA-A41D-DBF7CF2C676E}" dt="2023-05-23T21:55:47.023" v="28" actId="20577"/>
        <pc:sldMkLst>
          <pc:docMk/>
          <pc:sldMk cId="2739440425" sldId="7685"/>
        </pc:sldMkLst>
      </pc:sldChg>
    </pc:docChg>
  </pc:docChgLst>
  <pc:docChgLst>
    <pc:chgData name="Eric Lockstein" userId="c48c51dc-82e6-4943-a4da-de715c88e228" providerId="ADAL" clId="{72CA14EC-DFC3-4BDF-946F-4A9A5136EBB1}"/>
    <pc:docChg chg="undo custSel modSld">
      <pc:chgData name="Eric Lockstein" userId="c48c51dc-82e6-4943-a4da-de715c88e228" providerId="ADAL" clId="{72CA14EC-DFC3-4BDF-946F-4A9A5136EBB1}" dt="2023-07-05T22:29:49.080" v="1" actId="1076"/>
      <pc:docMkLst>
        <pc:docMk/>
      </pc:docMkLst>
      <pc:sldChg chg="modSp mod">
        <pc:chgData name="Eric Lockstein" userId="c48c51dc-82e6-4943-a4da-de715c88e228" providerId="ADAL" clId="{72CA14EC-DFC3-4BDF-946F-4A9A5136EBB1}" dt="2023-07-05T22:29:49.080" v="1" actId="1076"/>
        <pc:sldMkLst>
          <pc:docMk/>
          <pc:sldMk cId="968073199" sldId="3321"/>
        </pc:sldMkLst>
      </pc:sldChg>
    </pc:docChg>
  </pc:docChgLst>
  <pc:docChgLst>
    <pc:chgData name="Andrea Kundert" userId="5e4899a0-c4ec-4f6e-a6d4-e734af582c26" providerId="ADAL" clId="{BBDA78EE-50A9-4532-BD82-C72E935B8265}"/>
    <pc:docChg chg="undo redo custSel addSld delSld modSld sldOrd">
      <pc:chgData name="Andrea Kundert" userId="5e4899a0-c4ec-4f6e-a6d4-e734af582c26" providerId="ADAL" clId="{BBDA78EE-50A9-4532-BD82-C72E935B8265}" dt="2025-01-14T20:45:09.291" v="1291" actId="1036"/>
      <pc:docMkLst>
        <pc:docMk/>
      </pc:docMkLst>
      <pc:sldChg chg="del">
        <pc:chgData name="Andrea Kundert" userId="5e4899a0-c4ec-4f6e-a6d4-e734af582c26" providerId="ADAL" clId="{BBDA78EE-50A9-4532-BD82-C72E935B8265}" dt="2025-01-14T18:43:54.840" v="610" actId="2696"/>
        <pc:sldMkLst>
          <pc:docMk/>
          <pc:sldMk cId="3178447474" sldId="279"/>
        </pc:sldMkLst>
      </pc:sldChg>
      <pc:sldChg chg="ord">
        <pc:chgData name="Andrea Kundert" userId="5e4899a0-c4ec-4f6e-a6d4-e734af582c26" providerId="ADAL" clId="{BBDA78EE-50A9-4532-BD82-C72E935B8265}" dt="2025-01-14T18:48:02.055" v="612"/>
        <pc:sldMkLst>
          <pc:docMk/>
          <pc:sldMk cId="4115168921" sldId="368"/>
        </pc:sldMkLst>
      </pc:sldChg>
      <pc:sldChg chg="del mod ord modShow">
        <pc:chgData name="Andrea Kundert" userId="5e4899a0-c4ec-4f6e-a6d4-e734af582c26" providerId="ADAL" clId="{BBDA78EE-50A9-4532-BD82-C72E935B8265}" dt="2025-01-14T18:53:05.793" v="685" actId="47"/>
        <pc:sldMkLst>
          <pc:docMk/>
          <pc:sldMk cId="968073199" sldId="3321"/>
        </pc:sldMkLst>
      </pc:sldChg>
      <pc:sldChg chg="del mod ord modShow">
        <pc:chgData name="Andrea Kundert" userId="5e4899a0-c4ec-4f6e-a6d4-e734af582c26" providerId="ADAL" clId="{BBDA78EE-50A9-4532-BD82-C72E935B8265}" dt="2025-01-14T18:53:05.793" v="685" actId="47"/>
        <pc:sldMkLst>
          <pc:docMk/>
          <pc:sldMk cId="1871118314" sldId="4107"/>
        </pc:sldMkLst>
      </pc:sldChg>
      <pc:sldChg chg="ord">
        <pc:chgData name="Andrea Kundert" userId="5e4899a0-c4ec-4f6e-a6d4-e734af582c26" providerId="ADAL" clId="{BBDA78EE-50A9-4532-BD82-C72E935B8265}" dt="2025-01-14T18:48:02.055" v="612"/>
        <pc:sldMkLst>
          <pc:docMk/>
          <pc:sldMk cId="1335170976" sldId="4337"/>
        </pc:sldMkLst>
      </pc:sldChg>
      <pc:sldChg chg="del ord">
        <pc:chgData name="Andrea Kundert" userId="5e4899a0-c4ec-4f6e-a6d4-e734af582c26" providerId="ADAL" clId="{BBDA78EE-50A9-4532-BD82-C72E935B8265}" dt="2025-01-14T18:53:05.793" v="685" actId="47"/>
        <pc:sldMkLst>
          <pc:docMk/>
          <pc:sldMk cId="3630081596" sldId="4338"/>
        </pc:sldMkLst>
      </pc:sldChg>
      <pc:sldChg chg="ord">
        <pc:chgData name="Andrea Kundert" userId="5e4899a0-c4ec-4f6e-a6d4-e734af582c26" providerId="ADAL" clId="{BBDA78EE-50A9-4532-BD82-C72E935B8265}" dt="2025-01-14T18:48:02.055" v="612"/>
        <pc:sldMkLst>
          <pc:docMk/>
          <pc:sldMk cId="3931530711" sldId="4339"/>
        </pc:sldMkLst>
      </pc:sldChg>
      <pc:sldChg chg="modSp mod modNotesTx">
        <pc:chgData name="Andrea Kundert" userId="5e4899a0-c4ec-4f6e-a6d4-e734af582c26" providerId="ADAL" clId="{BBDA78EE-50A9-4532-BD82-C72E935B8265}" dt="2025-01-14T17:08:35.513" v="215" actId="20577"/>
        <pc:sldMkLst>
          <pc:docMk/>
          <pc:sldMk cId="1209963501" sldId="4340"/>
        </pc:sldMkLst>
        <pc:spChg chg="mod">
          <ac:chgData name="Andrea Kundert" userId="5e4899a0-c4ec-4f6e-a6d4-e734af582c26" providerId="ADAL" clId="{BBDA78EE-50A9-4532-BD82-C72E935B8265}" dt="2025-01-14T17:05:23.037" v="210" actId="20577"/>
          <ac:spMkLst>
            <pc:docMk/>
            <pc:sldMk cId="1209963501" sldId="4340"/>
            <ac:spMk id="3" creationId="{13C215EB-5659-31BE-CE13-E65E9C3460D1}"/>
          </ac:spMkLst>
        </pc:spChg>
      </pc:sldChg>
      <pc:sldChg chg="modAnim modNotesTx">
        <pc:chgData name="Andrea Kundert" userId="5e4899a0-c4ec-4f6e-a6d4-e734af582c26" providerId="ADAL" clId="{BBDA78EE-50A9-4532-BD82-C72E935B8265}" dt="2025-01-14T17:10:18.292" v="221"/>
        <pc:sldMkLst>
          <pc:docMk/>
          <pc:sldMk cId="161453495" sldId="4353"/>
        </pc:sldMkLst>
      </pc:sldChg>
      <pc:sldChg chg="del ord">
        <pc:chgData name="Andrea Kundert" userId="5e4899a0-c4ec-4f6e-a6d4-e734af582c26" providerId="ADAL" clId="{BBDA78EE-50A9-4532-BD82-C72E935B8265}" dt="2025-01-14T18:53:05.793" v="685" actId="47"/>
        <pc:sldMkLst>
          <pc:docMk/>
          <pc:sldMk cId="2739440425" sldId="7685"/>
        </pc:sldMkLst>
      </pc:sldChg>
      <pc:sldChg chg="modSp del mod ord modShow">
        <pc:chgData name="Andrea Kundert" userId="5e4899a0-c4ec-4f6e-a6d4-e734af582c26" providerId="ADAL" clId="{BBDA78EE-50A9-4532-BD82-C72E935B8265}" dt="2025-01-14T18:53:05.793" v="685" actId="47"/>
        <pc:sldMkLst>
          <pc:docMk/>
          <pc:sldMk cId="329630829" sldId="7688"/>
        </pc:sldMkLst>
      </pc:sldChg>
      <pc:sldChg chg="del mod modShow">
        <pc:chgData name="Andrea Kundert" userId="5e4899a0-c4ec-4f6e-a6d4-e734af582c26" providerId="ADAL" clId="{BBDA78EE-50A9-4532-BD82-C72E935B8265}" dt="2025-01-14T18:26:50.769" v="391" actId="47"/>
        <pc:sldMkLst>
          <pc:docMk/>
          <pc:sldMk cId="3847185750" sldId="7689"/>
        </pc:sldMkLst>
      </pc:sldChg>
      <pc:sldChg chg="del">
        <pc:chgData name="Andrea Kundert" userId="5e4899a0-c4ec-4f6e-a6d4-e734af582c26" providerId="ADAL" clId="{BBDA78EE-50A9-4532-BD82-C72E935B8265}" dt="2025-01-14T18:26:50.769" v="391" actId="47"/>
        <pc:sldMkLst>
          <pc:docMk/>
          <pc:sldMk cId="256278505" sldId="7690"/>
        </pc:sldMkLst>
      </pc:sldChg>
      <pc:sldChg chg="addSp delSp modSp mod setBg modAnim modNotesTx">
        <pc:chgData name="Andrea Kundert" userId="5e4899a0-c4ec-4f6e-a6d4-e734af582c26" providerId="ADAL" clId="{BBDA78EE-50A9-4532-BD82-C72E935B8265}" dt="2025-01-14T20:43:08.388" v="1264"/>
        <pc:sldMkLst>
          <pc:docMk/>
          <pc:sldMk cId="1629216378" sldId="7691"/>
        </pc:sldMkLst>
        <pc:spChg chg="mod">
          <ac:chgData name="Andrea Kundert" userId="5e4899a0-c4ec-4f6e-a6d4-e734af582c26" providerId="ADAL" clId="{BBDA78EE-50A9-4532-BD82-C72E935B8265}" dt="2025-01-14T18:28:58.475" v="572" actId="20577"/>
          <ac:spMkLst>
            <pc:docMk/>
            <pc:sldMk cId="1629216378" sldId="7691"/>
            <ac:spMk id="2" creationId="{69E79DA0-768D-DCB8-A741-0AE722F5ED8A}"/>
          </ac:spMkLst>
        </pc:spChg>
        <pc:spChg chg="mod">
          <ac:chgData name="Andrea Kundert" userId="5e4899a0-c4ec-4f6e-a6d4-e734af582c26" providerId="ADAL" clId="{BBDA78EE-50A9-4532-BD82-C72E935B8265}" dt="2025-01-14T18:39:01.193" v="606" actId="20577"/>
          <ac:spMkLst>
            <pc:docMk/>
            <pc:sldMk cId="1629216378" sldId="7691"/>
            <ac:spMk id="3" creationId="{13C215EB-5659-31BE-CE13-E65E9C3460D1}"/>
          </ac:spMkLst>
        </pc:spChg>
        <pc:picChg chg="add del mod modCrop">
          <ac:chgData name="Andrea Kundert" userId="5e4899a0-c4ec-4f6e-a6d4-e734af582c26" providerId="ADAL" clId="{BBDA78EE-50A9-4532-BD82-C72E935B8265}" dt="2025-01-14T18:38:35.722" v="592" actId="732"/>
          <ac:picMkLst>
            <pc:docMk/>
            <pc:sldMk cId="1629216378" sldId="7691"/>
            <ac:picMk id="5" creationId="{F8346203-7138-09D1-4BDD-B20CB0EED7D8}"/>
          </ac:picMkLst>
        </pc:picChg>
      </pc:sldChg>
      <pc:sldChg chg="del mod ord modShow">
        <pc:chgData name="Andrea Kundert" userId="5e4899a0-c4ec-4f6e-a6d4-e734af582c26" providerId="ADAL" clId="{BBDA78EE-50A9-4532-BD82-C72E935B8265}" dt="2025-01-14T18:53:05.793" v="685" actId="47"/>
        <pc:sldMkLst>
          <pc:docMk/>
          <pc:sldMk cId="3225082599" sldId="7692"/>
        </pc:sldMkLst>
      </pc:sldChg>
      <pc:sldChg chg="del ord">
        <pc:chgData name="Andrea Kundert" userId="5e4899a0-c4ec-4f6e-a6d4-e734af582c26" providerId="ADAL" clId="{BBDA78EE-50A9-4532-BD82-C72E935B8265}" dt="2025-01-14T18:53:05.793" v="685" actId="47"/>
        <pc:sldMkLst>
          <pc:docMk/>
          <pc:sldMk cId="2454570887" sldId="7693"/>
        </pc:sldMkLst>
      </pc:sldChg>
      <pc:sldChg chg="modNotesTx">
        <pc:chgData name="Andrea Kundert" userId="5e4899a0-c4ec-4f6e-a6d4-e734af582c26" providerId="ADAL" clId="{BBDA78EE-50A9-4532-BD82-C72E935B8265}" dt="2025-01-14T17:08:23.726" v="213" actId="20577"/>
        <pc:sldMkLst>
          <pc:docMk/>
          <pc:sldMk cId="3247988713" sldId="7697"/>
        </pc:sldMkLst>
      </pc:sldChg>
      <pc:sldChg chg="ord modNotesTx">
        <pc:chgData name="Andrea Kundert" userId="5e4899a0-c4ec-4f6e-a6d4-e734af582c26" providerId="ADAL" clId="{BBDA78EE-50A9-4532-BD82-C72E935B8265}" dt="2025-01-14T17:08:30.771" v="214" actId="20577"/>
        <pc:sldMkLst>
          <pc:docMk/>
          <pc:sldMk cId="3475542347" sldId="7698"/>
        </pc:sldMkLst>
      </pc:sldChg>
      <pc:sldChg chg="del">
        <pc:chgData name="Andrea Kundert" userId="5e4899a0-c4ec-4f6e-a6d4-e734af582c26" providerId="ADAL" clId="{BBDA78EE-50A9-4532-BD82-C72E935B8265}" dt="2025-01-14T18:26:50.769" v="391" actId="47"/>
        <pc:sldMkLst>
          <pc:docMk/>
          <pc:sldMk cId="286272471" sldId="7699"/>
        </pc:sldMkLst>
      </pc:sldChg>
      <pc:sldChg chg="del mod ord modShow">
        <pc:chgData name="Andrea Kundert" userId="5e4899a0-c4ec-4f6e-a6d4-e734af582c26" providerId="ADAL" clId="{BBDA78EE-50A9-4532-BD82-C72E935B8265}" dt="2025-01-14T18:53:05.793" v="685" actId="47"/>
        <pc:sldMkLst>
          <pc:docMk/>
          <pc:sldMk cId="2764965731" sldId="7700"/>
        </pc:sldMkLst>
      </pc:sldChg>
      <pc:sldChg chg="del mod ord modShow">
        <pc:chgData name="Andrea Kundert" userId="5e4899a0-c4ec-4f6e-a6d4-e734af582c26" providerId="ADAL" clId="{BBDA78EE-50A9-4532-BD82-C72E935B8265}" dt="2025-01-14T18:53:05.793" v="685" actId="47"/>
        <pc:sldMkLst>
          <pc:docMk/>
          <pc:sldMk cId="2955754119" sldId="7701"/>
        </pc:sldMkLst>
      </pc:sldChg>
      <pc:sldChg chg="del">
        <pc:chgData name="Andrea Kundert" userId="5e4899a0-c4ec-4f6e-a6d4-e734af582c26" providerId="ADAL" clId="{BBDA78EE-50A9-4532-BD82-C72E935B8265}" dt="2025-01-14T18:26:50.769" v="391" actId="47"/>
        <pc:sldMkLst>
          <pc:docMk/>
          <pc:sldMk cId="628635681" sldId="7702"/>
        </pc:sldMkLst>
      </pc:sldChg>
      <pc:sldChg chg="modSp del mod ord modShow">
        <pc:chgData name="Andrea Kundert" userId="5e4899a0-c4ec-4f6e-a6d4-e734af582c26" providerId="ADAL" clId="{BBDA78EE-50A9-4532-BD82-C72E935B8265}" dt="2025-01-14T18:53:05.793" v="685" actId="47"/>
        <pc:sldMkLst>
          <pc:docMk/>
          <pc:sldMk cId="279015760" sldId="7703"/>
        </pc:sldMkLst>
      </pc:sldChg>
      <pc:sldChg chg="del mod ord modShow">
        <pc:chgData name="Andrea Kundert" userId="5e4899a0-c4ec-4f6e-a6d4-e734af582c26" providerId="ADAL" clId="{BBDA78EE-50A9-4532-BD82-C72E935B8265}" dt="2025-01-14T18:53:05.793" v="685" actId="47"/>
        <pc:sldMkLst>
          <pc:docMk/>
          <pc:sldMk cId="2795779918" sldId="7704"/>
        </pc:sldMkLst>
      </pc:sldChg>
      <pc:sldChg chg="addSp delSp modSp mod delAnim modAnim modShow modNotesTx">
        <pc:chgData name="Andrea Kundert" userId="5e4899a0-c4ec-4f6e-a6d4-e734af582c26" providerId="ADAL" clId="{BBDA78EE-50A9-4532-BD82-C72E935B8265}" dt="2025-01-14T20:40:09.309" v="1262"/>
        <pc:sldMkLst>
          <pc:docMk/>
          <pc:sldMk cId="1705615387" sldId="7706"/>
        </pc:sldMkLst>
        <pc:spChg chg="mod">
          <ac:chgData name="Andrea Kundert" userId="5e4899a0-c4ec-4f6e-a6d4-e734af582c26" providerId="ADAL" clId="{BBDA78EE-50A9-4532-BD82-C72E935B8265}" dt="2025-01-14T20:37:52.214" v="1191" actId="1076"/>
          <ac:spMkLst>
            <pc:docMk/>
            <pc:sldMk cId="1705615387" sldId="7706"/>
            <ac:spMk id="7" creationId="{B18CD2C6-4F72-050A-D170-7023332C22E4}"/>
          </ac:spMkLst>
        </pc:spChg>
        <pc:spChg chg="add mod">
          <ac:chgData name="Andrea Kundert" userId="5e4899a0-c4ec-4f6e-a6d4-e734af582c26" providerId="ADAL" clId="{BBDA78EE-50A9-4532-BD82-C72E935B8265}" dt="2025-01-14T20:39:22.413" v="1254" actId="12789"/>
          <ac:spMkLst>
            <pc:docMk/>
            <pc:sldMk cId="1705615387" sldId="7706"/>
            <ac:spMk id="8" creationId="{14083E01-0A80-65A4-E50C-AEF061A9FEF1}"/>
          </ac:spMkLst>
        </pc:spChg>
      </pc:sldChg>
      <pc:sldChg chg="addSp delSp modSp add mod delAnim modNotesTx">
        <pc:chgData name="Andrea Kundert" userId="5e4899a0-c4ec-4f6e-a6d4-e734af582c26" providerId="ADAL" clId="{BBDA78EE-50A9-4532-BD82-C72E935B8265}" dt="2025-01-14T20:45:09.291" v="1291" actId="1036"/>
        <pc:sldMkLst>
          <pc:docMk/>
          <pc:sldMk cId="4195799436" sldId="7707"/>
        </pc:sldMkLst>
        <pc:picChg chg="add del mod modCrop">
          <ac:chgData name="Andrea Kundert" userId="5e4899a0-c4ec-4f6e-a6d4-e734af582c26" providerId="ADAL" clId="{BBDA78EE-50A9-4532-BD82-C72E935B8265}" dt="2025-01-14T20:43:34.798" v="1268" actId="14100"/>
          <ac:picMkLst>
            <pc:docMk/>
            <pc:sldMk cId="4195799436" sldId="7707"/>
            <ac:picMk id="9" creationId="{3F08CD25-4EB4-7E33-DA27-089A8A5DDAA6}"/>
          </ac:picMkLst>
        </pc:picChg>
        <pc:picChg chg="add mod">
          <ac:chgData name="Andrea Kundert" userId="5e4899a0-c4ec-4f6e-a6d4-e734af582c26" providerId="ADAL" clId="{BBDA78EE-50A9-4532-BD82-C72E935B8265}" dt="2025-01-14T20:45:09.291" v="1291" actId="1036"/>
          <ac:picMkLst>
            <pc:docMk/>
            <pc:sldMk cId="4195799436" sldId="7707"/>
            <ac:picMk id="3074" creationId="{88E5FBC4-986A-098E-D894-1E00B84CD270}"/>
          </ac:picMkLst>
        </pc:picChg>
      </pc:sldChg>
      <pc:sldChg chg="delSp modSp add del mod">
        <pc:chgData name="Andrea Kundert" userId="5e4899a0-c4ec-4f6e-a6d4-e734af582c26" providerId="ADAL" clId="{BBDA78EE-50A9-4532-BD82-C72E935B8265}" dt="2025-01-14T18:24:48.405" v="387" actId="47"/>
        <pc:sldMkLst>
          <pc:docMk/>
          <pc:sldMk cId="781806173" sldId="7708"/>
        </pc:sldMkLst>
      </pc:sldChg>
      <pc:sldChg chg="addSp delSp modSp mod modShow modNotesTx">
        <pc:chgData name="Andrea Kundert" userId="5e4899a0-c4ec-4f6e-a6d4-e734af582c26" providerId="ADAL" clId="{BBDA78EE-50A9-4532-BD82-C72E935B8265}" dt="2025-01-14T18:52:02.060" v="684"/>
        <pc:sldMkLst>
          <pc:docMk/>
          <pc:sldMk cId="3681335105" sldId="7709"/>
        </pc:sldMkLst>
        <pc:spChg chg="add mod">
          <ac:chgData name="Andrea Kundert" userId="5e4899a0-c4ec-4f6e-a6d4-e734af582c26" providerId="ADAL" clId="{BBDA78EE-50A9-4532-BD82-C72E935B8265}" dt="2025-01-14T18:19:00.588" v="311"/>
          <ac:spMkLst>
            <pc:docMk/>
            <pc:sldMk cId="3681335105" sldId="7709"/>
            <ac:spMk id="2" creationId="{B2D97FA6-85F2-5A14-1A86-8DEE64FAC2FC}"/>
          </ac:spMkLst>
        </pc:spChg>
        <pc:picChg chg="add mod">
          <ac:chgData name="Andrea Kundert" userId="5e4899a0-c4ec-4f6e-a6d4-e734af582c26" providerId="ADAL" clId="{BBDA78EE-50A9-4532-BD82-C72E935B8265}" dt="2025-01-14T18:24:08.540" v="384" actId="552"/>
          <ac:picMkLst>
            <pc:docMk/>
            <pc:sldMk cId="3681335105" sldId="7709"/>
            <ac:picMk id="4" creationId="{F61C9F07-8E34-71DF-F9B8-D6DAED1A0BC8}"/>
          </ac:picMkLst>
        </pc:picChg>
        <pc:picChg chg="add mod">
          <ac:chgData name="Andrea Kundert" userId="5e4899a0-c4ec-4f6e-a6d4-e734af582c26" providerId="ADAL" clId="{BBDA78EE-50A9-4532-BD82-C72E935B8265}" dt="2025-01-14T18:24:14.605" v="385" actId="552"/>
          <ac:picMkLst>
            <pc:docMk/>
            <pc:sldMk cId="3681335105" sldId="7709"/>
            <ac:picMk id="5" creationId="{6D042D5C-5CA5-D3E0-3A20-7E674166E06D}"/>
          </ac:picMkLst>
        </pc:picChg>
        <pc:picChg chg="add mod">
          <ac:chgData name="Andrea Kundert" userId="5e4899a0-c4ec-4f6e-a6d4-e734af582c26" providerId="ADAL" clId="{BBDA78EE-50A9-4532-BD82-C72E935B8265}" dt="2025-01-14T18:24:14.605" v="385" actId="552"/>
          <ac:picMkLst>
            <pc:docMk/>
            <pc:sldMk cId="3681335105" sldId="7709"/>
            <ac:picMk id="6" creationId="{43219B18-FF52-0CA1-8891-387145F925A8}"/>
          </ac:picMkLst>
        </pc:picChg>
        <pc:picChg chg="add mod modCrop">
          <ac:chgData name="Andrea Kundert" userId="5e4899a0-c4ec-4f6e-a6d4-e734af582c26" providerId="ADAL" clId="{BBDA78EE-50A9-4532-BD82-C72E935B8265}" dt="2025-01-14T18:52:02.060" v="684"/>
          <ac:picMkLst>
            <pc:docMk/>
            <pc:sldMk cId="3681335105" sldId="7709"/>
            <ac:picMk id="7" creationId="{13E9AA30-EA3B-0116-69AB-5606C7F135AA}"/>
          </ac:picMkLst>
        </pc:picChg>
        <pc:cxnChg chg="add mod">
          <ac:chgData name="Andrea Kundert" userId="5e4899a0-c4ec-4f6e-a6d4-e734af582c26" providerId="ADAL" clId="{BBDA78EE-50A9-4532-BD82-C72E935B8265}" dt="2025-01-14T18:19:00.588" v="311"/>
          <ac:cxnSpMkLst>
            <pc:docMk/>
            <pc:sldMk cId="3681335105" sldId="7709"/>
            <ac:cxnSpMk id="3" creationId="{C40E61BF-B760-C961-133C-98AE236043D1}"/>
          </ac:cxnSpMkLst>
        </pc:cxnChg>
      </pc:sldChg>
      <pc:sldChg chg="addSp delSp modSp add mod">
        <pc:chgData name="Andrea Kundert" userId="5e4899a0-c4ec-4f6e-a6d4-e734af582c26" providerId="ADAL" clId="{BBDA78EE-50A9-4532-BD82-C72E935B8265}" dt="2025-01-14T20:36:16.760" v="1188" actId="14100"/>
        <pc:sldMkLst>
          <pc:docMk/>
          <pc:sldMk cId="4247820865" sldId="7711"/>
        </pc:sldMkLst>
        <pc:spChg chg="mod">
          <ac:chgData name="Andrea Kundert" userId="5e4899a0-c4ec-4f6e-a6d4-e734af582c26" providerId="ADAL" clId="{BBDA78EE-50A9-4532-BD82-C72E935B8265}" dt="2025-01-14T20:36:16.760" v="1188" actId="14100"/>
          <ac:spMkLst>
            <pc:docMk/>
            <pc:sldMk cId="4247820865" sldId="7711"/>
            <ac:spMk id="3" creationId="{28804917-ED3F-A7E2-A327-2CBA4EEA7BDB}"/>
          </ac:spMkLst>
        </pc:spChg>
        <pc:picChg chg="add mod">
          <ac:chgData name="Andrea Kundert" userId="5e4899a0-c4ec-4f6e-a6d4-e734af582c26" providerId="ADAL" clId="{BBDA78EE-50A9-4532-BD82-C72E935B8265}" dt="2025-01-14T20:23:31.201" v="760" actId="1037"/>
          <ac:picMkLst>
            <pc:docMk/>
            <pc:sldMk cId="4247820865" sldId="7711"/>
            <ac:picMk id="5" creationId="{80D49403-5F74-A044-8FB4-7476C497F809}"/>
          </ac:picMkLst>
        </pc:picChg>
      </pc:sldChg>
      <pc:sldChg chg="addSp delSp modSp mod delAnim modAnim">
        <pc:chgData name="Andrea Kundert" userId="5e4899a0-c4ec-4f6e-a6d4-e734af582c26" providerId="ADAL" clId="{BBDA78EE-50A9-4532-BD82-C72E935B8265}" dt="2025-01-14T20:43:11.109" v="1265"/>
        <pc:sldMkLst>
          <pc:docMk/>
          <pc:sldMk cId="1739878072" sldId="7712"/>
        </pc:sldMkLst>
        <pc:spChg chg="mod">
          <ac:chgData name="Andrea Kundert" userId="5e4899a0-c4ec-4f6e-a6d4-e734af582c26" providerId="ADAL" clId="{BBDA78EE-50A9-4532-BD82-C72E935B8265}" dt="2025-01-14T20:25:41.761" v="778" actId="20577"/>
          <ac:spMkLst>
            <pc:docMk/>
            <pc:sldMk cId="1739878072" sldId="7712"/>
            <ac:spMk id="4" creationId="{52BB451E-F845-46EF-E066-297C2C15DA36}"/>
          </ac:spMkLst>
        </pc:spChg>
        <pc:spChg chg="add mod">
          <ac:chgData name="Andrea Kundert" userId="5e4899a0-c4ec-4f6e-a6d4-e734af582c26" providerId="ADAL" clId="{BBDA78EE-50A9-4532-BD82-C72E935B8265}" dt="2025-01-14T20:32:37.520" v="1187" actId="12789"/>
          <ac:spMkLst>
            <pc:docMk/>
            <pc:sldMk cId="1739878072" sldId="7712"/>
            <ac:spMk id="6" creationId="{8D91AB7D-B688-C40D-B6E7-41E3B256DE63}"/>
          </ac:spMkLst>
        </pc:spChg>
        <pc:picChg chg="add mod">
          <ac:chgData name="Andrea Kundert" userId="5e4899a0-c4ec-4f6e-a6d4-e734af582c26" providerId="ADAL" clId="{BBDA78EE-50A9-4532-BD82-C72E935B8265}" dt="2025-01-14T20:27:43.272" v="849" actId="1038"/>
          <ac:picMkLst>
            <pc:docMk/>
            <pc:sldMk cId="1739878072" sldId="7712"/>
            <ac:picMk id="2050" creationId="{AFF4BCEC-F17A-403B-8FCB-86EC7D152E5E}"/>
          </ac:picMkLst>
        </pc:picChg>
      </pc:sldChg>
      <pc:sldMasterChg chg="delSldLayout">
        <pc:chgData name="Andrea Kundert" userId="5e4899a0-c4ec-4f6e-a6d4-e734af582c26" providerId="ADAL" clId="{BBDA78EE-50A9-4532-BD82-C72E935B8265}" dt="2025-01-14T18:53:05.793" v="685" actId="47"/>
        <pc:sldMasterMkLst>
          <pc:docMk/>
          <pc:sldMasterMk cId="904892267" sldId="2147483717"/>
        </pc:sldMasterMkLst>
        <pc:sldLayoutChg chg="del">
          <pc:chgData name="Andrea Kundert" userId="5e4899a0-c4ec-4f6e-a6d4-e734af582c26" providerId="ADAL" clId="{BBDA78EE-50A9-4532-BD82-C72E935B8265}" dt="2025-01-14T18:53:05.793" v="685" actId="47"/>
          <pc:sldLayoutMkLst>
            <pc:docMk/>
            <pc:sldMasterMk cId="904892267" sldId="2147483717"/>
            <pc:sldLayoutMk cId="3978400335" sldId="2147483819"/>
          </pc:sldLayoutMkLst>
        </pc:sldLayoutChg>
        <pc:sldLayoutChg chg="del">
          <pc:chgData name="Andrea Kundert" userId="5e4899a0-c4ec-4f6e-a6d4-e734af582c26" providerId="ADAL" clId="{BBDA78EE-50A9-4532-BD82-C72E935B8265}" dt="2025-01-14T18:43:54.840" v="610" actId="2696"/>
          <pc:sldLayoutMkLst>
            <pc:docMk/>
            <pc:sldMasterMk cId="904892267" sldId="2147483717"/>
            <pc:sldLayoutMk cId="4066666110" sldId="2147483820"/>
          </pc:sldLayoutMkLst>
        </pc:sldLayoutChg>
      </pc:sldMasterChg>
    </pc:docChg>
  </pc:docChgLst>
  <pc:docChgLst>
    <pc:chgData name="Brianna Palmer" userId="7b1adf4e-c98a-4a30-b44c-36d426842c6b" providerId="ADAL" clId="{C96C2426-A161-4547-8536-49A1D0758FB7}"/>
    <pc:docChg chg="">
      <pc:chgData name="Brianna Palmer" userId="7b1adf4e-c98a-4a30-b44c-36d426842c6b" providerId="ADAL" clId="{C96C2426-A161-4547-8536-49A1D0758FB7}" dt="2023-05-11T20:57:19.536" v="0"/>
      <pc:docMkLst>
        <pc:docMk/>
      </pc:docMkLst>
      <pc:sldChg chg="delCm">
        <pc:chgData name="Brianna Palmer" userId="7b1adf4e-c98a-4a30-b44c-36d426842c6b" providerId="ADAL" clId="{C96C2426-A161-4547-8536-49A1D0758FB7}" dt="2023-05-11T20:57:19.536" v="0"/>
        <pc:sldMkLst>
          <pc:docMk/>
          <pc:sldMk cId="3225082599" sldId="76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Brianna Palmer" userId="7b1adf4e-c98a-4a30-b44c-36d426842c6b" providerId="ADAL" clId="{C96C2426-A161-4547-8536-49A1D0758FB7}" dt="2023-05-11T20:57:19.536" v="0"/>
              <pc2:cmMkLst xmlns:pc2="http://schemas.microsoft.com/office/powerpoint/2019/9/main/command">
                <pc:docMk/>
                <pc:sldMk cId="3225082599" sldId="7692"/>
                <pc2:cmMk id="{45EACBCB-33C4-42D8-AA91-128410EBAF47}"/>
              </pc2:cmMkLst>
            </pc226:cmChg>
          </p:ext>
        </pc:extLst>
      </pc:sldChg>
    </pc:docChg>
  </pc:docChgLst>
  <pc:docChgLst>
    <pc:chgData name="Niki Frazier" userId="4d4e6bde-1a31-4d0d-adf7-fda6c89226b6" providerId="ADAL" clId="{7956E7D5-207A-4C1B-A258-1CE28E38C9C5}"/>
    <pc:docChg chg="undo custSel addSld delSld modSld modMainMaster">
      <pc:chgData name="Niki Frazier" userId="4d4e6bde-1a31-4d0d-adf7-fda6c89226b6" providerId="ADAL" clId="{7956E7D5-207A-4C1B-A258-1CE28E38C9C5}" dt="2023-04-10T16:34:30.356" v="3093" actId="1076"/>
      <pc:docMkLst>
        <pc:docMk/>
      </pc:docMkLst>
      <pc:sldChg chg="delSp modSp mod setBg modClrScheme chgLayout">
        <pc:chgData name="Niki Frazier" userId="4d4e6bde-1a31-4d0d-adf7-fda6c89226b6" providerId="ADAL" clId="{7956E7D5-207A-4C1B-A258-1CE28E38C9C5}" dt="2023-04-10T16:31:32.293" v="3078" actId="700"/>
        <pc:sldMkLst>
          <pc:docMk/>
          <pc:sldMk cId="3178447474" sldId="279"/>
        </pc:sldMkLst>
      </pc:sldChg>
      <pc:sldChg chg="addSp delSp modSp mod">
        <pc:chgData name="Niki Frazier" userId="4d4e6bde-1a31-4d0d-adf7-fda6c89226b6" providerId="ADAL" clId="{7956E7D5-207A-4C1B-A258-1CE28E38C9C5}" dt="2023-04-10T13:38:44.348" v="269" actId="207"/>
        <pc:sldMkLst>
          <pc:docMk/>
          <pc:sldMk cId="968073199" sldId="3321"/>
        </pc:sldMkLst>
      </pc:sldChg>
      <pc:sldChg chg="del">
        <pc:chgData name="Niki Frazier" userId="4d4e6bde-1a31-4d0d-adf7-fda6c89226b6" providerId="ADAL" clId="{7956E7D5-207A-4C1B-A258-1CE28E38C9C5}" dt="2023-04-10T13:32:07.208" v="155" actId="2696"/>
        <pc:sldMkLst>
          <pc:docMk/>
          <pc:sldMk cId="795450677" sldId="3399"/>
        </pc:sldMkLst>
      </pc:sldChg>
      <pc:sldChg chg="addSp delSp modSp mod modAnim modNotesTx">
        <pc:chgData name="Niki Frazier" userId="4d4e6bde-1a31-4d0d-adf7-fda6c89226b6" providerId="ADAL" clId="{7956E7D5-207A-4C1B-A258-1CE28E38C9C5}" dt="2023-04-10T15:49:55.798" v="2865" actId="255"/>
        <pc:sldMkLst>
          <pc:docMk/>
          <pc:sldMk cId="1871118314" sldId="4107"/>
        </pc:sldMkLst>
      </pc:sldChg>
      <pc:sldChg chg="addSp delSp modSp mod">
        <pc:chgData name="Niki Frazier" userId="4d4e6bde-1a31-4d0d-adf7-fda6c89226b6" providerId="ADAL" clId="{7956E7D5-207A-4C1B-A258-1CE28E38C9C5}" dt="2023-04-10T14:47:51.282" v="2119" actId="6549"/>
        <pc:sldMkLst>
          <pc:docMk/>
          <pc:sldMk cId="2452365811" sldId="4336"/>
        </pc:sldMkLst>
      </pc:sldChg>
      <pc:sldChg chg="del">
        <pc:chgData name="Niki Frazier" userId="4d4e6bde-1a31-4d0d-adf7-fda6c89226b6" providerId="ADAL" clId="{7956E7D5-207A-4C1B-A258-1CE28E38C9C5}" dt="2023-04-10T14:48:11.522" v="2120" actId="47"/>
        <pc:sldMkLst>
          <pc:docMk/>
          <pc:sldMk cId="1028544634" sldId="4352"/>
        </pc:sldMkLst>
      </pc:sldChg>
      <pc:sldChg chg="addSp delSp modSp mod">
        <pc:chgData name="Niki Frazier" userId="4d4e6bde-1a31-4d0d-adf7-fda6c89226b6" providerId="ADAL" clId="{7956E7D5-207A-4C1B-A258-1CE28E38C9C5}" dt="2023-04-10T14:40:37.684" v="1728" actId="478"/>
        <pc:sldMkLst>
          <pc:docMk/>
          <pc:sldMk cId="329630829" sldId="7688"/>
        </pc:sldMkLst>
      </pc:sldChg>
      <pc:sldChg chg="addSp delSp modSp mod">
        <pc:chgData name="Niki Frazier" userId="4d4e6bde-1a31-4d0d-adf7-fda6c89226b6" providerId="ADAL" clId="{7956E7D5-207A-4C1B-A258-1CE28E38C9C5}" dt="2023-04-10T14:36:29.026" v="1319" actId="14100"/>
        <pc:sldMkLst>
          <pc:docMk/>
          <pc:sldMk cId="3847185750" sldId="7689"/>
        </pc:sldMkLst>
      </pc:sldChg>
      <pc:sldChg chg="addSp delSp modSp mod">
        <pc:chgData name="Niki Frazier" userId="4d4e6bde-1a31-4d0d-adf7-fda6c89226b6" providerId="ADAL" clId="{7956E7D5-207A-4C1B-A258-1CE28E38C9C5}" dt="2023-04-10T14:45:34.100" v="2100" actId="732"/>
        <pc:sldMkLst>
          <pc:docMk/>
          <pc:sldMk cId="256278505" sldId="7690"/>
        </pc:sldMkLst>
      </pc:sldChg>
      <pc:sldChg chg="addSp modSp mod modNotesTx">
        <pc:chgData name="Niki Frazier" userId="4d4e6bde-1a31-4d0d-adf7-fda6c89226b6" providerId="ADAL" clId="{7956E7D5-207A-4C1B-A258-1CE28E38C9C5}" dt="2023-04-10T16:24:45.650" v="3016" actId="207"/>
        <pc:sldMkLst>
          <pc:docMk/>
          <pc:sldMk cId="1629216378" sldId="7691"/>
        </pc:sldMkLst>
      </pc:sldChg>
      <pc:sldChg chg="addSp delSp modSp mod delAnim modAnim modNotesTx">
        <pc:chgData name="Niki Frazier" userId="4d4e6bde-1a31-4d0d-adf7-fda6c89226b6" providerId="ADAL" clId="{7956E7D5-207A-4C1B-A258-1CE28E38C9C5}" dt="2023-04-10T16:34:30.356" v="3093" actId="1076"/>
        <pc:sldMkLst>
          <pc:docMk/>
          <pc:sldMk cId="3225082599" sldId="7692"/>
        </pc:sldMkLst>
      </pc:sldChg>
      <pc:sldChg chg="addSp delSp modSp mod">
        <pc:chgData name="Niki Frazier" userId="4d4e6bde-1a31-4d0d-adf7-fda6c89226b6" providerId="ADAL" clId="{7956E7D5-207A-4C1B-A258-1CE28E38C9C5}" dt="2023-04-10T16:26:23.229" v="3074" actId="207"/>
        <pc:sldMkLst>
          <pc:docMk/>
          <pc:sldMk cId="2454570887" sldId="7693"/>
        </pc:sldMkLst>
      </pc:sldChg>
      <pc:sldChg chg="del">
        <pc:chgData name="Niki Frazier" userId="4d4e6bde-1a31-4d0d-adf7-fda6c89226b6" providerId="ADAL" clId="{7956E7D5-207A-4C1B-A258-1CE28E38C9C5}" dt="2023-04-10T16:32:19.838" v="3088" actId="2696"/>
        <pc:sldMkLst>
          <pc:docMk/>
          <pc:sldMk cId="964320702" sldId="7694"/>
        </pc:sldMkLst>
      </pc:sldChg>
      <pc:sldChg chg="del">
        <pc:chgData name="Niki Frazier" userId="4d4e6bde-1a31-4d0d-adf7-fda6c89226b6" providerId="ADAL" clId="{7956E7D5-207A-4C1B-A258-1CE28E38C9C5}" dt="2023-04-10T14:48:11.522" v="2120" actId="47"/>
        <pc:sldMkLst>
          <pc:docMk/>
          <pc:sldMk cId="170806925" sldId="7695"/>
        </pc:sldMkLst>
      </pc:sldChg>
      <pc:sldChg chg="del">
        <pc:chgData name="Niki Frazier" userId="4d4e6bde-1a31-4d0d-adf7-fda6c89226b6" providerId="ADAL" clId="{7956E7D5-207A-4C1B-A258-1CE28E38C9C5}" dt="2023-04-10T14:48:11.522" v="2120" actId="47"/>
        <pc:sldMkLst>
          <pc:docMk/>
          <pc:sldMk cId="4118273089" sldId="7696"/>
        </pc:sldMkLst>
      </pc:sldChg>
      <pc:sldChg chg="addSp delSp modSp add mod">
        <pc:chgData name="Niki Frazier" userId="4d4e6bde-1a31-4d0d-adf7-fda6c89226b6" providerId="ADAL" clId="{7956E7D5-207A-4C1B-A258-1CE28E38C9C5}" dt="2023-04-10T14:41:06.263" v="1735" actId="207"/>
        <pc:sldMkLst>
          <pc:docMk/>
          <pc:sldMk cId="286272471" sldId="7699"/>
        </pc:sldMkLst>
      </pc:sldChg>
      <pc:sldMasterChg chg="modSldLayout">
        <pc:chgData name="Niki Frazier" userId="4d4e6bde-1a31-4d0d-adf7-fda6c89226b6" providerId="ADAL" clId="{7956E7D5-207A-4C1B-A258-1CE28E38C9C5}" dt="2023-04-10T16:31:53.386" v="3087" actId="478"/>
        <pc:sldMasterMkLst>
          <pc:docMk/>
          <pc:sldMasterMk cId="904892267" sldId="2147483717"/>
        </pc:sldMasterMkLst>
        <pc:sldLayoutChg chg="delSp modSp mod">
          <pc:chgData name="Niki Frazier" userId="4d4e6bde-1a31-4d0d-adf7-fda6c89226b6" providerId="ADAL" clId="{7956E7D5-207A-4C1B-A258-1CE28E38C9C5}" dt="2023-04-10T16:31:53.386" v="3087" actId="478"/>
          <pc:sldLayoutMkLst>
            <pc:docMk/>
            <pc:sldMasterMk cId="904892267" sldId="2147483717"/>
            <pc:sldLayoutMk cId="4066666110" sldId="2147483820"/>
          </pc:sldLayoutMkLst>
        </pc:sldLayoutChg>
      </pc:sldMasterChg>
    </pc:docChg>
  </pc:docChgLst>
  <pc:docChgLst>
    <pc:chgData name="Andrea Kundert" userId="5e4899a0-c4ec-4f6e-a6d4-e734af582c26" providerId="ADAL" clId="{9530BEB3-69B8-4219-8A86-F0D5D883A47F}"/>
    <pc:docChg chg="undo custSel delSld modSld">
      <pc:chgData name="Andrea Kundert" userId="5e4899a0-c4ec-4f6e-a6d4-e734af582c26" providerId="ADAL" clId="{9530BEB3-69B8-4219-8A86-F0D5D883A47F}" dt="2025-01-24T15:56:52.475" v="92" actId="14100"/>
      <pc:docMkLst>
        <pc:docMk/>
      </pc:docMkLst>
      <pc:sldChg chg="del">
        <pc:chgData name="Andrea Kundert" userId="5e4899a0-c4ec-4f6e-a6d4-e734af582c26" providerId="ADAL" clId="{9530BEB3-69B8-4219-8A86-F0D5D883A47F}" dt="2025-01-24T15:51:37.601" v="65" actId="47"/>
        <pc:sldMkLst>
          <pc:docMk/>
          <pc:sldMk cId="4115168921" sldId="368"/>
        </pc:sldMkLst>
      </pc:sldChg>
      <pc:sldChg chg="del">
        <pc:chgData name="Andrea Kundert" userId="5e4899a0-c4ec-4f6e-a6d4-e734af582c26" providerId="ADAL" clId="{9530BEB3-69B8-4219-8A86-F0D5D883A47F}" dt="2025-01-24T15:51:30.350" v="64" actId="47"/>
        <pc:sldMkLst>
          <pc:docMk/>
          <pc:sldMk cId="1335170976" sldId="4337"/>
        </pc:sldMkLst>
      </pc:sldChg>
      <pc:sldChg chg="del">
        <pc:chgData name="Andrea Kundert" userId="5e4899a0-c4ec-4f6e-a6d4-e734af582c26" providerId="ADAL" clId="{9530BEB3-69B8-4219-8A86-F0D5D883A47F}" dt="2025-01-24T15:51:27.911" v="63" actId="47"/>
        <pc:sldMkLst>
          <pc:docMk/>
          <pc:sldMk cId="3931530711" sldId="4339"/>
        </pc:sldMkLst>
      </pc:sldChg>
      <pc:sldChg chg="modSp mod">
        <pc:chgData name="Andrea Kundert" userId="5e4899a0-c4ec-4f6e-a6d4-e734af582c26" providerId="ADAL" clId="{9530BEB3-69B8-4219-8A86-F0D5D883A47F}" dt="2025-01-24T15:42:04.180" v="8" actId="2711"/>
        <pc:sldMkLst>
          <pc:docMk/>
          <pc:sldMk cId="1209963501" sldId="4340"/>
        </pc:sldMkLst>
        <pc:spChg chg="mod">
          <ac:chgData name="Andrea Kundert" userId="5e4899a0-c4ec-4f6e-a6d4-e734af582c26" providerId="ADAL" clId="{9530BEB3-69B8-4219-8A86-F0D5D883A47F}" dt="2025-01-24T15:42:04.180" v="8" actId="2711"/>
          <ac:spMkLst>
            <pc:docMk/>
            <pc:sldMk cId="1209963501" sldId="4340"/>
            <ac:spMk id="3" creationId="{13C215EB-5659-31BE-CE13-E65E9C3460D1}"/>
          </ac:spMkLst>
        </pc:spChg>
      </pc:sldChg>
      <pc:sldChg chg="modNotesTx">
        <pc:chgData name="Andrea Kundert" userId="5e4899a0-c4ec-4f6e-a6d4-e734af582c26" providerId="ADAL" clId="{9530BEB3-69B8-4219-8A86-F0D5D883A47F}" dt="2025-01-24T15:51:46.352" v="66" actId="6549"/>
        <pc:sldMkLst>
          <pc:docMk/>
          <pc:sldMk cId="3309099546" sldId="4517"/>
        </pc:sldMkLst>
      </pc:sldChg>
      <pc:sldChg chg="modSp mod">
        <pc:chgData name="Andrea Kundert" userId="5e4899a0-c4ec-4f6e-a6d4-e734af582c26" providerId="ADAL" clId="{9530BEB3-69B8-4219-8A86-F0D5D883A47F}" dt="2025-01-24T15:53:12.988" v="90" actId="14100"/>
        <pc:sldMkLst>
          <pc:docMk/>
          <pc:sldMk cId="1629216378" sldId="7691"/>
        </pc:sldMkLst>
        <pc:spChg chg="mod">
          <ac:chgData name="Andrea Kundert" userId="5e4899a0-c4ec-4f6e-a6d4-e734af582c26" providerId="ADAL" clId="{9530BEB3-69B8-4219-8A86-F0D5D883A47F}" dt="2025-01-24T15:53:03.871" v="89" actId="255"/>
          <ac:spMkLst>
            <pc:docMk/>
            <pc:sldMk cId="1629216378" sldId="7691"/>
            <ac:spMk id="3" creationId="{13C215EB-5659-31BE-CE13-E65E9C3460D1}"/>
          </ac:spMkLst>
        </pc:spChg>
        <pc:spChg chg="mod">
          <ac:chgData name="Andrea Kundert" userId="5e4899a0-c4ec-4f6e-a6d4-e734af582c26" providerId="ADAL" clId="{9530BEB3-69B8-4219-8A86-F0D5D883A47F}" dt="2025-01-24T15:53:12.988" v="90" actId="14100"/>
          <ac:spMkLst>
            <pc:docMk/>
            <pc:sldMk cId="1629216378" sldId="7691"/>
            <ac:spMk id="8" creationId="{71D02414-E104-30F1-2A80-89000A62E219}"/>
          </ac:spMkLst>
        </pc:spChg>
      </pc:sldChg>
      <pc:sldChg chg="modSp mod">
        <pc:chgData name="Andrea Kundert" userId="5e4899a0-c4ec-4f6e-a6d4-e734af582c26" providerId="ADAL" clId="{9530BEB3-69B8-4219-8A86-F0D5D883A47F}" dt="2025-01-24T15:56:52.475" v="92" actId="14100"/>
        <pc:sldMkLst>
          <pc:docMk/>
          <pc:sldMk cId="3247988713" sldId="7697"/>
        </pc:sldMkLst>
        <pc:spChg chg="mod">
          <ac:chgData name="Andrea Kundert" userId="5e4899a0-c4ec-4f6e-a6d4-e734af582c26" providerId="ADAL" clId="{9530BEB3-69B8-4219-8A86-F0D5D883A47F}" dt="2025-01-24T15:56:52.475" v="92" actId="14100"/>
          <ac:spMkLst>
            <pc:docMk/>
            <pc:sldMk cId="3247988713" sldId="7697"/>
            <ac:spMk id="3" creationId="{13C215EB-5659-31BE-CE13-E65E9C3460D1}"/>
          </ac:spMkLst>
        </pc:spChg>
      </pc:sldChg>
      <pc:sldChg chg="modSp mod">
        <pc:chgData name="Andrea Kundert" userId="5e4899a0-c4ec-4f6e-a6d4-e734af582c26" providerId="ADAL" clId="{9530BEB3-69B8-4219-8A86-F0D5D883A47F}" dt="2025-01-24T15:42:25.538" v="11" actId="14100"/>
        <pc:sldMkLst>
          <pc:docMk/>
          <pc:sldMk cId="3475542347" sldId="7698"/>
        </pc:sldMkLst>
        <pc:spChg chg="mod">
          <ac:chgData name="Andrea Kundert" userId="5e4899a0-c4ec-4f6e-a6d4-e734af582c26" providerId="ADAL" clId="{9530BEB3-69B8-4219-8A86-F0D5D883A47F}" dt="2025-01-24T15:42:21.134" v="10" actId="14100"/>
          <ac:spMkLst>
            <pc:docMk/>
            <pc:sldMk cId="3475542347" sldId="7698"/>
            <ac:spMk id="3" creationId="{13C215EB-5659-31BE-CE13-E65E9C3460D1}"/>
          </ac:spMkLst>
        </pc:spChg>
        <pc:spChg chg="mod">
          <ac:chgData name="Andrea Kundert" userId="5e4899a0-c4ec-4f6e-a6d4-e734af582c26" providerId="ADAL" clId="{9530BEB3-69B8-4219-8A86-F0D5D883A47F}" dt="2025-01-24T15:42:25.538" v="11" actId="14100"/>
          <ac:spMkLst>
            <pc:docMk/>
            <pc:sldMk cId="3475542347" sldId="7698"/>
            <ac:spMk id="10" creationId="{EDBBA4F2-C87A-9AC4-E929-F89537A49939}"/>
          </ac:spMkLst>
        </pc:spChg>
      </pc:sldChg>
      <pc:sldChg chg="modSp mod modAnim">
        <pc:chgData name="Andrea Kundert" userId="5e4899a0-c4ec-4f6e-a6d4-e734af582c26" providerId="ADAL" clId="{9530BEB3-69B8-4219-8A86-F0D5D883A47F}" dt="2025-01-24T15:56:06.881" v="91"/>
        <pc:sldMkLst>
          <pc:docMk/>
          <pc:sldMk cId="1705615387" sldId="7706"/>
        </pc:sldMkLst>
        <pc:spChg chg="mod">
          <ac:chgData name="Andrea Kundert" userId="5e4899a0-c4ec-4f6e-a6d4-e734af582c26" providerId="ADAL" clId="{9530BEB3-69B8-4219-8A86-F0D5D883A47F}" dt="2025-01-24T15:41:27.341" v="4" actId="1076"/>
          <ac:spMkLst>
            <pc:docMk/>
            <pc:sldMk cId="1705615387" sldId="7706"/>
            <ac:spMk id="7" creationId="{B18CD2C6-4F72-050A-D170-7023332C22E4}"/>
          </ac:spMkLst>
        </pc:spChg>
        <pc:spChg chg="mod">
          <ac:chgData name="Andrea Kundert" userId="5e4899a0-c4ec-4f6e-a6d4-e734af582c26" providerId="ADAL" clId="{9530BEB3-69B8-4219-8A86-F0D5D883A47F}" dt="2025-01-24T15:41:42.712" v="7" actId="20577"/>
          <ac:spMkLst>
            <pc:docMk/>
            <pc:sldMk cId="1705615387" sldId="7706"/>
            <ac:spMk id="8" creationId="{14083E01-0A80-65A4-E50C-AEF061A9FEF1}"/>
          </ac:spMkLst>
        </pc:spChg>
      </pc:sldChg>
      <pc:sldChg chg="addSp delSp modSp mod">
        <pc:chgData name="Andrea Kundert" userId="5e4899a0-c4ec-4f6e-a6d4-e734af582c26" providerId="ADAL" clId="{9530BEB3-69B8-4219-8A86-F0D5D883A47F}" dt="2025-01-24T15:46:31.895" v="20" actId="1076"/>
        <pc:sldMkLst>
          <pc:docMk/>
          <pc:sldMk cId="4195799436" sldId="7707"/>
        </pc:sldMkLst>
        <pc:picChg chg="del">
          <ac:chgData name="Andrea Kundert" userId="5e4899a0-c4ec-4f6e-a6d4-e734af582c26" providerId="ADAL" clId="{9530BEB3-69B8-4219-8A86-F0D5D883A47F}" dt="2025-01-24T15:46:10.459" v="15" actId="478"/>
          <ac:picMkLst>
            <pc:docMk/>
            <pc:sldMk cId="4195799436" sldId="7707"/>
            <ac:picMk id="3" creationId="{0322E75B-F47C-3C12-DCE1-D2DC0C33F108}"/>
          </ac:picMkLst>
        </pc:picChg>
        <pc:picChg chg="add mod modCrop">
          <ac:chgData name="Andrea Kundert" userId="5e4899a0-c4ec-4f6e-a6d4-e734af582c26" providerId="ADAL" clId="{9530BEB3-69B8-4219-8A86-F0D5D883A47F}" dt="2025-01-24T15:46:31.895" v="20" actId="1076"/>
          <ac:picMkLst>
            <pc:docMk/>
            <pc:sldMk cId="4195799436" sldId="7707"/>
            <ac:picMk id="6" creationId="{650B196C-E9D7-2FAE-2E1B-73E55EEA271F}"/>
          </ac:picMkLst>
        </pc:picChg>
      </pc:sldChg>
      <pc:sldChg chg="modSp mod">
        <pc:chgData name="Andrea Kundert" userId="5e4899a0-c4ec-4f6e-a6d4-e734af582c26" providerId="ADAL" clId="{9530BEB3-69B8-4219-8A86-F0D5D883A47F}" dt="2025-01-24T15:42:51.618" v="14" actId="2711"/>
        <pc:sldMkLst>
          <pc:docMk/>
          <pc:sldMk cId="4247820865" sldId="7711"/>
        </pc:sldMkLst>
        <pc:spChg chg="mod">
          <ac:chgData name="Andrea Kundert" userId="5e4899a0-c4ec-4f6e-a6d4-e734af582c26" providerId="ADAL" clId="{9530BEB3-69B8-4219-8A86-F0D5D883A47F}" dt="2025-01-24T15:42:51.618" v="14" actId="2711"/>
          <ac:spMkLst>
            <pc:docMk/>
            <pc:sldMk cId="4247820865" sldId="7711"/>
            <ac:spMk id="3" creationId="{28804917-ED3F-A7E2-A327-2CBA4EEA7BDB}"/>
          </ac:spMkLst>
        </pc:spChg>
      </pc:sldChg>
      <pc:sldChg chg="modSp mod">
        <pc:chgData name="Andrea Kundert" userId="5e4899a0-c4ec-4f6e-a6d4-e734af582c26" providerId="ADAL" clId="{9530BEB3-69B8-4219-8A86-F0D5D883A47F}" dt="2025-01-24T15:51:14.306" v="62" actId="1076"/>
        <pc:sldMkLst>
          <pc:docMk/>
          <pc:sldMk cId="1739878072" sldId="7712"/>
        </pc:sldMkLst>
        <pc:spChg chg="mod">
          <ac:chgData name="Andrea Kundert" userId="5e4899a0-c4ec-4f6e-a6d4-e734af582c26" providerId="ADAL" clId="{9530BEB3-69B8-4219-8A86-F0D5D883A47F}" dt="2025-01-24T15:51:14.306" v="62" actId="1076"/>
          <ac:spMkLst>
            <pc:docMk/>
            <pc:sldMk cId="1739878072" sldId="7712"/>
            <ac:spMk id="6" creationId="{8D91AB7D-B688-C40D-B6E7-41E3B256DE63}"/>
          </ac:spMkLst>
        </pc:spChg>
        <pc:picChg chg="mod">
          <ac:chgData name="Andrea Kundert" userId="5e4899a0-c4ec-4f6e-a6d4-e734af582c26" providerId="ADAL" clId="{9530BEB3-69B8-4219-8A86-F0D5D883A47F}" dt="2025-01-24T15:50:35.253" v="51" actId="1076"/>
          <ac:picMkLst>
            <pc:docMk/>
            <pc:sldMk cId="1739878072" sldId="7712"/>
            <ac:picMk id="2050" creationId="{AFF4BCEC-F17A-403B-8FCB-86EC7D152E5E}"/>
          </ac:picMkLst>
        </pc:picChg>
      </pc:sldChg>
    </pc:docChg>
  </pc:docChgLst>
  <pc:docChgLst>
    <pc:chgData name="Niki Frazier" userId="4d4e6bde-1a31-4d0d-adf7-fda6c89226b6" providerId="ADAL" clId="{ABCEADD4-47F3-478F-B2DE-2CD4A01A2E59}"/>
    <pc:docChg chg="undo custSel addSld delSld modSld">
      <pc:chgData name="Niki Frazier" userId="4d4e6bde-1a31-4d0d-adf7-fda6c89226b6" providerId="ADAL" clId="{ABCEADD4-47F3-478F-B2DE-2CD4A01A2E59}" dt="2023-04-05T16:26:23.667" v="1940" actId="14100"/>
      <pc:docMkLst>
        <pc:docMk/>
      </pc:docMkLst>
      <pc:sldChg chg="del">
        <pc:chgData name="Niki Frazier" userId="4d4e6bde-1a31-4d0d-adf7-fda6c89226b6" providerId="ADAL" clId="{ABCEADD4-47F3-478F-B2DE-2CD4A01A2E59}" dt="2023-04-05T13:15:56.454" v="647" actId="2696"/>
        <pc:sldMkLst>
          <pc:docMk/>
          <pc:sldMk cId="1749879956" sldId="343"/>
        </pc:sldMkLst>
      </pc:sldChg>
      <pc:sldChg chg="delSp modSp mod">
        <pc:chgData name="Niki Frazier" userId="4d4e6bde-1a31-4d0d-adf7-fda6c89226b6" providerId="ADAL" clId="{ABCEADD4-47F3-478F-B2DE-2CD4A01A2E59}" dt="2023-04-05T12:27:14.783" v="349" actId="478"/>
        <pc:sldMkLst>
          <pc:docMk/>
          <pc:sldMk cId="4115168921" sldId="368"/>
        </pc:sldMkLst>
      </pc:sldChg>
      <pc:sldChg chg="addSp delSp modSp mod">
        <pc:chgData name="Niki Frazier" userId="4d4e6bde-1a31-4d0d-adf7-fda6c89226b6" providerId="ADAL" clId="{ABCEADD4-47F3-478F-B2DE-2CD4A01A2E59}" dt="2023-04-05T14:40:29.811" v="1099" actId="20577"/>
        <pc:sldMkLst>
          <pc:docMk/>
          <pc:sldMk cId="2452365811" sldId="4336"/>
        </pc:sldMkLst>
      </pc:sldChg>
      <pc:sldChg chg="addSp modSp mod modNotesTx">
        <pc:chgData name="Niki Frazier" userId="4d4e6bde-1a31-4d0d-adf7-fda6c89226b6" providerId="ADAL" clId="{ABCEADD4-47F3-478F-B2DE-2CD4A01A2E59}" dt="2023-04-05T14:41:48.641" v="1100" actId="6549"/>
        <pc:sldMkLst>
          <pc:docMk/>
          <pc:sldMk cId="1335170976" sldId="4337"/>
        </pc:sldMkLst>
      </pc:sldChg>
      <pc:sldChg chg="addSp delSp modSp add mod modAnim modNotesTx">
        <pc:chgData name="Niki Frazier" userId="4d4e6bde-1a31-4d0d-adf7-fda6c89226b6" providerId="ADAL" clId="{ABCEADD4-47F3-478F-B2DE-2CD4A01A2E59}" dt="2023-04-05T13:39:57.195" v="947" actId="20577"/>
        <pc:sldMkLst>
          <pc:docMk/>
          <pc:sldMk cId="3630081596" sldId="4338"/>
        </pc:sldMkLst>
      </pc:sldChg>
      <pc:sldChg chg="addSp delSp modSp add mod modNotesTx">
        <pc:chgData name="Niki Frazier" userId="4d4e6bde-1a31-4d0d-adf7-fda6c89226b6" providerId="ADAL" clId="{ABCEADD4-47F3-478F-B2DE-2CD4A01A2E59}" dt="2023-04-05T14:57:42.198" v="1300" actId="21"/>
        <pc:sldMkLst>
          <pc:docMk/>
          <pc:sldMk cId="3931530711" sldId="4339"/>
        </pc:sldMkLst>
      </pc:sldChg>
      <pc:sldChg chg="addSp delSp modSp add mod replId modNotesTx">
        <pc:chgData name="Niki Frazier" userId="4d4e6bde-1a31-4d0d-adf7-fda6c89226b6" providerId="ADAL" clId="{ABCEADD4-47F3-478F-B2DE-2CD4A01A2E59}" dt="2023-04-05T16:18:10.663" v="1934" actId="207"/>
        <pc:sldMkLst>
          <pc:docMk/>
          <pc:sldMk cId="1209963501" sldId="4340"/>
        </pc:sldMkLst>
      </pc:sldChg>
      <pc:sldChg chg="add del">
        <pc:chgData name="Niki Frazier" userId="4d4e6bde-1a31-4d0d-adf7-fda6c89226b6" providerId="ADAL" clId="{ABCEADD4-47F3-478F-B2DE-2CD4A01A2E59}" dt="2023-04-05T14:42:21.326" v="1102" actId="47"/>
        <pc:sldMkLst>
          <pc:docMk/>
          <pc:sldMk cId="3531192654" sldId="4341"/>
        </pc:sldMkLst>
      </pc:sldChg>
      <pc:sldChg chg="add del replId">
        <pc:chgData name="Niki Frazier" userId="4d4e6bde-1a31-4d0d-adf7-fda6c89226b6" providerId="ADAL" clId="{ABCEADD4-47F3-478F-B2DE-2CD4A01A2E59}" dt="2023-04-05T14:42:21.326" v="1102" actId="47"/>
        <pc:sldMkLst>
          <pc:docMk/>
          <pc:sldMk cId="1035510244" sldId="4342"/>
        </pc:sldMkLst>
      </pc:sldChg>
      <pc:sldChg chg="add del">
        <pc:chgData name="Niki Frazier" userId="4d4e6bde-1a31-4d0d-adf7-fda6c89226b6" providerId="ADAL" clId="{ABCEADD4-47F3-478F-B2DE-2CD4A01A2E59}" dt="2023-04-05T14:42:21.326" v="1102" actId="47"/>
        <pc:sldMkLst>
          <pc:docMk/>
          <pc:sldMk cId="4237165112" sldId="4343"/>
        </pc:sldMkLst>
      </pc:sldChg>
      <pc:sldChg chg="add del replId">
        <pc:chgData name="Niki Frazier" userId="4d4e6bde-1a31-4d0d-adf7-fda6c89226b6" providerId="ADAL" clId="{ABCEADD4-47F3-478F-B2DE-2CD4A01A2E59}" dt="2023-04-05T14:42:21.326" v="1102" actId="47"/>
        <pc:sldMkLst>
          <pc:docMk/>
          <pc:sldMk cId="3844058661" sldId="4344"/>
        </pc:sldMkLst>
      </pc:sldChg>
      <pc:sldChg chg="add del">
        <pc:chgData name="Niki Frazier" userId="4d4e6bde-1a31-4d0d-adf7-fda6c89226b6" providerId="ADAL" clId="{ABCEADD4-47F3-478F-B2DE-2CD4A01A2E59}" dt="2023-04-05T14:42:21.326" v="1102" actId="47"/>
        <pc:sldMkLst>
          <pc:docMk/>
          <pc:sldMk cId="2639277252" sldId="4345"/>
        </pc:sldMkLst>
      </pc:sldChg>
      <pc:sldChg chg="add del replId">
        <pc:chgData name="Niki Frazier" userId="4d4e6bde-1a31-4d0d-adf7-fda6c89226b6" providerId="ADAL" clId="{ABCEADD4-47F3-478F-B2DE-2CD4A01A2E59}" dt="2023-04-05T14:42:21.326" v="1102" actId="47"/>
        <pc:sldMkLst>
          <pc:docMk/>
          <pc:sldMk cId="1905934891" sldId="4346"/>
        </pc:sldMkLst>
      </pc:sldChg>
      <pc:sldChg chg="add del">
        <pc:chgData name="Niki Frazier" userId="4d4e6bde-1a31-4d0d-adf7-fda6c89226b6" providerId="ADAL" clId="{ABCEADD4-47F3-478F-B2DE-2CD4A01A2E59}" dt="2023-04-05T14:42:21.326" v="1102" actId="47"/>
        <pc:sldMkLst>
          <pc:docMk/>
          <pc:sldMk cId="557538049" sldId="4347"/>
        </pc:sldMkLst>
      </pc:sldChg>
      <pc:sldChg chg="add del replId">
        <pc:chgData name="Niki Frazier" userId="4d4e6bde-1a31-4d0d-adf7-fda6c89226b6" providerId="ADAL" clId="{ABCEADD4-47F3-478F-B2DE-2CD4A01A2E59}" dt="2023-04-05T14:42:21.326" v="1102" actId="47"/>
        <pc:sldMkLst>
          <pc:docMk/>
          <pc:sldMk cId="408533305" sldId="4348"/>
        </pc:sldMkLst>
      </pc:sldChg>
      <pc:sldChg chg="add del">
        <pc:chgData name="Niki Frazier" userId="4d4e6bde-1a31-4d0d-adf7-fda6c89226b6" providerId="ADAL" clId="{ABCEADD4-47F3-478F-B2DE-2CD4A01A2E59}" dt="2023-04-05T14:42:21.326" v="1102" actId="47"/>
        <pc:sldMkLst>
          <pc:docMk/>
          <pc:sldMk cId="215263082" sldId="4349"/>
        </pc:sldMkLst>
      </pc:sldChg>
      <pc:sldChg chg="add del replId">
        <pc:chgData name="Niki Frazier" userId="4d4e6bde-1a31-4d0d-adf7-fda6c89226b6" providerId="ADAL" clId="{ABCEADD4-47F3-478F-B2DE-2CD4A01A2E59}" dt="2023-04-05T14:42:21.326" v="1102" actId="47"/>
        <pc:sldMkLst>
          <pc:docMk/>
          <pc:sldMk cId="654468365" sldId="4350"/>
        </pc:sldMkLst>
      </pc:sldChg>
      <pc:sldChg chg="add del">
        <pc:chgData name="Niki Frazier" userId="4d4e6bde-1a31-4d0d-adf7-fda6c89226b6" providerId="ADAL" clId="{ABCEADD4-47F3-478F-B2DE-2CD4A01A2E59}" dt="2023-04-05T14:42:21.326" v="1102" actId="47"/>
        <pc:sldMkLst>
          <pc:docMk/>
          <pc:sldMk cId="1799790774" sldId="4351"/>
        </pc:sldMkLst>
      </pc:sldChg>
      <pc:sldChg chg="add replId">
        <pc:chgData name="Niki Frazier" userId="4d4e6bde-1a31-4d0d-adf7-fda6c89226b6" providerId="ADAL" clId="{ABCEADD4-47F3-478F-B2DE-2CD4A01A2E59}" dt="2023-04-05T12:27:51.542" v="357" actId="2890"/>
        <pc:sldMkLst>
          <pc:docMk/>
          <pc:sldMk cId="1028544634" sldId="4352"/>
        </pc:sldMkLst>
      </pc:sldChg>
      <pc:sldChg chg="modNotesTx">
        <pc:chgData name="Niki Frazier" userId="4d4e6bde-1a31-4d0d-adf7-fda6c89226b6" providerId="ADAL" clId="{ABCEADD4-47F3-478F-B2DE-2CD4A01A2E59}" dt="2023-04-05T13:16:59.418" v="651" actId="6549"/>
        <pc:sldMkLst>
          <pc:docMk/>
          <pc:sldMk cId="161453495" sldId="4353"/>
        </pc:sldMkLst>
      </pc:sldChg>
      <pc:sldChg chg="modSp mod modNotesTx">
        <pc:chgData name="Niki Frazier" userId="4d4e6bde-1a31-4d0d-adf7-fda6c89226b6" providerId="ADAL" clId="{ABCEADD4-47F3-478F-B2DE-2CD4A01A2E59}" dt="2023-04-05T13:18:21.144" v="696" actId="14100"/>
        <pc:sldMkLst>
          <pc:docMk/>
          <pc:sldMk cId="2739440425" sldId="7685"/>
        </pc:sldMkLst>
      </pc:sldChg>
      <pc:sldChg chg="addSp delSp modSp add mod">
        <pc:chgData name="Niki Frazier" userId="4d4e6bde-1a31-4d0d-adf7-fda6c89226b6" providerId="ADAL" clId="{ABCEADD4-47F3-478F-B2DE-2CD4A01A2E59}" dt="2023-04-05T16:25:05.889" v="1937" actId="14100"/>
        <pc:sldMkLst>
          <pc:docMk/>
          <pc:sldMk cId="3787244117" sldId="7686"/>
        </pc:sldMkLst>
      </pc:sldChg>
      <pc:sldChg chg="addSp modSp add mod">
        <pc:chgData name="Niki Frazier" userId="4d4e6bde-1a31-4d0d-adf7-fda6c89226b6" providerId="ADAL" clId="{ABCEADD4-47F3-478F-B2DE-2CD4A01A2E59}" dt="2023-04-05T16:26:23.667" v="1940" actId="14100"/>
        <pc:sldMkLst>
          <pc:docMk/>
          <pc:sldMk cId="3468639868" sldId="7687"/>
        </pc:sldMkLst>
      </pc:sldChg>
      <pc:sldChg chg="add replId">
        <pc:chgData name="Niki Frazier" userId="4d4e6bde-1a31-4d0d-adf7-fda6c89226b6" providerId="ADAL" clId="{ABCEADD4-47F3-478F-B2DE-2CD4A01A2E59}" dt="2023-04-05T14:42:32.503" v="1105" actId="2890"/>
        <pc:sldMkLst>
          <pc:docMk/>
          <pc:sldMk cId="329630829" sldId="7688"/>
        </pc:sldMkLst>
      </pc:sldChg>
      <pc:sldChg chg="addSp modSp add">
        <pc:chgData name="Niki Frazier" userId="4d4e6bde-1a31-4d0d-adf7-fda6c89226b6" providerId="ADAL" clId="{ABCEADD4-47F3-478F-B2DE-2CD4A01A2E59}" dt="2023-04-05T14:58:06.817" v="1303"/>
        <pc:sldMkLst>
          <pc:docMk/>
          <pc:sldMk cId="3847185750" sldId="7689"/>
        </pc:sldMkLst>
      </pc:sldChg>
      <pc:sldChg chg="add replId">
        <pc:chgData name="Niki Frazier" userId="4d4e6bde-1a31-4d0d-adf7-fda6c89226b6" providerId="ADAL" clId="{ABCEADD4-47F3-478F-B2DE-2CD4A01A2E59}" dt="2023-04-05T14:42:34.636" v="1106" actId="2890"/>
        <pc:sldMkLst>
          <pc:docMk/>
          <pc:sldMk cId="256278505" sldId="7690"/>
        </pc:sldMkLst>
      </pc:sldChg>
      <pc:sldChg chg="add">
        <pc:chgData name="Niki Frazier" userId="4d4e6bde-1a31-4d0d-adf7-fda6c89226b6" providerId="ADAL" clId="{ABCEADD4-47F3-478F-B2DE-2CD4A01A2E59}" dt="2023-04-05T14:42:36.553" v="1107" actId="2890"/>
        <pc:sldMkLst>
          <pc:docMk/>
          <pc:sldMk cId="1629216378" sldId="7691"/>
        </pc:sldMkLst>
      </pc:sldChg>
      <pc:sldChg chg="add replId">
        <pc:chgData name="Niki Frazier" userId="4d4e6bde-1a31-4d0d-adf7-fda6c89226b6" providerId="ADAL" clId="{ABCEADD4-47F3-478F-B2DE-2CD4A01A2E59}" dt="2023-04-05T14:42:36.553" v="1107" actId="2890"/>
        <pc:sldMkLst>
          <pc:docMk/>
          <pc:sldMk cId="3225082599" sldId="7692"/>
        </pc:sldMkLst>
      </pc:sldChg>
      <pc:sldChg chg="add">
        <pc:chgData name="Niki Frazier" userId="4d4e6bde-1a31-4d0d-adf7-fda6c89226b6" providerId="ADAL" clId="{ABCEADD4-47F3-478F-B2DE-2CD4A01A2E59}" dt="2023-04-05T14:42:39.503" v="1108" actId="2890"/>
        <pc:sldMkLst>
          <pc:docMk/>
          <pc:sldMk cId="2454570887" sldId="7693"/>
        </pc:sldMkLst>
      </pc:sldChg>
      <pc:sldChg chg="add replId">
        <pc:chgData name="Niki Frazier" userId="4d4e6bde-1a31-4d0d-adf7-fda6c89226b6" providerId="ADAL" clId="{ABCEADD4-47F3-478F-B2DE-2CD4A01A2E59}" dt="2023-04-05T14:42:39.503" v="1108" actId="2890"/>
        <pc:sldMkLst>
          <pc:docMk/>
          <pc:sldMk cId="964320702" sldId="7694"/>
        </pc:sldMkLst>
      </pc:sldChg>
      <pc:sldChg chg="add">
        <pc:chgData name="Niki Frazier" userId="4d4e6bde-1a31-4d0d-adf7-fda6c89226b6" providerId="ADAL" clId="{ABCEADD4-47F3-478F-B2DE-2CD4A01A2E59}" dt="2023-04-05T14:42:44.582" v="1109" actId="2890"/>
        <pc:sldMkLst>
          <pc:docMk/>
          <pc:sldMk cId="170806925" sldId="7695"/>
        </pc:sldMkLst>
      </pc:sldChg>
      <pc:sldChg chg="add replId">
        <pc:chgData name="Niki Frazier" userId="4d4e6bde-1a31-4d0d-adf7-fda6c89226b6" providerId="ADAL" clId="{ABCEADD4-47F3-478F-B2DE-2CD4A01A2E59}" dt="2023-04-05T14:42:44.582" v="1109" actId="2890"/>
        <pc:sldMkLst>
          <pc:docMk/>
          <pc:sldMk cId="4118273089" sldId="7696"/>
        </pc:sldMkLst>
      </pc:sldChg>
    </pc:docChg>
  </pc:docChgLst>
  <pc:docChgLst>
    <pc:chgData name="Niki Frazier" userId="4d4e6bde-1a31-4d0d-adf7-fda6c89226b6" providerId="ADAL" clId="{8BD3342D-9827-400C-BCE1-22964A48E96F}"/>
    <pc:docChg chg="modSld modMainMaster">
      <pc:chgData name="Niki Frazier" userId="4d4e6bde-1a31-4d0d-adf7-fda6c89226b6" providerId="ADAL" clId="{8BD3342D-9827-400C-BCE1-22964A48E96F}" dt="2023-02-09T20:29:28.652" v="0"/>
      <pc:docMkLst>
        <pc:docMk/>
      </pc:docMkLst>
      <pc:sldChg chg="modTransition">
        <pc:chgData name="Niki Frazier" userId="4d4e6bde-1a31-4d0d-adf7-fda6c89226b6" providerId="ADAL" clId="{8BD3342D-9827-400C-BCE1-22964A48E96F}" dt="2023-02-09T20:29:28.652" v="0"/>
        <pc:sldMkLst>
          <pc:docMk/>
          <pc:sldMk cId="1749879956" sldId="343"/>
        </pc:sldMkLst>
      </pc:sldChg>
      <pc:sldChg chg="modTransition">
        <pc:chgData name="Niki Frazier" userId="4d4e6bde-1a31-4d0d-adf7-fda6c89226b6" providerId="ADAL" clId="{8BD3342D-9827-400C-BCE1-22964A48E96F}" dt="2023-02-09T20:29:28.652" v="0"/>
        <pc:sldMkLst>
          <pc:docMk/>
          <pc:sldMk cId="4115168921" sldId="368"/>
        </pc:sldMkLst>
      </pc:sldChg>
      <pc:sldChg chg="modTransition">
        <pc:chgData name="Niki Frazier" userId="4d4e6bde-1a31-4d0d-adf7-fda6c89226b6" providerId="ADAL" clId="{8BD3342D-9827-400C-BCE1-22964A48E96F}" dt="2023-02-09T20:29:28.652" v="0"/>
        <pc:sldMkLst>
          <pc:docMk/>
          <pc:sldMk cId="2452365811" sldId="4336"/>
        </pc:sldMkLst>
      </pc:sldChg>
      <pc:sldChg chg="modTransition">
        <pc:chgData name="Niki Frazier" userId="4d4e6bde-1a31-4d0d-adf7-fda6c89226b6" providerId="ADAL" clId="{8BD3342D-9827-400C-BCE1-22964A48E96F}" dt="2023-02-09T20:29:28.652" v="0"/>
        <pc:sldMkLst>
          <pc:docMk/>
          <pc:sldMk cId="1335170976" sldId="4337"/>
        </pc:sldMkLst>
      </pc:sldChg>
      <pc:sldMasterChg chg="modTransition modSldLayout">
        <pc:chgData name="Niki Frazier" userId="4d4e6bde-1a31-4d0d-adf7-fda6c89226b6" providerId="ADAL" clId="{8BD3342D-9827-400C-BCE1-22964A48E96F}" dt="2023-02-09T20:29:28.652" v="0"/>
        <pc:sldMasterMkLst>
          <pc:docMk/>
          <pc:sldMasterMk cId="776245359" sldId="2147483648"/>
        </pc:sldMasterMkLst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776245359" sldId="2147483648"/>
            <pc:sldLayoutMk cId="167624320" sldId="2147483649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776245359" sldId="2147483648"/>
            <pc:sldLayoutMk cId="362086082" sldId="2147483809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776245359" sldId="2147483648"/>
            <pc:sldLayoutMk cId="2366422917" sldId="2147483810"/>
          </pc:sldLayoutMkLst>
        </pc:sldLayoutChg>
      </pc:sldMasterChg>
      <pc:sldMasterChg chg="modTransition modSldLayout">
        <pc:chgData name="Niki Frazier" userId="4d4e6bde-1a31-4d0d-adf7-fda6c89226b6" providerId="ADAL" clId="{8BD3342D-9827-400C-BCE1-22964A48E96F}" dt="2023-02-09T20:29:28.652" v="0"/>
        <pc:sldMasterMkLst>
          <pc:docMk/>
          <pc:sldMasterMk cId="1177814521" sldId="2147483674"/>
        </pc:sldMasterMkLst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2920929241" sldId="2147483675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1432667650" sldId="2147483676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1526926746" sldId="2147483677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57868456" sldId="2147483678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402258185" sldId="2147483752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1491122248" sldId="2147483753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3504335500" sldId="2147483754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1004315536" sldId="2147483755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1856101508" sldId="2147483756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2664510003" sldId="2147483767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177814521" sldId="2147483674"/>
            <pc:sldLayoutMk cId="3303947077" sldId="2147483799"/>
          </pc:sldLayoutMkLst>
        </pc:sldLayoutChg>
      </pc:sldMasterChg>
      <pc:sldMasterChg chg="modTransition modSldLayout">
        <pc:chgData name="Niki Frazier" userId="4d4e6bde-1a31-4d0d-adf7-fda6c89226b6" providerId="ADAL" clId="{8BD3342D-9827-400C-BCE1-22964A48E96F}" dt="2023-02-09T20:29:28.652" v="0"/>
        <pc:sldMasterMkLst>
          <pc:docMk/>
          <pc:sldMasterMk cId="2410952060" sldId="2147483685"/>
        </pc:sldMasterMkLst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3935927001" sldId="2147483686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1766353285" sldId="2147483687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3655564596" sldId="2147483688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1615315008" sldId="2147483689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1515760603" sldId="2147483692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2315810378" sldId="2147483751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1257188632" sldId="2147483757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658042503" sldId="2147483758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3458368553" sldId="2147483759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13057358" sldId="2147483761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2410952060" sldId="2147483685"/>
            <pc:sldLayoutMk cId="2010790127" sldId="2147483800"/>
          </pc:sldLayoutMkLst>
        </pc:sldLayoutChg>
      </pc:sldMasterChg>
      <pc:sldMasterChg chg="modTransition modSldLayout">
        <pc:chgData name="Niki Frazier" userId="4d4e6bde-1a31-4d0d-adf7-fda6c89226b6" providerId="ADAL" clId="{8BD3342D-9827-400C-BCE1-22964A48E96F}" dt="2023-02-09T20:29:28.652" v="0"/>
        <pc:sldMasterMkLst>
          <pc:docMk/>
          <pc:sldMasterMk cId="1456256182" sldId="2147483696"/>
        </pc:sldMasterMkLst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456256182" sldId="2147483696"/>
            <pc:sldLayoutMk cId="2148217191" sldId="2147483699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456256182" sldId="2147483696"/>
            <pc:sldLayoutMk cId="3474750066" sldId="2147483700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1456256182" sldId="2147483696"/>
            <pc:sldLayoutMk cId="764168471" sldId="2147483739"/>
          </pc:sldLayoutMkLst>
        </pc:sldLayoutChg>
      </pc:sldMasterChg>
      <pc:sldMasterChg chg="modTransition modSldLayout">
        <pc:chgData name="Niki Frazier" userId="4d4e6bde-1a31-4d0d-adf7-fda6c89226b6" providerId="ADAL" clId="{8BD3342D-9827-400C-BCE1-22964A48E96F}" dt="2023-02-09T20:29:28.652" v="0"/>
        <pc:sldMasterMkLst>
          <pc:docMk/>
          <pc:sldMasterMk cId="904892267" sldId="2147483717"/>
        </pc:sldMasterMkLst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3136039436" sldId="2147483719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139860527" sldId="2147483720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3050618070" sldId="2147483721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2408827390" sldId="2147483722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4217415804" sldId="2147483723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1045326570" sldId="2147483724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1424456181" sldId="2147483740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3724126770" sldId="2147483742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641503472" sldId="2147483743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2211796680" sldId="2147483760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2003854720" sldId="2147483762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604566899" sldId="2147483763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1742777452" sldId="2147483764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2779539570" sldId="2147483765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1807477704" sldId="2147483766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904892267" sldId="2147483717"/>
            <pc:sldLayoutMk cId="448068965" sldId="2147483811"/>
          </pc:sldLayoutMkLst>
        </pc:sldLayoutChg>
      </pc:sldMasterChg>
      <pc:sldMasterChg chg="modTransition modSldLayout">
        <pc:chgData name="Niki Frazier" userId="4d4e6bde-1a31-4d0d-adf7-fda6c89226b6" providerId="ADAL" clId="{8BD3342D-9827-400C-BCE1-22964A48E96F}" dt="2023-02-09T20:29:28.652" v="0"/>
        <pc:sldMasterMkLst>
          <pc:docMk/>
          <pc:sldMasterMk cId="386052566" sldId="2147483775"/>
        </pc:sldMasterMkLst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1812673113" sldId="2147483776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1836242695" sldId="2147483777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499447306" sldId="2147483778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3716880940" sldId="2147483781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4207404689" sldId="2147483783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588627144" sldId="2147483784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2927588178" sldId="2147483785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2467622503" sldId="2147483786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386052566" sldId="2147483775"/>
            <pc:sldLayoutMk cId="1272297526" sldId="2147483787"/>
          </pc:sldLayoutMkLst>
        </pc:sldLayoutChg>
      </pc:sldMasterChg>
      <pc:sldMasterChg chg="modTransition modSldLayout">
        <pc:chgData name="Niki Frazier" userId="4d4e6bde-1a31-4d0d-adf7-fda6c89226b6" providerId="ADAL" clId="{8BD3342D-9827-400C-BCE1-22964A48E96F}" dt="2023-02-09T20:29:28.652" v="0"/>
        <pc:sldMasterMkLst>
          <pc:docMk/>
          <pc:sldMasterMk cId="431606385" sldId="2147483812"/>
        </pc:sldMasterMkLst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431606385" sldId="2147483812"/>
            <pc:sldLayoutMk cId="1537035277" sldId="2147483813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431606385" sldId="2147483812"/>
            <pc:sldLayoutMk cId="2582617091" sldId="2147483814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431606385" sldId="2147483812"/>
            <pc:sldLayoutMk cId="600176718" sldId="2147483815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431606385" sldId="2147483812"/>
            <pc:sldLayoutMk cId="1830919412" sldId="2147483816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431606385" sldId="2147483812"/>
            <pc:sldLayoutMk cId="3636616796" sldId="2147483817"/>
          </pc:sldLayoutMkLst>
        </pc:sldLayoutChg>
        <pc:sldLayoutChg chg="modTransition">
          <pc:chgData name="Niki Frazier" userId="4d4e6bde-1a31-4d0d-adf7-fda6c89226b6" providerId="ADAL" clId="{8BD3342D-9827-400C-BCE1-22964A48E96F}" dt="2023-02-09T20:29:28.652" v="0"/>
          <pc:sldLayoutMkLst>
            <pc:docMk/>
            <pc:sldMasterMk cId="431606385" sldId="2147483812"/>
            <pc:sldLayoutMk cId="1280922781" sldId="2147483818"/>
          </pc:sldLayoutMkLst>
        </pc:sldLayoutChg>
      </pc:sldMasterChg>
    </pc:docChg>
  </pc:docChgLst>
  <pc:docChgLst>
    <pc:chgData name="Niki Frazier" userId="4d4e6bde-1a31-4d0d-adf7-fda6c89226b6" providerId="ADAL" clId="{34ED2997-7109-44E5-8156-354D64EAC96D}"/>
    <pc:docChg chg="delSld">
      <pc:chgData name="Niki Frazier" userId="4d4e6bde-1a31-4d0d-adf7-fda6c89226b6" providerId="ADAL" clId="{34ED2997-7109-44E5-8156-354D64EAC96D}" dt="2024-03-13T19:15:05.886" v="0" actId="47"/>
      <pc:docMkLst>
        <pc:docMk/>
      </pc:docMkLst>
      <pc:sldChg chg="del">
        <pc:chgData name="Niki Frazier" userId="4d4e6bde-1a31-4d0d-adf7-fda6c89226b6" providerId="ADAL" clId="{34ED2997-7109-44E5-8156-354D64EAC96D}" dt="2024-03-13T19:15:05.886" v="0" actId="47"/>
        <pc:sldMkLst>
          <pc:docMk/>
          <pc:sldMk cId="2545382046" sldId="44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B86DF-4A87-4974-AEA4-69F3FC5A1B54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FC779-F4E9-4438-8C57-2FA981481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0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26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https://www.youtube.com/watch?v=7yC6evAfjL4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8FC779-F4E9-4438-8C57-2FA9814818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957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8FC779-F4E9-4438-8C57-2FA9814818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941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2992755" algn="l"/>
              </a:tabLs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8FC779-F4E9-4438-8C57-2FA9814818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053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D6366-ADD6-C20A-848A-010683E4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A5AAF-048D-F108-AFCC-6298B3748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51484-5592-E978-D0BA-D52FDC986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697D7-29F8-01D5-4676-C8E2839DA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43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62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endParaRPr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13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F0CA3-6655-3DF8-725E-7F7FD0B4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80970-9A86-F1A7-2267-93441F0E7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F1DFF-F31A-CD10-D74E-7575CFBF1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endParaRPr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C38F9-FA91-B851-2390-DAAAD2214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036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8FC779-F4E9-4438-8C57-2FA9814818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7887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FA8F-E10B-C7D3-CC71-B9BFFAE82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BA2B3-3B1D-E36A-4F28-7DDEA6F2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29FB8-9A00-EFEE-468E-7C33F69EF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3707F-98C1-189E-EEB9-461AADB46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7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2992755" algn="l"/>
              </a:tabLs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8FC779-F4E9-4438-8C57-2FA9814818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053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51B5C-FFAD-0010-7EB8-16664022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FC71F-DF23-912F-8CE4-703C62E93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1AE04-E6EE-DD99-7BCB-BA79A2D9B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C4311-67BC-14CD-2697-E647BDE60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34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FC779-F4E9-4438-8C57-2FA9814818F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63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6676-4C02-47C5-06EE-B12F2099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1185E-1356-72DD-1CA8-DA06437B2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D6962-47CB-6233-40C0-C75883F87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7EC39-F1E3-91C8-7DA3-55B0D59ED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8FC779-F4E9-4438-8C57-2FA9814818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214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tabLst>
                <a:tab pos="2992755" algn="l"/>
              </a:tabLs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8FC779-F4E9-4438-8C57-2FA9814818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708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0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hyperlink" Target="https://www.bailsllc.com/" TargetMode="External"/><Relationship Id="rId7" Type="http://schemas.openxmlformats.org/officeDocument/2006/relationships/hyperlink" Target="https://www.tasmanglobal.com/" TargetMode="External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44.png"/><Relationship Id="rId5" Type="http://schemas.openxmlformats.org/officeDocument/2006/relationships/hyperlink" Target="https://www.healthtech.ca/" TargetMode="External"/><Relationship Id="rId10" Type="http://schemas.openxmlformats.org/officeDocument/2006/relationships/image" Target="../media/image46.png"/><Relationship Id="rId4" Type="http://schemas.openxmlformats.org/officeDocument/2006/relationships/image" Target="../media/image43.jpeg"/><Relationship Id="rId9" Type="http://schemas.openxmlformats.org/officeDocument/2006/relationships/hyperlink" Target="http://www.nordicglobal.com/" TargetMode="Externa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iff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7FA3469-31E5-498C-B199-BF9F200EC69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9967" y="2802124"/>
            <a:ext cx="5020749" cy="1431433"/>
            <a:chOff x="13027025" y="3148013"/>
            <a:chExt cx="4827588" cy="1376363"/>
          </a:xfrm>
          <a:solidFill>
            <a:schemeClr val="bg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4E1B18C-72CB-404B-B30D-F994D8F18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027025" y="4284663"/>
              <a:ext cx="4765675" cy="239713"/>
            </a:xfrm>
            <a:custGeom>
              <a:avLst/>
              <a:gdLst>
                <a:gd name="T0" fmla="*/ 4107 w 4139"/>
                <a:gd name="T1" fmla="*/ 127 h 208"/>
                <a:gd name="T2" fmla="*/ 4066 w 4139"/>
                <a:gd name="T3" fmla="*/ 180 h 208"/>
                <a:gd name="T4" fmla="*/ 4015 w 4139"/>
                <a:gd name="T5" fmla="*/ 163 h 208"/>
                <a:gd name="T6" fmla="*/ 3949 w 4139"/>
                <a:gd name="T7" fmla="*/ 83 h 208"/>
                <a:gd name="T8" fmla="*/ 3884 w 4139"/>
                <a:gd name="T9" fmla="*/ 48 h 208"/>
                <a:gd name="T10" fmla="*/ 3828 w 4139"/>
                <a:gd name="T11" fmla="*/ 161 h 208"/>
                <a:gd name="T12" fmla="*/ 3773 w 4139"/>
                <a:gd name="T13" fmla="*/ 16 h 208"/>
                <a:gd name="T14" fmla="*/ 3706 w 4139"/>
                <a:gd name="T15" fmla="*/ 16 h 208"/>
                <a:gd name="T16" fmla="*/ 3607 w 4139"/>
                <a:gd name="T17" fmla="*/ 108 h 208"/>
                <a:gd name="T18" fmla="*/ 3678 w 4139"/>
                <a:gd name="T19" fmla="*/ 163 h 208"/>
                <a:gd name="T20" fmla="*/ 3550 w 4139"/>
                <a:gd name="T21" fmla="*/ 64 h 208"/>
                <a:gd name="T22" fmla="*/ 3481 w 4139"/>
                <a:gd name="T23" fmla="*/ 126 h 208"/>
                <a:gd name="T24" fmla="*/ 3371 w 4139"/>
                <a:gd name="T25" fmla="*/ 48 h 208"/>
                <a:gd name="T26" fmla="*/ 3442 w 4139"/>
                <a:gd name="T27" fmla="*/ 163 h 208"/>
                <a:gd name="T28" fmla="*/ 3302 w 4139"/>
                <a:gd name="T29" fmla="*/ 150 h 208"/>
                <a:gd name="T30" fmla="*/ 3169 w 4139"/>
                <a:gd name="T31" fmla="*/ 112 h 208"/>
                <a:gd name="T32" fmla="*/ 3169 w 4139"/>
                <a:gd name="T33" fmla="*/ 55 h 208"/>
                <a:gd name="T34" fmla="*/ 3111 w 4139"/>
                <a:gd name="T35" fmla="*/ 158 h 208"/>
                <a:gd name="T36" fmla="*/ 2892 w 4139"/>
                <a:gd name="T37" fmla="*/ 48 h 208"/>
                <a:gd name="T38" fmla="*/ 2840 w 4139"/>
                <a:gd name="T39" fmla="*/ 80 h 208"/>
                <a:gd name="T40" fmla="*/ 2821 w 4139"/>
                <a:gd name="T41" fmla="*/ 166 h 208"/>
                <a:gd name="T42" fmla="*/ 2877 w 4139"/>
                <a:gd name="T43" fmla="*/ 48 h 208"/>
                <a:gd name="T44" fmla="*/ 2704 w 4139"/>
                <a:gd name="T45" fmla="*/ 134 h 208"/>
                <a:gd name="T46" fmla="*/ 2743 w 4139"/>
                <a:gd name="T47" fmla="*/ 150 h 208"/>
                <a:gd name="T48" fmla="*/ 2535 w 4139"/>
                <a:gd name="T49" fmla="*/ 85 h 208"/>
                <a:gd name="T50" fmla="*/ 2466 w 4139"/>
                <a:gd name="T51" fmla="*/ 106 h 208"/>
                <a:gd name="T52" fmla="*/ 2342 w 4139"/>
                <a:gd name="T53" fmla="*/ 48 h 208"/>
                <a:gd name="T54" fmla="*/ 2245 w 4139"/>
                <a:gd name="T55" fmla="*/ 163 h 208"/>
                <a:gd name="T56" fmla="*/ 2245 w 4139"/>
                <a:gd name="T57" fmla="*/ 59 h 208"/>
                <a:gd name="T58" fmla="*/ 2125 w 4139"/>
                <a:gd name="T59" fmla="*/ 85 h 208"/>
                <a:gd name="T60" fmla="*/ 2003 w 4139"/>
                <a:gd name="T61" fmla="*/ 78 h 208"/>
                <a:gd name="T62" fmla="*/ 2070 w 4139"/>
                <a:gd name="T63" fmla="*/ 117 h 208"/>
                <a:gd name="T64" fmla="*/ 1972 w 4139"/>
                <a:gd name="T65" fmla="*/ 5 h 208"/>
                <a:gd name="T66" fmla="*/ 1723 w 4139"/>
                <a:gd name="T67" fmla="*/ 77 h 208"/>
                <a:gd name="T68" fmla="*/ 1741 w 4139"/>
                <a:gd name="T69" fmla="*/ 57 h 208"/>
                <a:gd name="T70" fmla="*/ 1610 w 4139"/>
                <a:gd name="T71" fmla="*/ 45 h 208"/>
                <a:gd name="T72" fmla="*/ 1617 w 4139"/>
                <a:gd name="T73" fmla="*/ 103 h 208"/>
                <a:gd name="T74" fmla="*/ 1521 w 4139"/>
                <a:gd name="T75" fmla="*/ 90 h 208"/>
                <a:gd name="T76" fmla="*/ 1417 w 4139"/>
                <a:gd name="T77" fmla="*/ 128 h 208"/>
                <a:gd name="T78" fmla="*/ 1313 w 4139"/>
                <a:gd name="T79" fmla="*/ 101 h 208"/>
                <a:gd name="T80" fmla="*/ 1275 w 4139"/>
                <a:gd name="T81" fmla="*/ 163 h 208"/>
                <a:gd name="T82" fmla="*/ 1196 w 4139"/>
                <a:gd name="T83" fmla="*/ 0 h 208"/>
                <a:gd name="T84" fmla="*/ 1130 w 4139"/>
                <a:gd name="T85" fmla="*/ 0 h 208"/>
                <a:gd name="T86" fmla="*/ 1071 w 4139"/>
                <a:gd name="T87" fmla="*/ 163 h 208"/>
                <a:gd name="T88" fmla="*/ 981 w 4139"/>
                <a:gd name="T89" fmla="*/ 101 h 208"/>
                <a:gd name="T90" fmla="*/ 879 w 4139"/>
                <a:gd name="T91" fmla="*/ 92 h 208"/>
                <a:gd name="T92" fmla="*/ 901 w 4139"/>
                <a:gd name="T93" fmla="*/ 45 h 208"/>
                <a:gd name="T94" fmla="*/ 728 w 4139"/>
                <a:gd name="T95" fmla="*/ 66 h 208"/>
                <a:gd name="T96" fmla="*/ 614 w 4139"/>
                <a:gd name="T97" fmla="*/ 0 h 208"/>
                <a:gd name="T98" fmla="*/ 555 w 4139"/>
                <a:gd name="T99" fmla="*/ 163 h 208"/>
                <a:gd name="T100" fmla="*/ 465 w 4139"/>
                <a:gd name="T101" fmla="*/ 101 h 208"/>
                <a:gd name="T102" fmla="*/ 398 w 4139"/>
                <a:gd name="T103" fmla="*/ 84 h 208"/>
                <a:gd name="T104" fmla="*/ 365 w 4139"/>
                <a:gd name="T105" fmla="*/ 0 h 208"/>
                <a:gd name="T106" fmla="*/ 258 w 4139"/>
                <a:gd name="T107" fmla="*/ 77 h 208"/>
                <a:gd name="T108" fmla="*/ 219 w 4139"/>
                <a:gd name="T109" fmla="*/ 61 h 208"/>
                <a:gd name="T110" fmla="*/ 112 w 4139"/>
                <a:gd name="T111" fmla="*/ 149 h 208"/>
                <a:gd name="T112" fmla="*/ 35 w 4139"/>
                <a:gd name="T113" fmla="*/ 84 h 208"/>
                <a:gd name="T114" fmla="*/ 4 w 4139"/>
                <a:gd name="T115" fmla="*/ 5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39" h="208">
                  <a:moveTo>
                    <a:pt x="4089" y="134"/>
                  </a:moveTo>
                  <a:cubicBezTo>
                    <a:pt x="4075" y="134"/>
                    <a:pt x="4068" y="125"/>
                    <a:pt x="4068" y="106"/>
                  </a:cubicBezTo>
                  <a:cubicBezTo>
                    <a:pt x="4068" y="96"/>
                    <a:pt x="4070" y="89"/>
                    <a:pt x="4074" y="84"/>
                  </a:cubicBezTo>
                  <a:cubicBezTo>
                    <a:pt x="4077" y="79"/>
                    <a:pt x="4082" y="77"/>
                    <a:pt x="4089" y="77"/>
                  </a:cubicBezTo>
                  <a:cubicBezTo>
                    <a:pt x="4091" y="77"/>
                    <a:pt x="4093" y="77"/>
                    <a:pt x="4095" y="77"/>
                  </a:cubicBezTo>
                  <a:cubicBezTo>
                    <a:pt x="4096" y="78"/>
                    <a:pt x="4098" y="78"/>
                    <a:pt x="4099" y="79"/>
                  </a:cubicBezTo>
                  <a:cubicBezTo>
                    <a:pt x="4101" y="79"/>
                    <a:pt x="4102" y="80"/>
                    <a:pt x="4102" y="80"/>
                  </a:cubicBezTo>
                  <a:cubicBezTo>
                    <a:pt x="4103" y="81"/>
                    <a:pt x="4104" y="82"/>
                    <a:pt x="4105" y="83"/>
                  </a:cubicBezTo>
                  <a:cubicBezTo>
                    <a:pt x="4106" y="84"/>
                    <a:pt x="4106" y="84"/>
                    <a:pt x="4107" y="84"/>
                  </a:cubicBezTo>
                  <a:cubicBezTo>
                    <a:pt x="4107" y="127"/>
                    <a:pt x="4107" y="127"/>
                    <a:pt x="4107" y="127"/>
                  </a:cubicBezTo>
                  <a:cubicBezTo>
                    <a:pt x="4102" y="132"/>
                    <a:pt x="4096" y="134"/>
                    <a:pt x="4089" y="134"/>
                  </a:cubicBezTo>
                  <a:moveTo>
                    <a:pt x="4107" y="53"/>
                  </a:moveTo>
                  <a:cubicBezTo>
                    <a:pt x="4101" y="48"/>
                    <a:pt x="4093" y="45"/>
                    <a:pt x="4084" y="45"/>
                  </a:cubicBezTo>
                  <a:cubicBezTo>
                    <a:pt x="4069" y="45"/>
                    <a:pt x="4058" y="51"/>
                    <a:pt x="4049" y="62"/>
                  </a:cubicBezTo>
                  <a:cubicBezTo>
                    <a:pt x="4040" y="73"/>
                    <a:pt x="4036" y="87"/>
                    <a:pt x="4036" y="106"/>
                  </a:cubicBezTo>
                  <a:cubicBezTo>
                    <a:pt x="4036" y="125"/>
                    <a:pt x="4040" y="140"/>
                    <a:pt x="4049" y="150"/>
                  </a:cubicBezTo>
                  <a:cubicBezTo>
                    <a:pt x="4057" y="161"/>
                    <a:pt x="4069" y="166"/>
                    <a:pt x="4084" y="166"/>
                  </a:cubicBezTo>
                  <a:cubicBezTo>
                    <a:pt x="4094" y="166"/>
                    <a:pt x="4101" y="164"/>
                    <a:pt x="4107" y="159"/>
                  </a:cubicBezTo>
                  <a:cubicBezTo>
                    <a:pt x="4106" y="167"/>
                    <a:pt x="4104" y="172"/>
                    <a:pt x="4098" y="175"/>
                  </a:cubicBezTo>
                  <a:cubicBezTo>
                    <a:pt x="4093" y="177"/>
                    <a:pt x="4082" y="179"/>
                    <a:pt x="4066" y="180"/>
                  </a:cubicBezTo>
                  <a:cubicBezTo>
                    <a:pt x="4085" y="208"/>
                    <a:pt x="4085" y="208"/>
                    <a:pt x="4085" y="208"/>
                  </a:cubicBezTo>
                  <a:cubicBezTo>
                    <a:pt x="4094" y="208"/>
                    <a:pt x="4102" y="206"/>
                    <a:pt x="4109" y="204"/>
                  </a:cubicBezTo>
                  <a:cubicBezTo>
                    <a:pt x="4115" y="202"/>
                    <a:pt x="4121" y="199"/>
                    <a:pt x="4125" y="196"/>
                  </a:cubicBezTo>
                  <a:cubicBezTo>
                    <a:pt x="4129" y="193"/>
                    <a:pt x="4132" y="188"/>
                    <a:pt x="4134" y="183"/>
                  </a:cubicBezTo>
                  <a:cubicBezTo>
                    <a:pt x="4136" y="177"/>
                    <a:pt x="4138" y="172"/>
                    <a:pt x="4138" y="166"/>
                  </a:cubicBezTo>
                  <a:cubicBezTo>
                    <a:pt x="4139" y="160"/>
                    <a:pt x="4139" y="152"/>
                    <a:pt x="4139" y="143"/>
                  </a:cubicBezTo>
                  <a:cubicBezTo>
                    <a:pt x="4139" y="48"/>
                    <a:pt x="4139" y="48"/>
                    <a:pt x="4139" y="48"/>
                  </a:cubicBezTo>
                  <a:cubicBezTo>
                    <a:pt x="4107" y="48"/>
                    <a:pt x="4107" y="48"/>
                    <a:pt x="4107" y="48"/>
                  </a:cubicBezTo>
                  <a:lnTo>
                    <a:pt x="4107" y="53"/>
                  </a:lnTo>
                  <a:close/>
                  <a:moveTo>
                    <a:pt x="4015" y="163"/>
                  </a:moveTo>
                  <a:cubicBezTo>
                    <a:pt x="4015" y="88"/>
                    <a:pt x="4015" y="88"/>
                    <a:pt x="4015" y="88"/>
                  </a:cubicBezTo>
                  <a:cubicBezTo>
                    <a:pt x="4015" y="73"/>
                    <a:pt x="4011" y="62"/>
                    <a:pt x="4003" y="55"/>
                  </a:cubicBezTo>
                  <a:cubicBezTo>
                    <a:pt x="3995" y="49"/>
                    <a:pt x="3986" y="45"/>
                    <a:pt x="3975" y="45"/>
                  </a:cubicBezTo>
                  <a:cubicBezTo>
                    <a:pt x="3962" y="45"/>
                    <a:pt x="3951" y="50"/>
                    <a:pt x="3944" y="59"/>
                  </a:cubicBezTo>
                  <a:cubicBezTo>
                    <a:pt x="3944" y="48"/>
                    <a:pt x="3944" y="48"/>
                    <a:pt x="3944" y="48"/>
                  </a:cubicBezTo>
                  <a:cubicBezTo>
                    <a:pt x="3911" y="48"/>
                    <a:pt x="3911" y="48"/>
                    <a:pt x="3911" y="48"/>
                  </a:cubicBezTo>
                  <a:cubicBezTo>
                    <a:pt x="3911" y="163"/>
                    <a:pt x="3911" y="163"/>
                    <a:pt x="3911" y="163"/>
                  </a:cubicBezTo>
                  <a:cubicBezTo>
                    <a:pt x="3944" y="163"/>
                    <a:pt x="3944" y="163"/>
                    <a:pt x="3944" y="163"/>
                  </a:cubicBezTo>
                  <a:cubicBezTo>
                    <a:pt x="3944" y="103"/>
                    <a:pt x="3944" y="103"/>
                    <a:pt x="3944" y="103"/>
                  </a:cubicBezTo>
                  <a:cubicBezTo>
                    <a:pt x="3944" y="94"/>
                    <a:pt x="3946" y="87"/>
                    <a:pt x="3949" y="83"/>
                  </a:cubicBezTo>
                  <a:cubicBezTo>
                    <a:pt x="3952" y="79"/>
                    <a:pt x="3957" y="77"/>
                    <a:pt x="3964" y="77"/>
                  </a:cubicBezTo>
                  <a:cubicBezTo>
                    <a:pt x="3971" y="77"/>
                    <a:pt x="3976" y="79"/>
                    <a:pt x="3978" y="83"/>
                  </a:cubicBezTo>
                  <a:cubicBezTo>
                    <a:pt x="3981" y="87"/>
                    <a:pt x="3983" y="94"/>
                    <a:pt x="3983" y="103"/>
                  </a:cubicBezTo>
                  <a:cubicBezTo>
                    <a:pt x="3983" y="163"/>
                    <a:pt x="3983" y="163"/>
                    <a:pt x="3983" y="163"/>
                  </a:cubicBezTo>
                  <a:lnTo>
                    <a:pt x="4015" y="163"/>
                  </a:lnTo>
                  <a:close/>
                  <a:moveTo>
                    <a:pt x="3884" y="48"/>
                  </a:moveTo>
                  <a:cubicBezTo>
                    <a:pt x="3851" y="48"/>
                    <a:pt x="3851" y="48"/>
                    <a:pt x="3851" y="48"/>
                  </a:cubicBezTo>
                  <a:cubicBezTo>
                    <a:pt x="3851" y="163"/>
                    <a:pt x="3851" y="163"/>
                    <a:pt x="3851" y="163"/>
                  </a:cubicBezTo>
                  <a:cubicBezTo>
                    <a:pt x="3884" y="163"/>
                    <a:pt x="3884" y="163"/>
                    <a:pt x="3884" y="163"/>
                  </a:cubicBezTo>
                  <a:lnTo>
                    <a:pt x="3884" y="48"/>
                  </a:lnTo>
                  <a:close/>
                  <a:moveTo>
                    <a:pt x="3881" y="31"/>
                  </a:moveTo>
                  <a:cubicBezTo>
                    <a:pt x="3885" y="28"/>
                    <a:pt x="3886" y="23"/>
                    <a:pt x="3886" y="18"/>
                  </a:cubicBezTo>
                  <a:cubicBezTo>
                    <a:pt x="3886" y="13"/>
                    <a:pt x="3885" y="9"/>
                    <a:pt x="3881" y="5"/>
                  </a:cubicBezTo>
                  <a:cubicBezTo>
                    <a:pt x="3877" y="1"/>
                    <a:pt x="3873" y="0"/>
                    <a:pt x="3868" y="0"/>
                  </a:cubicBezTo>
                  <a:cubicBezTo>
                    <a:pt x="3863" y="0"/>
                    <a:pt x="3858" y="1"/>
                    <a:pt x="3854" y="5"/>
                  </a:cubicBezTo>
                  <a:cubicBezTo>
                    <a:pt x="3851" y="9"/>
                    <a:pt x="3849" y="13"/>
                    <a:pt x="3849" y="18"/>
                  </a:cubicBezTo>
                  <a:cubicBezTo>
                    <a:pt x="3849" y="23"/>
                    <a:pt x="3851" y="28"/>
                    <a:pt x="3854" y="31"/>
                  </a:cubicBezTo>
                  <a:cubicBezTo>
                    <a:pt x="3858" y="35"/>
                    <a:pt x="3863" y="37"/>
                    <a:pt x="3868" y="37"/>
                  </a:cubicBezTo>
                  <a:cubicBezTo>
                    <a:pt x="3873" y="37"/>
                    <a:pt x="3877" y="35"/>
                    <a:pt x="3881" y="31"/>
                  </a:cubicBezTo>
                  <a:moveTo>
                    <a:pt x="3828" y="161"/>
                  </a:moveTo>
                  <a:cubicBezTo>
                    <a:pt x="3832" y="133"/>
                    <a:pt x="3832" y="133"/>
                    <a:pt x="3832" y="133"/>
                  </a:cubicBezTo>
                  <a:cubicBezTo>
                    <a:pt x="3825" y="136"/>
                    <a:pt x="3819" y="138"/>
                    <a:pt x="3812" y="138"/>
                  </a:cubicBezTo>
                  <a:cubicBezTo>
                    <a:pt x="3810" y="138"/>
                    <a:pt x="3809" y="137"/>
                    <a:pt x="3807" y="136"/>
                  </a:cubicBezTo>
                  <a:cubicBezTo>
                    <a:pt x="3806" y="135"/>
                    <a:pt x="3805" y="133"/>
                    <a:pt x="3805" y="131"/>
                  </a:cubicBezTo>
                  <a:cubicBezTo>
                    <a:pt x="3805" y="77"/>
                    <a:pt x="3805" y="77"/>
                    <a:pt x="3805" y="77"/>
                  </a:cubicBezTo>
                  <a:cubicBezTo>
                    <a:pt x="3831" y="77"/>
                    <a:pt x="3831" y="77"/>
                    <a:pt x="3831" y="77"/>
                  </a:cubicBezTo>
                  <a:cubicBezTo>
                    <a:pt x="3831" y="48"/>
                    <a:pt x="3831" y="48"/>
                    <a:pt x="3831" y="48"/>
                  </a:cubicBezTo>
                  <a:cubicBezTo>
                    <a:pt x="3805" y="48"/>
                    <a:pt x="3805" y="48"/>
                    <a:pt x="3805" y="48"/>
                  </a:cubicBezTo>
                  <a:cubicBezTo>
                    <a:pt x="3805" y="0"/>
                    <a:pt x="3805" y="0"/>
                    <a:pt x="3805" y="0"/>
                  </a:cubicBezTo>
                  <a:cubicBezTo>
                    <a:pt x="3773" y="16"/>
                    <a:pt x="3773" y="16"/>
                    <a:pt x="3773" y="16"/>
                  </a:cubicBezTo>
                  <a:cubicBezTo>
                    <a:pt x="3773" y="48"/>
                    <a:pt x="3773" y="48"/>
                    <a:pt x="3773" y="48"/>
                  </a:cubicBezTo>
                  <a:cubicBezTo>
                    <a:pt x="3757" y="48"/>
                    <a:pt x="3757" y="48"/>
                    <a:pt x="3757" y="48"/>
                  </a:cubicBezTo>
                  <a:cubicBezTo>
                    <a:pt x="3757" y="77"/>
                    <a:pt x="3757" y="77"/>
                    <a:pt x="3757" y="77"/>
                  </a:cubicBezTo>
                  <a:cubicBezTo>
                    <a:pt x="3773" y="77"/>
                    <a:pt x="3773" y="77"/>
                    <a:pt x="3773" y="77"/>
                  </a:cubicBezTo>
                  <a:cubicBezTo>
                    <a:pt x="3773" y="134"/>
                    <a:pt x="3773" y="134"/>
                    <a:pt x="3773" y="134"/>
                  </a:cubicBezTo>
                  <a:cubicBezTo>
                    <a:pt x="3773" y="155"/>
                    <a:pt x="3783" y="166"/>
                    <a:pt x="3802" y="166"/>
                  </a:cubicBezTo>
                  <a:cubicBezTo>
                    <a:pt x="3812" y="166"/>
                    <a:pt x="3821" y="164"/>
                    <a:pt x="3828" y="161"/>
                  </a:cubicBezTo>
                  <a:moveTo>
                    <a:pt x="3739" y="163"/>
                  </a:moveTo>
                  <a:cubicBezTo>
                    <a:pt x="3739" y="0"/>
                    <a:pt x="3739" y="0"/>
                    <a:pt x="3739" y="0"/>
                  </a:cubicBezTo>
                  <a:cubicBezTo>
                    <a:pt x="3706" y="16"/>
                    <a:pt x="3706" y="16"/>
                    <a:pt x="3706" y="16"/>
                  </a:cubicBezTo>
                  <a:cubicBezTo>
                    <a:pt x="3706" y="163"/>
                    <a:pt x="3706" y="163"/>
                    <a:pt x="3706" y="163"/>
                  </a:cubicBezTo>
                  <a:lnTo>
                    <a:pt x="3739" y="163"/>
                  </a:lnTo>
                  <a:close/>
                  <a:moveTo>
                    <a:pt x="3678" y="163"/>
                  </a:moveTo>
                  <a:cubicBezTo>
                    <a:pt x="3678" y="48"/>
                    <a:pt x="3678" y="48"/>
                    <a:pt x="3678" y="48"/>
                  </a:cubicBezTo>
                  <a:cubicBezTo>
                    <a:pt x="3645" y="48"/>
                    <a:pt x="3645" y="48"/>
                    <a:pt x="3645" y="48"/>
                  </a:cubicBezTo>
                  <a:cubicBezTo>
                    <a:pt x="3645" y="108"/>
                    <a:pt x="3645" y="108"/>
                    <a:pt x="3645" y="108"/>
                  </a:cubicBezTo>
                  <a:cubicBezTo>
                    <a:pt x="3645" y="117"/>
                    <a:pt x="3644" y="124"/>
                    <a:pt x="3641" y="128"/>
                  </a:cubicBezTo>
                  <a:cubicBezTo>
                    <a:pt x="3637" y="132"/>
                    <a:pt x="3632" y="134"/>
                    <a:pt x="3625" y="134"/>
                  </a:cubicBezTo>
                  <a:cubicBezTo>
                    <a:pt x="3618" y="134"/>
                    <a:pt x="3614" y="132"/>
                    <a:pt x="3611" y="128"/>
                  </a:cubicBezTo>
                  <a:cubicBezTo>
                    <a:pt x="3608" y="124"/>
                    <a:pt x="3607" y="117"/>
                    <a:pt x="3607" y="108"/>
                  </a:cubicBezTo>
                  <a:cubicBezTo>
                    <a:pt x="3607" y="48"/>
                    <a:pt x="3607" y="48"/>
                    <a:pt x="3607" y="48"/>
                  </a:cubicBezTo>
                  <a:cubicBezTo>
                    <a:pt x="3574" y="48"/>
                    <a:pt x="3574" y="48"/>
                    <a:pt x="3574" y="48"/>
                  </a:cubicBezTo>
                  <a:cubicBezTo>
                    <a:pt x="3574" y="123"/>
                    <a:pt x="3574" y="123"/>
                    <a:pt x="3574" y="123"/>
                  </a:cubicBezTo>
                  <a:cubicBezTo>
                    <a:pt x="3574" y="131"/>
                    <a:pt x="3575" y="138"/>
                    <a:pt x="3578" y="143"/>
                  </a:cubicBezTo>
                  <a:cubicBezTo>
                    <a:pt x="3580" y="149"/>
                    <a:pt x="3584" y="154"/>
                    <a:pt x="3588" y="157"/>
                  </a:cubicBezTo>
                  <a:cubicBezTo>
                    <a:pt x="3592" y="160"/>
                    <a:pt x="3596" y="162"/>
                    <a:pt x="3600" y="164"/>
                  </a:cubicBezTo>
                  <a:cubicBezTo>
                    <a:pt x="3605" y="165"/>
                    <a:pt x="3609" y="166"/>
                    <a:pt x="3614" y="166"/>
                  </a:cubicBezTo>
                  <a:cubicBezTo>
                    <a:pt x="3628" y="166"/>
                    <a:pt x="3638" y="162"/>
                    <a:pt x="3645" y="153"/>
                  </a:cubicBezTo>
                  <a:cubicBezTo>
                    <a:pt x="3645" y="163"/>
                    <a:pt x="3645" y="163"/>
                    <a:pt x="3645" y="163"/>
                  </a:cubicBezTo>
                  <a:lnTo>
                    <a:pt x="3678" y="163"/>
                  </a:lnTo>
                  <a:close/>
                  <a:moveTo>
                    <a:pt x="3541" y="157"/>
                  </a:moveTo>
                  <a:cubicBezTo>
                    <a:pt x="3550" y="150"/>
                    <a:pt x="3554" y="141"/>
                    <a:pt x="3554" y="130"/>
                  </a:cubicBezTo>
                  <a:cubicBezTo>
                    <a:pt x="3554" y="124"/>
                    <a:pt x="3553" y="119"/>
                    <a:pt x="3551" y="115"/>
                  </a:cubicBezTo>
                  <a:cubicBezTo>
                    <a:pt x="3548" y="111"/>
                    <a:pt x="3545" y="107"/>
                    <a:pt x="3541" y="104"/>
                  </a:cubicBezTo>
                  <a:cubicBezTo>
                    <a:pt x="3537" y="101"/>
                    <a:pt x="3533" y="99"/>
                    <a:pt x="3529" y="97"/>
                  </a:cubicBezTo>
                  <a:cubicBezTo>
                    <a:pt x="3526" y="96"/>
                    <a:pt x="3521" y="94"/>
                    <a:pt x="3516" y="92"/>
                  </a:cubicBezTo>
                  <a:cubicBezTo>
                    <a:pt x="3501" y="88"/>
                    <a:pt x="3493" y="84"/>
                    <a:pt x="3493" y="80"/>
                  </a:cubicBezTo>
                  <a:cubicBezTo>
                    <a:pt x="3493" y="75"/>
                    <a:pt x="3498" y="72"/>
                    <a:pt x="3507" y="72"/>
                  </a:cubicBezTo>
                  <a:cubicBezTo>
                    <a:pt x="3515" y="72"/>
                    <a:pt x="3522" y="75"/>
                    <a:pt x="3529" y="82"/>
                  </a:cubicBezTo>
                  <a:cubicBezTo>
                    <a:pt x="3550" y="64"/>
                    <a:pt x="3550" y="64"/>
                    <a:pt x="3550" y="64"/>
                  </a:cubicBezTo>
                  <a:cubicBezTo>
                    <a:pt x="3539" y="52"/>
                    <a:pt x="3524" y="45"/>
                    <a:pt x="3507" y="45"/>
                  </a:cubicBezTo>
                  <a:cubicBezTo>
                    <a:pt x="3495" y="45"/>
                    <a:pt x="3485" y="48"/>
                    <a:pt x="3476" y="54"/>
                  </a:cubicBezTo>
                  <a:cubicBezTo>
                    <a:pt x="3468" y="60"/>
                    <a:pt x="3464" y="68"/>
                    <a:pt x="3464" y="78"/>
                  </a:cubicBezTo>
                  <a:cubicBezTo>
                    <a:pt x="3464" y="88"/>
                    <a:pt x="3467" y="96"/>
                    <a:pt x="3474" y="101"/>
                  </a:cubicBezTo>
                  <a:cubicBezTo>
                    <a:pt x="3480" y="107"/>
                    <a:pt x="3491" y="112"/>
                    <a:pt x="3505" y="117"/>
                  </a:cubicBezTo>
                  <a:cubicBezTo>
                    <a:pt x="3512" y="119"/>
                    <a:pt x="3518" y="122"/>
                    <a:pt x="3520" y="123"/>
                  </a:cubicBezTo>
                  <a:cubicBezTo>
                    <a:pt x="3523" y="125"/>
                    <a:pt x="3525" y="127"/>
                    <a:pt x="3525" y="130"/>
                  </a:cubicBezTo>
                  <a:cubicBezTo>
                    <a:pt x="3525" y="136"/>
                    <a:pt x="3519" y="139"/>
                    <a:pt x="3508" y="139"/>
                  </a:cubicBezTo>
                  <a:cubicBezTo>
                    <a:pt x="3503" y="139"/>
                    <a:pt x="3498" y="138"/>
                    <a:pt x="3493" y="135"/>
                  </a:cubicBezTo>
                  <a:cubicBezTo>
                    <a:pt x="3488" y="132"/>
                    <a:pt x="3484" y="129"/>
                    <a:pt x="3481" y="126"/>
                  </a:cubicBezTo>
                  <a:cubicBezTo>
                    <a:pt x="3460" y="144"/>
                    <a:pt x="3460" y="144"/>
                    <a:pt x="3460" y="144"/>
                  </a:cubicBezTo>
                  <a:cubicBezTo>
                    <a:pt x="3465" y="151"/>
                    <a:pt x="3472" y="156"/>
                    <a:pt x="3480" y="160"/>
                  </a:cubicBezTo>
                  <a:cubicBezTo>
                    <a:pt x="3489" y="164"/>
                    <a:pt x="3498" y="166"/>
                    <a:pt x="3508" y="166"/>
                  </a:cubicBezTo>
                  <a:cubicBezTo>
                    <a:pt x="3522" y="166"/>
                    <a:pt x="3533" y="163"/>
                    <a:pt x="3541" y="157"/>
                  </a:cubicBezTo>
                  <a:moveTo>
                    <a:pt x="3442" y="163"/>
                  </a:moveTo>
                  <a:cubicBezTo>
                    <a:pt x="3442" y="88"/>
                    <a:pt x="3442" y="88"/>
                    <a:pt x="3442" y="88"/>
                  </a:cubicBezTo>
                  <a:cubicBezTo>
                    <a:pt x="3442" y="73"/>
                    <a:pt x="3438" y="62"/>
                    <a:pt x="3430" y="55"/>
                  </a:cubicBezTo>
                  <a:cubicBezTo>
                    <a:pt x="3422" y="49"/>
                    <a:pt x="3413" y="45"/>
                    <a:pt x="3402" y="45"/>
                  </a:cubicBezTo>
                  <a:cubicBezTo>
                    <a:pt x="3389" y="45"/>
                    <a:pt x="3378" y="50"/>
                    <a:pt x="3371" y="59"/>
                  </a:cubicBezTo>
                  <a:cubicBezTo>
                    <a:pt x="3371" y="48"/>
                    <a:pt x="3371" y="48"/>
                    <a:pt x="3371" y="48"/>
                  </a:cubicBezTo>
                  <a:cubicBezTo>
                    <a:pt x="3338" y="48"/>
                    <a:pt x="3338" y="48"/>
                    <a:pt x="3338" y="48"/>
                  </a:cubicBezTo>
                  <a:cubicBezTo>
                    <a:pt x="3338" y="163"/>
                    <a:pt x="3338" y="163"/>
                    <a:pt x="3338" y="163"/>
                  </a:cubicBezTo>
                  <a:cubicBezTo>
                    <a:pt x="3371" y="163"/>
                    <a:pt x="3371" y="163"/>
                    <a:pt x="3371" y="163"/>
                  </a:cubicBezTo>
                  <a:cubicBezTo>
                    <a:pt x="3371" y="103"/>
                    <a:pt x="3371" y="103"/>
                    <a:pt x="3371" y="103"/>
                  </a:cubicBezTo>
                  <a:cubicBezTo>
                    <a:pt x="3371" y="94"/>
                    <a:pt x="3372" y="87"/>
                    <a:pt x="3376" y="83"/>
                  </a:cubicBezTo>
                  <a:cubicBezTo>
                    <a:pt x="3379" y="79"/>
                    <a:pt x="3384" y="77"/>
                    <a:pt x="3391" y="77"/>
                  </a:cubicBezTo>
                  <a:cubicBezTo>
                    <a:pt x="3398" y="77"/>
                    <a:pt x="3402" y="79"/>
                    <a:pt x="3405" y="83"/>
                  </a:cubicBezTo>
                  <a:cubicBezTo>
                    <a:pt x="3408" y="87"/>
                    <a:pt x="3409" y="94"/>
                    <a:pt x="3409" y="103"/>
                  </a:cubicBezTo>
                  <a:cubicBezTo>
                    <a:pt x="3409" y="163"/>
                    <a:pt x="3409" y="163"/>
                    <a:pt x="3409" y="163"/>
                  </a:cubicBezTo>
                  <a:lnTo>
                    <a:pt x="3442" y="163"/>
                  </a:lnTo>
                  <a:close/>
                  <a:moveTo>
                    <a:pt x="3249" y="127"/>
                  </a:moveTo>
                  <a:cubicBezTo>
                    <a:pt x="3245" y="122"/>
                    <a:pt x="3243" y="115"/>
                    <a:pt x="3243" y="106"/>
                  </a:cubicBezTo>
                  <a:cubicBezTo>
                    <a:pt x="3243" y="97"/>
                    <a:pt x="3245" y="90"/>
                    <a:pt x="3249" y="85"/>
                  </a:cubicBezTo>
                  <a:cubicBezTo>
                    <a:pt x="3252" y="79"/>
                    <a:pt x="3257" y="77"/>
                    <a:pt x="3264" y="77"/>
                  </a:cubicBezTo>
                  <a:cubicBezTo>
                    <a:pt x="3270" y="77"/>
                    <a:pt x="3275" y="79"/>
                    <a:pt x="3279" y="85"/>
                  </a:cubicBezTo>
                  <a:cubicBezTo>
                    <a:pt x="3282" y="90"/>
                    <a:pt x="3284" y="97"/>
                    <a:pt x="3284" y="106"/>
                  </a:cubicBezTo>
                  <a:cubicBezTo>
                    <a:pt x="3284" y="115"/>
                    <a:pt x="3282" y="122"/>
                    <a:pt x="3279" y="127"/>
                  </a:cubicBezTo>
                  <a:cubicBezTo>
                    <a:pt x="3275" y="132"/>
                    <a:pt x="3270" y="134"/>
                    <a:pt x="3264" y="134"/>
                  </a:cubicBezTo>
                  <a:cubicBezTo>
                    <a:pt x="3257" y="134"/>
                    <a:pt x="3252" y="132"/>
                    <a:pt x="3249" y="127"/>
                  </a:cubicBezTo>
                  <a:moveTo>
                    <a:pt x="3302" y="150"/>
                  </a:moveTo>
                  <a:cubicBezTo>
                    <a:pt x="3312" y="139"/>
                    <a:pt x="3317" y="125"/>
                    <a:pt x="3317" y="106"/>
                  </a:cubicBezTo>
                  <a:cubicBezTo>
                    <a:pt x="3317" y="87"/>
                    <a:pt x="3312" y="72"/>
                    <a:pt x="3302" y="61"/>
                  </a:cubicBezTo>
                  <a:cubicBezTo>
                    <a:pt x="3293" y="51"/>
                    <a:pt x="3280" y="45"/>
                    <a:pt x="3264" y="45"/>
                  </a:cubicBezTo>
                  <a:cubicBezTo>
                    <a:pt x="3247" y="45"/>
                    <a:pt x="3234" y="51"/>
                    <a:pt x="3225" y="61"/>
                  </a:cubicBezTo>
                  <a:cubicBezTo>
                    <a:pt x="3215" y="72"/>
                    <a:pt x="3210" y="87"/>
                    <a:pt x="3210" y="106"/>
                  </a:cubicBezTo>
                  <a:cubicBezTo>
                    <a:pt x="3210" y="125"/>
                    <a:pt x="3215" y="139"/>
                    <a:pt x="3224" y="150"/>
                  </a:cubicBezTo>
                  <a:cubicBezTo>
                    <a:pt x="3234" y="161"/>
                    <a:pt x="3247" y="166"/>
                    <a:pt x="3264" y="166"/>
                  </a:cubicBezTo>
                  <a:cubicBezTo>
                    <a:pt x="3280" y="166"/>
                    <a:pt x="3293" y="161"/>
                    <a:pt x="3302" y="150"/>
                  </a:cubicBezTo>
                  <a:moveTo>
                    <a:pt x="3200" y="124"/>
                  </a:moveTo>
                  <a:cubicBezTo>
                    <a:pt x="3169" y="112"/>
                    <a:pt x="3169" y="112"/>
                    <a:pt x="3169" y="112"/>
                  </a:cubicBezTo>
                  <a:cubicBezTo>
                    <a:pt x="3161" y="126"/>
                    <a:pt x="3152" y="133"/>
                    <a:pt x="3142" y="133"/>
                  </a:cubicBezTo>
                  <a:cubicBezTo>
                    <a:pt x="3135" y="133"/>
                    <a:pt x="3129" y="130"/>
                    <a:pt x="3124" y="125"/>
                  </a:cubicBezTo>
                  <a:cubicBezTo>
                    <a:pt x="3120" y="120"/>
                    <a:pt x="3116" y="114"/>
                    <a:pt x="3114" y="107"/>
                  </a:cubicBezTo>
                  <a:cubicBezTo>
                    <a:pt x="3112" y="100"/>
                    <a:pt x="3111" y="92"/>
                    <a:pt x="3111" y="84"/>
                  </a:cubicBezTo>
                  <a:cubicBezTo>
                    <a:pt x="3111" y="78"/>
                    <a:pt x="3112" y="73"/>
                    <a:pt x="3113" y="67"/>
                  </a:cubicBezTo>
                  <a:cubicBezTo>
                    <a:pt x="3114" y="62"/>
                    <a:pt x="3115" y="57"/>
                    <a:pt x="3118" y="52"/>
                  </a:cubicBezTo>
                  <a:cubicBezTo>
                    <a:pt x="3120" y="47"/>
                    <a:pt x="3123" y="43"/>
                    <a:pt x="3127" y="40"/>
                  </a:cubicBezTo>
                  <a:cubicBezTo>
                    <a:pt x="3132" y="37"/>
                    <a:pt x="3136" y="36"/>
                    <a:pt x="3142" y="36"/>
                  </a:cubicBezTo>
                  <a:cubicBezTo>
                    <a:pt x="3148" y="36"/>
                    <a:pt x="3153" y="38"/>
                    <a:pt x="3157" y="41"/>
                  </a:cubicBezTo>
                  <a:cubicBezTo>
                    <a:pt x="3161" y="44"/>
                    <a:pt x="3165" y="48"/>
                    <a:pt x="3169" y="55"/>
                  </a:cubicBezTo>
                  <a:cubicBezTo>
                    <a:pt x="3200" y="41"/>
                    <a:pt x="3200" y="41"/>
                    <a:pt x="3200" y="41"/>
                  </a:cubicBezTo>
                  <a:cubicBezTo>
                    <a:pt x="3196" y="30"/>
                    <a:pt x="3189" y="21"/>
                    <a:pt x="3179" y="14"/>
                  </a:cubicBezTo>
                  <a:cubicBezTo>
                    <a:pt x="3168" y="7"/>
                    <a:pt x="3156" y="3"/>
                    <a:pt x="3142" y="3"/>
                  </a:cubicBezTo>
                  <a:cubicBezTo>
                    <a:pt x="3130" y="3"/>
                    <a:pt x="3120" y="6"/>
                    <a:pt x="3111" y="11"/>
                  </a:cubicBezTo>
                  <a:cubicBezTo>
                    <a:pt x="3102" y="16"/>
                    <a:pt x="3095" y="22"/>
                    <a:pt x="3090" y="30"/>
                  </a:cubicBezTo>
                  <a:cubicBezTo>
                    <a:pt x="3085" y="39"/>
                    <a:pt x="3081" y="47"/>
                    <a:pt x="3079" y="56"/>
                  </a:cubicBezTo>
                  <a:cubicBezTo>
                    <a:pt x="3077" y="66"/>
                    <a:pt x="3075" y="75"/>
                    <a:pt x="3075" y="84"/>
                  </a:cubicBezTo>
                  <a:cubicBezTo>
                    <a:pt x="3075" y="95"/>
                    <a:pt x="3077" y="104"/>
                    <a:pt x="3079" y="114"/>
                  </a:cubicBezTo>
                  <a:cubicBezTo>
                    <a:pt x="3081" y="123"/>
                    <a:pt x="3085" y="131"/>
                    <a:pt x="3090" y="139"/>
                  </a:cubicBezTo>
                  <a:cubicBezTo>
                    <a:pt x="3095" y="147"/>
                    <a:pt x="3102" y="154"/>
                    <a:pt x="3111" y="158"/>
                  </a:cubicBezTo>
                  <a:cubicBezTo>
                    <a:pt x="3120" y="163"/>
                    <a:pt x="3130" y="166"/>
                    <a:pt x="3142" y="166"/>
                  </a:cubicBezTo>
                  <a:cubicBezTo>
                    <a:pt x="3168" y="166"/>
                    <a:pt x="3187" y="152"/>
                    <a:pt x="3200" y="124"/>
                  </a:cubicBezTo>
                  <a:moveTo>
                    <a:pt x="2952" y="207"/>
                  </a:moveTo>
                  <a:cubicBezTo>
                    <a:pt x="3014" y="48"/>
                    <a:pt x="3014" y="48"/>
                    <a:pt x="3014" y="48"/>
                  </a:cubicBezTo>
                  <a:cubicBezTo>
                    <a:pt x="2980" y="48"/>
                    <a:pt x="2980" y="48"/>
                    <a:pt x="2980" y="48"/>
                  </a:cubicBezTo>
                  <a:cubicBezTo>
                    <a:pt x="2957" y="110"/>
                    <a:pt x="2957" y="110"/>
                    <a:pt x="2957" y="110"/>
                  </a:cubicBezTo>
                  <a:cubicBezTo>
                    <a:pt x="2955" y="114"/>
                    <a:pt x="2954" y="118"/>
                    <a:pt x="2953" y="120"/>
                  </a:cubicBezTo>
                  <a:cubicBezTo>
                    <a:pt x="2953" y="118"/>
                    <a:pt x="2951" y="114"/>
                    <a:pt x="2950" y="110"/>
                  </a:cubicBezTo>
                  <a:cubicBezTo>
                    <a:pt x="2926" y="48"/>
                    <a:pt x="2926" y="48"/>
                    <a:pt x="2926" y="48"/>
                  </a:cubicBezTo>
                  <a:cubicBezTo>
                    <a:pt x="2892" y="48"/>
                    <a:pt x="2892" y="48"/>
                    <a:pt x="2892" y="48"/>
                  </a:cubicBezTo>
                  <a:cubicBezTo>
                    <a:pt x="2936" y="162"/>
                    <a:pt x="2936" y="162"/>
                    <a:pt x="2936" y="162"/>
                  </a:cubicBezTo>
                  <a:cubicBezTo>
                    <a:pt x="2919" y="207"/>
                    <a:pt x="2919" y="207"/>
                    <a:pt x="2919" y="207"/>
                  </a:cubicBezTo>
                  <a:lnTo>
                    <a:pt x="2952" y="207"/>
                  </a:lnTo>
                  <a:close/>
                  <a:moveTo>
                    <a:pt x="2826" y="134"/>
                  </a:moveTo>
                  <a:cubicBezTo>
                    <a:pt x="2812" y="134"/>
                    <a:pt x="2806" y="125"/>
                    <a:pt x="2806" y="106"/>
                  </a:cubicBezTo>
                  <a:cubicBezTo>
                    <a:pt x="2806" y="96"/>
                    <a:pt x="2807" y="89"/>
                    <a:pt x="2811" y="84"/>
                  </a:cubicBezTo>
                  <a:cubicBezTo>
                    <a:pt x="2815" y="79"/>
                    <a:pt x="2819" y="77"/>
                    <a:pt x="2826" y="77"/>
                  </a:cubicBezTo>
                  <a:cubicBezTo>
                    <a:pt x="2828" y="77"/>
                    <a:pt x="2830" y="77"/>
                    <a:pt x="2832" y="77"/>
                  </a:cubicBezTo>
                  <a:cubicBezTo>
                    <a:pt x="2834" y="78"/>
                    <a:pt x="2835" y="78"/>
                    <a:pt x="2837" y="79"/>
                  </a:cubicBezTo>
                  <a:cubicBezTo>
                    <a:pt x="2838" y="79"/>
                    <a:pt x="2839" y="80"/>
                    <a:pt x="2840" y="80"/>
                  </a:cubicBezTo>
                  <a:cubicBezTo>
                    <a:pt x="2840" y="81"/>
                    <a:pt x="2841" y="82"/>
                    <a:pt x="2842" y="83"/>
                  </a:cubicBezTo>
                  <a:cubicBezTo>
                    <a:pt x="2843" y="84"/>
                    <a:pt x="2844" y="84"/>
                    <a:pt x="2844" y="84"/>
                  </a:cubicBezTo>
                  <a:cubicBezTo>
                    <a:pt x="2844" y="127"/>
                    <a:pt x="2844" y="127"/>
                    <a:pt x="2844" y="127"/>
                  </a:cubicBezTo>
                  <a:cubicBezTo>
                    <a:pt x="2840" y="132"/>
                    <a:pt x="2834" y="134"/>
                    <a:pt x="2826" y="134"/>
                  </a:cubicBezTo>
                  <a:moveTo>
                    <a:pt x="2844" y="53"/>
                  </a:moveTo>
                  <a:cubicBezTo>
                    <a:pt x="2838" y="48"/>
                    <a:pt x="2831" y="45"/>
                    <a:pt x="2821" y="45"/>
                  </a:cubicBezTo>
                  <a:cubicBezTo>
                    <a:pt x="2807" y="45"/>
                    <a:pt x="2795" y="51"/>
                    <a:pt x="2786" y="62"/>
                  </a:cubicBezTo>
                  <a:cubicBezTo>
                    <a:pt x="2777" y="73"/>
                    <a:pt x="2773" y="87"/>
                    <a:pt x="2773" y="106"/>
                  </a:cubicBezTo>
                  <a:cubicBezTo>
                    <a:pt x="2773" y="125"/>
                    <a:pt x="2777" y="140"/>
                    <a:pt x="2786" y="150"/>
                  </a:cubicBezTo>
                  <a:cubicBezTo>
                    <a:pt x="2795" y="161"/>
                    <a:pt x="2806" y="166"/>
                    <a:pt x="2821" y="166"/>
                  </a:cubicBezTo>
                  <a:cubicBezTo>
                    <a:pt x="2831" y="166"/>
                    <a:pt x="2839" y="164"/>
                    <a:pt x="2844" y="159"/>
                  </a:cubicBezTo>
                  <a:cubicBezTo>
                    <a:pt x="2844" y="167"/>
                    <a:pt x="2841" y="172"/>
                    <a:pt x="2836" y="175"/>
                  </a:cubicBezTo>
                  <a:cubicBezTo>
                    <a:pt x="2830" y="177"/>
                    <a:pt x="2820" y="179"/>
                    <a:pt x="2803" y="180"/>
                  </a:cubicBezTo>
                  <a:cubicBezTo>
                    <a:pt x="2822" y="208"/>
                    <a:pt x="2822" y="208"/>
                    <a:pt x="2822" y="208"/>
                  </a:cubicBezTo>
                  <a:cubicBezTo>
                    <a:pt x="2832" y="208"/>
                    <a:pt x="2840" y="206"/>
                    <a:pt x="2846" y="204"/>
                  </a:cubicBezTo>
                  <a:cubicBezTo>
                    <a:pt x="2853" y="202"/>
                    <a:pt x="2858" y="199"/>
                    <a:pt x="2862" y="196"/>
                  </a:cubicBezTo>
                  <a:cubicBezTo>
                    <a:pt x="2866" y="193"/>
                    <a:pt x="2869" y="188"/>
                    <a:pt x="2871" y="183"/>
                  </a:cubicBezTo>
                  <a:cubicBezTo>
                    <a:pt x="2873" y="177"/>
                    <a:pt x="2875" y="172"/>
                    <a:pt x="2876" y="166"/>
                  </a:cubicBezTo>
                  <a:cubicBezTo>
                    <a:pt x="2876" y="160"/>
                    <a:pt x="2877" y="152"/>
                    <a:pt x="2877" y="143"/>
                  </a:cubicBezTo>
                  <a:cubicBezTo>
                    <a:pt x="2877" y="48"/>
                    <a:pt x="2877" y="48"/>
                    <a:pt x="2877" y="48"/>
                  </a:cubicBezTo>
                  <a:cubicBezTo>
                    <a:pt x="2844" y="48"/>
                    <a:pt x="2844" y="48"/>
                    <a:pt x="2844" y="48"/>
                  </a:cubicBezTo>
                  <a:lnTo>
                    <a:pt x="2844" y="53"/>
                  </a:lnTo>
                  <a:close/>
                  <a:moveTo>
                    <a:pt x="2689" y="127"/>
                  </a:moveTo>
                  <a:cubicBezTo>
                    <a:pt x="2685" y="122"/>
                    <a:pt x="2683" y="115"/>
                    <a:pt x="2683" y="106"/>
                  </a:cubicBezTo>
                  <a:cubicBezTo>
                    <a:pt x="2683" y="97"/>
                    <a:pt x="2685" y="90"/>
                    <a:pt x="2689" y="85"/>
                  </a:cubicBezTo>
                  <a:cubicBezTo>
                    <a:pt x="2693" y="79"/>
                    <a:pt x="2698" y="77"/>
                    <a:pt x="2704" y="77"/>
                  </a:cubicBezTo>
                  <a:cubicBezTo>
                    <a:pt x="2711" y="77"/>
                    <a:pt x="2716" y="79"/>
                    <a:pt x="2719" y="85"/>
                  </a:cubicBezTo>
                  <a:cubicBezTo>
                    <a:pt x="2723" y="90"/>
                    <a:pt x="2724" y="97"/>
                    <a:pt x="2724" y="106"/>
                  </a:cubicBezTo>
                  <a:cubicBezTo>
                    <a:pt x="2724" y="115"/>
                    <a:pt x="2723" y="122"/>
                    <a:pt x="2719" y="127"/>
                  </a:cubicBezTo>
                  <a:cubicBezTo>
                    <a:pt x="2716" y="132"/>
                    <a:pt x="2711" y="134"/>
                    <a:pt x="2704" y="134"/>
                  </a:cubicBezTo>
                  <a:cubicBezTo>
                    <a:pt x="2698" y="134"/>
                    <a:pt x="2693" y="132"/>
                    <a:pt x="2689" y="127"/>
                  </a:cubicBezTo>
                  <a:moveTo>
                    <a:pt x="2743" y="150"/>
                  </a:moveTo>
                  <a:cubicBezTo>
                    <a:pt x="2752" y="139"/>
                    <a:pt x="2757" y="125"/>
                    <a:pt x="2757" y="106"/>
                  </a:cubicBezTo>
                  <a:cubicBezTo>
                    <a:pt x="2757" y="87"/>
                    <a:pt x="2752" y="72"/>
                    <a:pt x="2743" y="61"/>
                  </a:cubicBezTo>
                  <a:cubicBezTo>
                    <a:pt x="2733" y="51"/>
                    <a:pt x="2720" y="45"/>
                    <a:pt x="2704" y="45"/>
                  </a:cubicBezTo>
                  <a:cubicBezTo>
                    <a:pt x="2688" y="45"/>
                    <a:pt x="2675" y="51"/>
                    <a:pt x="2665" y="61"/>
                  </a:cubicBezTo>
                  <a:cubicBezTo>
                    <a:pt x="2655" y="72"/>
                    <a:pt x="2651" y="87"/>
                    <a:pt x="2651" y="106"/>
                  </a:cubicBezTo>
                  <a:cubicBezTo>
                    <a:pt x="2651" y="125"/>
                    <a:pt x="2655" y="139"/>
                    <a:pt x="2665" y="150"/>
                  </a:cubicBezTo>
                  <a:cubicBezTo>
                    <a:pt x="2675" y="161"/>
                    <a:pt x="2688" y="166"/>
                    <a:pt x="2704" y="166"/>
                  </a:cubicBezTo>
                  <a:cubicBezTo>
                    <a:pt x="2721" y="166"/>
                    <a:pt x="2733" y="161"/>
                    <a:pt x="2743" y="150"/>
                  </a:cubicBezTo>
                  <a:moveTo>
                    <a:pt x="2628" y="163"/>
                  </a:moveTo>
                  <a:cubicBezTo>
                    <a:pt x="2628" y="0"/>
                    <a:pt x="2628" y="0"/>
                    <a:pt x="2628" y="0"/>
                  </a:cubicBezTo>
                  <a:cubicBezTo>
                    <a:pt x="2595" y="16"/>
                    <a:pt x="2595" y="16"/>
                    <a:pt x="2595" y="16"/>
                  </a:cubicBezTo>
                  <a:cubicBezTo>
                    <a:pt x="2595" y="163"/>
                    <a:pt x="2595" y="163"/>
                    <a:pt x="2595" y="163"/>
                  </a:cubicBezTo>
                  <a:lnTo>
                    <a:pt x="2628" y="163"/>
                  </a:lnTo>
                  <a:close/>
                  <a:moveTo>
                    <a:pt x="2505" y="127"/>
                  </a:moveTo>
                  <a:cubicBezTo>
                    <a:pt x="2501" y="122"/>
                    <a:pt x="2499" y="115"/>
                    <a:pt x="2499" y="106"/>
                  </a:cubicBezTo>
                  <a:cubicBezTo>
                    <a:pt x="2499" y="97"/>
                    <a:pt x="2501" y="90"/>
                    <a:pt x="2505" y="85"/>
                  </a:cubicBezTo>
                  <a:cubicBezTo>
                    <a:pt x="2508" y="79"/>
                    <a:pt x="2513" y="77"/>
                    <a:pt x="2520" y="77"/>
                  </a:cubicBezTo>
                  <a:cubicBezTo>
                    <a:pt x="2526" y="77"/>
                    <a:pt x="2531" y="79"/>
                    <a:pt x="2535" y="85"/>
                  </a:cubicBezTo>
                  <a:cubicBezTo>
                    <a:pt x="2538" y="90"/>
                    <a:pt x="2540" y="97"/>
                    <a:pt x="2540" y="106"/>
                  </a:cubicBezTo>
                  <a:cubicBezTo>
                    <a:pt x="2540" y="115"/>
                    <a:pt x="2538" y="122"/>
                    <a:pt x="2535" y="127"/>
                  </a:cubicBezTo>
                  <a:cubicBezTo>
                    <a:pt x="2531" y="132"/>
                    <a:pt x="2526" y="134"/>
                    <a:pt x="2520" y="134"/>
                  </a:cubicBezTo>
                  <a:cubicBezTo>
                    <a:pt x="2513" y="134"/>
                    <a:pt x="2508" y="132"/>
                    <a:pt x="2505" y="127"/>
                  </a:cubicBezTo>
                  <a:moveTo>
                    <a:pt x="2559" y="150"/>
                  </a:moveTo>
                  <a:cubicBezTo>
                    <a:pt x="2568" y="139"/>
                    <a:pt x="2573" y="125"/>
                    <a:pt x="2573" y="106"/>
                  </a:cubicBezTo>
                  <a:cubicBezTo>
                    <a:pt x="2573" y="87"/>
                    <a:pt x="2568" y="72"/>
                    <a:pt x="2558" y="61"/>
                  </a:cubicBezTo>
                  <a:cubicBezTo>
                    <a:pt x="2549" y="51"/>
                    <a:pt x="2536" y="45"/>
                    <a:pt x="2520" y="45"/>
                  </a:cubicBezTo>
                  <a:cubicBezTo>
                    <a:pt x="2503" y="45"/>
                    <a:pt x="2490" y="51"/>
                    <a:pt x="2481" y="61"/>
                  </a:cubicBezTo>
                  <a:cubicBezTo>
                    <a:pt x="2471" y="72"/>
                    <a:pt x="2466" y="87"/>
                    <a:pt x="2466" y="106"/>
                  </a:cubicBezTo>
                  <a:cubicBezTo>
                    <a:pt x="2466" y="125"/>
                    <a:pt x="2471" y="139"/>
                    <a:pt x="2481" y="150"/>
                  </a:cubicBezTo>
                  <a:cubicBezTo>
                    <a:pt x="2490" y="161"/>
                    <a:pt x="2503" y="166"/>
                    <a:pt x="2520" y="166"/>
                  </a:cubicBezTo>
                  <a:cubicBezTo>
                    <a:pt x="2536" y="166"/>
                    <a:pt x="2549" y="161"/>
                    <a:pt x="2559" y="150"/>
                  </a:cubicBezTo>
                  <a:moveTo>
                    <a:pt x="2446" y="163"/>
                  </a:moveTo>
                  <a:cubicBezTo>
                    <a:pt x="2446" y="88"/>
                    <a:pt x="2446" y="88"/>
                    <a:pt x="2446" y="88"/>
                  </a:cubicBezTo>
                  <a:cubicBezTo>
                    <a:pt x="2446" y="73"/>
                    <a:pt x="2442" y="62"/>
                    <a:pt x="2434" y="55"/>
                  </a:cubicBezTo>
                  <a:cubicBezTo>
                    <a:pt x="2426" y="49"/>
                    <a:pt x="2417" y="45"/>
                    <a:pt x="2406" y="45"/>
                  </a:cubicBezTo>
                  <a:cubicBezTo>
                    <a:pt x="2392" y="45"/>
                    <a:pt x="2382" y="50"/>
                    <a:pt x="2375" y="59"/>
                  </a:cubicBezTo>
                  <a:cubicBezTo>
                    <a:pt x="2375" y="48"/>
                    <a:pt x="2375" y="48"/>
                    <a:pt x="2375" y="48"/>
                  </a:cubicBezTo>
                  <a:cubicBezTo>
                    <a:pt x="2342" y="48"/>
                    <a:pt x="2342" y="48"/>
                    <a:pt x="2342" y="48"/>
                  </a:cubicBezTo>
                  <a:cubicBezTo>
                    <a:pt x="2342" y="163"/>
                    <a:pt x="2342" y="163"/>
                    <a:pt x="2342" y="163"/>
                  </a:cubicBezTo>
                  <a:cubicBezTo>
                    <a:pt x="2375" y="163"/>
                    <a:pt x="2375" y="163"/>
                    <a:pt x="2375" y="163"/>
                  </a:cubicBezTo>
                  <a:cubicBezTo>
                    <a:pt x="2375" y="103"/>
                    <a:pt x="2375" y="103"/>
                    <a:pt x="2375" y="103"/>
                  </a:cubicBezTo>
                  <a:cubicBezTo>
                    <a:pt x="2375" y="94"/>
                    <a:pt x="2376" y="87"/>
                    <a:pt x="2379" y="83"/>
                  </a:cubicBezTo>
                  <a:cubicBezTo>
                    <a:pt x="2383" y="79"/>
                    <a:pt x="2388" y="77"/>
                    <a:pt x="2395" y="77"/>
                  </a:cubicBezTo>
                  <a:cubicBezTo>
                    <a:pt x="2402" y="77"/>
                    <a:pt x="2406" y="79"/>
                    <a:pt x="2409" y="83"/>
                  </a:cubicBezTo>
                  <a:cubicBezTo>
                    <a:pt x="2412" y="87"/>
                    <a:pt x="2413" y="94"/>
                    <a:pt x="2413" y="103"/>
                  </a:cubicBezTo>
                  <a:cubicBezTo>
                    <a:pt x="2413" y="163"/>
                    <a:pt x="2413" y="163"/>
                    <a:pt x="2413" y="163"/>
                  </a:cubicBezTo>
                  <a:lnTo>
                    <a:pt x="2446" y="163"/>
                  </a:lnTo>
                  <a:close/>
                  <a:moveTo>
                    <a:pt x="2245" y="163"/>
                  </a:moveTo>
                  <a:cubicBezTo>
                    <a:pt x="2245" y="101"/>
                    <a:pt x="2245" y="101"/>
                    <a:pt x="2245" y="101"/>
                  </a:cubicBezTo>
                  <a:cubicBezTo>
                    <a:pt x="2245" y="85"/>
                    <a:pt x="2251" y="77"/>
                    <a:pt x="2265" y="77"/>
                  </a:cubicBezTo>
                  <a:cubicBezTo>
                    <a:pt x="2272" y="77"/>
                    <a:pt x="2276" y="79"/>
                    <a:pt x="2279" y="83"/>
                  </a:cubicBezTo>
                  <a:cubicBezTo>
                    <a:pt x="2282" y="87"/>
                    <a:pt x="2283" y="93"/>
                    <a:pt x="2283" y="101"/>
                  </a:cubicBezTo>
                  <a:cubicBezTo>
                    <a:pt x="2283" y="163"/>
                    <a:pt x="2283" y="163"/>
                    <a:pt x="2283" y="163"/>
                  </a:cubicBezTo>
                  <a:cubicBezTo>
                    <a:pt x="2316" y="163"/>
                    <a:pt x="2316" y="163"/>
                    <a:pt x="2316" y="163"/>
                  </a:cubicBezTo>
                  <a:cubicBezTo>
                    <a:pt x="2316" y="88"/>
                    <a:pt x="2316" y="88"/>
                    <a:pt x="2316" y="88"/>
                  </a:cubicBezTo>
                  <a:cubicBezTo>
                    <a:pt x="2316" y="73"/>
                    <a:pt x="2312" y="62"/>
                    <a:pt x="2304" y="55"/>
                  </a:cubicBezTo>
                  <a:cubicBezTo>
                    <a:pt x="2296" y="49"/>
                    <a:pt x="2287" y="45"/>
                    <a:pt x="2276" y="45"/>
                  </a:cubicBezTo>
                  <a:cubicBezTo>
                    <a:pt x="2262" y="45"/>
                    <a:pt x="2252" y="50"/>
                    <a:pt x="2245" y="59"/>
                  </a:cubicBezTo>
                  <a:cubicBezTo>
                    <a:pt x="2245" y="0"/>
                    <a:pt x="2245" y="0"/>
                    <a:pt x="2245" y="0"/>
                  </a:cubicBezTo>
                  <a:cubicBezTo>
                    <a:pt x="2212" y="15"/>
                    <a:pt x="2212" y="15"/>
                    <a:pt x="2212" y="15"/>
                  </a:cubicBezTo>
                  <a:cubicBezTo>
                    <a:pt x="2212" y="163"/>
                    <a:pt x="2212" y="163"/>
                    <a:pt x="2212" y="163"/>
                  </a:cubicBezTo>
                  <a:lnTo>
                    <a:pt x="2245" y="163"/>
                  </a:lnTo>
                  <a:close/>
                  <a:moveTo>
                    <a:pt x="2191" y="127"/>
                  </a:moveTo>
                  <a:cubicBezTo>
                    <a:pt x="2159" y="118"/>
                    <a:pt x="2159" y="118"/>
                    <a:pt x="2159" y="118"/>
                  </a:cubicBezTo>
                  <a:cubicBezTo>
                    <a:pt x="2156" y="129"/>
                    <a:pt x="2149" y="135"/>
                    <a:pt x="2140" y="135"/>
                  </a:cubicBezTo>
                  <a:cubicBezTo>
                    <a:pt x="2134" y="135"/>
                    <a:pt x="2129" y="132"/>
                    <a:pt x="2125" y="127"/>
                  </a:cubicBezTo>
                  <a:cubicBezTo>
                    <a:pt x="2121" y="121"/>
                    <a:pt x="2119" y="114"/>
                    <a:pt x="2119" y="106"/>
                  </a:cubicBezTo>
                  <a:cubicBezTo>
                    <a:pt x="2119" y="97"/>
                    <a:pt x="2121" y="90"/>
                    <a:pt x="2125" y="85"/>
                  </a:cubicBezTo>
                  <a:cubicBezTo>
                    <a:pt x="2129" y="79"/>
                    <a:pt x="2134" y="77"/>
                    <a:pt x="2140" y="77"/>
                  </a:cubicBezTo>
                  <a:cubicBezTo>
                    <a:pt x="2149" y="77"/>
                    <a:pt x="2155" y="82"/>
                    <a:pt x="2159" y="92"/>
                  </a:cubicBezTo>
                  <a:cubicBezTo>
                    <a:pt x="2190" y="81"/>
                    <a:pt x="2190" y="81"/>
                    <a:pt x="2190" y="81"/>
                  </a:cubicBezTo>
                  <a:cubicBezTo>
                    <a:pt x="2183" y="57"/>
                    <a:pt x="2166" y="45"/>
                    <a:pt x="2140" y="45"/>
                  </a:cubicBezTo>
                  <a:cubicBezTo>
                    <a:pt x="2123" y="45"/>
                    <a:pt x="2110" y="51"/>
                    <a:pt x="2101" y="62"/>
                  </a:cubicBezTo>
                  <a:cubicBezTo>
                    <a:pt x="2091" y="73"/>
                    <a:pt x="2086" y="87"/>
                    <a:pt x="2086" y="106"/>
                  </a:cubicBezTo>
                  <a:cubicBezTo>
                    <a:pt x="2086" y="125"/>
                    <a:pt x="2091" y="139"/>
                    <a:pt x="2100" y="150"/>
                  </a:cubicBezTo>
                  <a:cubicBezTo>
                    <a:pt x="2110" y="161"/>
                    <a:pt x="2123" y="166"/>
                    <a:pt x="2140" y="166"/>
                  </a:cubicBezTo>
                  <a:cubicBezTo>
                    <a:pt x="2166" y="166"/>
                    <a:pt x="2183" y="153"/>
                    <a:pt x="2191" y="127"/>
                  </a:cubicBezTo>
                  <a:moveTo>
                    <a:pt x="2003" y="78"/>
                  </a:moveTo>
                  <a:cubicBezTo>
                    <a:pt x="2007" y="75"/>
                    <a:pt x="2012" y="73"/>
                    <a:pt x="2018" y="73"/>
                  </a:cubicBezTo>
                  <a:cubicBezTo>
                    <a:pt x="2031" y="73"/>
                    <a:pt x="2038" y="79"/>
                    <a:pt x="2040" y="92"/>
                  </a:cubicBezTo>
                  <a:cubicBezTo>
                    <a:pt x="1997" y="92"/>
                    <a:pt x="1997" y="92"/>
                    <a:pt x="1997" y="92"/>
                  </a:cubicBezTo>
                  <a:cubicBezTo>
                    <a:pt x="1997" y="86"/>
                    <a:pt x="2000" y="81"/>
                    <a:pt x="2003" y="78"/>
                  </a:cubicBezTo>
                  <a:moveTo>
                    <a:pt x="2064" y="145"/>
                  </a:moveTo>
                  <a:cubicBezTo>
                    <a:pt x="2045" y="126"/>
                    <a:pt x="2045" y="126"/>
                    <a:pt x="2045" y="126"/>
                  </a:cubicBezTo>
                  <a:cubicBezTo>
                    <a:pt x="2038" y="134"/>
                    <a:pt x="2030" y="138"/>
                    <a:pt x="2019" y="138"/>
                  </a:cubicBezTo>
                  <a:cubicBezTo>
                    <a:pt x="2013" y="138"/>
                    <a:pt x="2007" y="136"/>
                    <a:pt x="2003" y="133"/>
                  </a:cubicBezTo>
                  <a:cubicBezTo>
                    <a:pt x="1999" y="129"/>
                    <a:pt x="1997" y="124"/>
                    <a:pt x="1996" y="117"/>
                  </a:cubicBezTo>
                  <a:cubicBezTo>
                    <a:pt x="2070" y="117"/>
                    <a:pt x="2070" y="117"/>
                    <a:pt x="2070" y="117"/>
                  </a:cubicBezTo>
                  <a:cubicBezTo>
                    <a:pt x="2071" y="113"/>
                    <a:pt x="2071" y="107"/>
                    <a:pt x="2071" y="100"/>
                  </a:cubicBezTo>
                  <a:cubicBezTo>
                    <a:pt x="2071" y="82"/>
                    <a:pt x="2066" y="69"/>
                    <a:pt x="2057" y="59"/>
                  </a:cubicBezTo>
                  <a:cubicBezTo>
                    <a:pt x="2047" y="50"/>
                    <a:pt x="2035" y="45"/>
                    <a:pt x="2019" y="45"/>
                  </a:cubicBezTo>
                  <a:cubicBezTo>
                    <a:pt x="2002" y="45"/>
                    <a:pt x="1989" y="51"/>
                    <a:pt x="1979" y="61"/>
                  </a:cubicBezTo>
                  <a:cubicBezTo>
                    <a:pt x="1969" y="72"/>
                    <a:pt x="1964" y="87"/>
                    <a:pt x="1964" y="106"/>
                  </a:cubicBezTo>
                  <a:cubicBezTo>
                    <a:pt x="1964" y="124"/>
                    <a:pt x="1969" y="139"/>
                    <a:pt x="1979" y="150"/>
                  </a:cubicBezTo>
                  <a:cubicBezTo>
                    <a:pt x="1989" y="161"/>
                    <a:pt x="2002" y="166"/>
                    <a:pt x="2019" y="166"/>
                  </a:cubicBezTo>
                  <a:cubicBezTo>
                    <a:pt x="2038" y="166"/>
                    <a:pt x="2053" y="159"/>
                    <a:pt x="2064" y="145"/>
                  </a:cubicBezTo>
                  <a:moveTo>
                    <a:pt x="1972" y="38"/>
                  </a:moveTo>
                  <a:cubicBezTo>
                    <a:pt x="1972" y="5"/>
                    <a:pt x="1972" y="5"/>
                    <a:pt x="1972" y="5"/>
                  </a:cubicBezTo>
                  <a:cubicBezTo>
                    <a:pt x="1847" y="5"/>
                    <a:pt x="1847" y="5"/>
                    <a:pt x="1847" y="5"/>
                  </a:cubicBezTo>
                  <a:cubicBezTo>
                    <a:pt x="1847" y="38"/>
                    <a:pt x="1847" y="38"/>
                    <a:pt x="1847" y="38"/>
                  </a:cubicBezTo>
                  <a:cubicBezTo>
                    <a:pt x="1893" y="38"/>
                    <a:pt x="1893" y="38"/>
                    <a:pt x="1893" y="38"/>
                  </a:cubicBezTo>
                  <a:cubicBezTo>
                    <a:pt x="1893" y="163"/>
                    <a:pt x="1893" y="163"/>
                    <a:pt x="1893" y="163"/>
                  </a:cubicBezTo>
                  <a:cubicBezTo>
                    <a:pt x="1927" y="163"/>
                    <a:pt x="1927" y="163"/>
                    <a:pt x="1927" y="163"/>
                  </a:cubicBezTo>
                  <a:cubicBezTo>
                    <a:pt x="1927" y="38"/>
                    <a:pt x="1927" y="38"/>
                    <a:pt x="1927" y="38"/>
                  </a:cubicBezTo>
                  <a:lnTo>
                    <a:pt x="1972" y="38"/>
                  </a:lnTo>
                  <a:close/>
                  <a:moveTo>
                    <a:pt x="1703" y="106"/>
                  </a:moveTo>
                  <a:cubicBezTo>
                    <a:pt x="1703" y="96"/>
                    <a:pt x="1705" y="89"/>
                    <a:pt x="1708" y="84"/>
                  </a:cubicBezTo>
                  <a:cubicBezTo>
                    <a:pt x="1712" y="79"/>
                    <a:pt x="1717" y="77"/>
                    <a:pt x="1723" y="77"/>
                  </a:cubicBezTo>
                  <a:cubicBezTo>
                    <a:pt x="1731" y="77"/>
                    <a:pt x="1737" y="79"/>
                    <a:pt x="1741" y="85"/>
                  </a:cubicBezTo>
                  <a:cubicBezTo>
                    <a:pt x="1741" y="127"/>
                    <a:pt x="1741" y="127"/>
                    <a:pt x="1741" y="127"/>
                  </a:cubicBezTo>
                  <a:cubicBezTo>
                    <a:pt x="1738" y="132"/>
                    <a:pt x="1732" y="134"/>
                    <a:pt x="1723" y="134"/>
                  </a:cubicBezTo>
                  <a:cubicBezTo>
                    <a:pt x="1710" y="134"/>
                    <a:pt x="1703" y="125"/>
                    <a:pt x="1703" y="106"/>
                  </a:cubicBezTo>
                  <a:moveTo>
                    <a:pt x="1741" y="154"/>
                  </a:moveTo>
                  <a:cubicBezTo>
                    <a:pt x="1741" y="163"/>
                    <a:pt x="1741" y="163"/>
                    <a:pt x="1741" y="163"/>
                  </a:cubicBezTo>
                  <a:cubicBezTo>
                    <a:pt x="1774" y="163"/>
                    <a:pt x="1774" y="163"/>
                    <a:pt x="1774" y="163"/>
                  </a:cubicBezTo>
                  <a:cubicBezTo>
                    <a:pt x="1774" y="0"/>
                    <a:pt x="1774" y="0"/>
                    <a:pt x="1774" y="0"/>
                  </a:cubicBezTo>
                  <a:cubicBezTo>
                    <a:pt x="1741" y="15"/>
                    <a:pt x="1741" y="15"/>
                    <a:pt x="1741" y="15"/>
                  </a:cubicBezTo>
                  <a:cubicBezTo>
                    <a:pt x="1741" y="57"/>
                    <a:pt x="1741" y="57"/>
                    <a:pt x="1741" y="57"/>
                  </a:cubicBezTo>
                  <a:cubicBezTo>
                    <a:pt x="1736" y="49"/>
                    <a:pt x="1728" y="45"/>
                    <a:pt x="1718" y="45"/>
                  </a:cubicBezTo>
                  <a:cubicBezTo>
                    <a:pt x="1704" y="45"/>
                    <a:pt x="1693" y="51"/>
                    <a:pt x="1684" y="62"/>
                  </a:cubicBezTo>
                  <a:cubicBezTo>
                    <a:pt x="1675" y="73"/>
                    <a:pt x="1670" y="87"/>
                    <a:pt x="1670" y="106"/>
                  </a:cubicBezTo>
                  <a:cubicBezTo>
                    <a:pt x="1670" y="125"/>
                    <a:pt x="1675" y="140"/>
                    <a:pt x="1683" y="150"/>
                  </a:cubicBezTo>
                  <a:cubicBezTo>
                    <a:pt x="1692" y="161"/>
                    <a:pt x="1703" y="166"/>
                    <a:pt x="1718" y="166"/>
                  </a:cubicBezTo>
                  <a:cubicBezTo>
                    <a:pt x="1729" y="166"/>
                    <a:pt x="1737" y="162"/>
                    <a:pt x="1741" y="154"/>
                  </a:cubicBezTo>
                  <a:moveTo>
                    <a:pt x="1650" y="163"/>
                  </a:moveTo>
                  <a:cubicBezTo>
                    <a:pt x="1650" y="88"/>
                    <a:pt x="1650" y="88"/>
                    <a:pt x="1650" y="88"/>
                  </a:cubicBezTo>
                  <a:cubicBezTo>
                    <a:pt x="1650" y="73"/>
                    <a:pt x="1646" y="62"/>
                    <a:pt x="1638" y="55"/>
                  </a:cubicBezTo>
                  <a:cubicBezTo>
                    <a:pt x="1630" y="49"/>
                    <a:pt x="1621" y="45"/>
                    <a:pt x="1610" y="45"/>
                  </a:cubicBezTo>
                  <a:cubicBezTo>
                    <a:pt x="1596" y="45"/>
                    <a:pt x="1586" y="50"/>
                    <a:pt x="1579" y="59"/>
                  </a:cubicBezTo>
                  <a:cubicBezTo>
                    <a:pt x="1579" y="48"/>
                    <a:pt x="1579" y="48"/>
                    <a:pt x="1579" y="48"/>
                  </a:cubicBezTo>
                  <a:cubicBezTo>
                    <a:pt x="1546" y="48"/>
                    <a:pt x="1546" y="48"/>
                    <a:pt x="1546" y="48"/>
                  </a:cubicBezTo>
                  <a:cubicBezTo>
                    <a:pt x="1546" y="163"/>
                    <a:pt x="1546" y="163"/>
                    <a:pt x="1546" y="163"/>
                  </a:cubicBezTo>
                  <a:cubicBezTo>
                    <a:pt x="1579" y="163"/>
                    <a:pt x="1579" y="163"/>
                    <a:pt x="1579" y="163"/>
                  </a:cubicBezTo>
                  <a:cubicBezTo>
                    <a:pt x="1579" y="103"/>
                    <a:pt x="1579" y="103"/>
                    <a:pt x="1579" y="103"/>
                  </a:cubicBezTo>
                  <a:cubicBezTo>
                    <a:pt x="1579" y="94"/>
                    <a:pt x="1580" y="87"/>
                    <a:pt x="1584" y="83"/>
                  </a:cubicBezTo>
                  <a:cubicBezTo>
                    <a:pt x="1587" y="79"/>
                    <a:pt x="1592" y="77"/>
                    <a:pt x="1599" y="77"/>
                  </a:cubicBezTo>
                  <a:cubicBezTo>
                    <a:pt x="1606" y="77"/>
                    <a:pt x="1610" y="79"/>
                    <a:pt x="1613" y="83"/>
                  </a:cubicBezTo>
                  <a:cubicBezTo>
                    <a:pt x="1616" y="87"/>
                    <a:pt x="1617" y="94"/>
                    <a:pt x="1617" y="103"/>
                  </a:cubicBezTo>
                  <a:cubicBezTo>
                    <a:pt x="1617" y="163"/>
                    <a:pt x="1617" y="163"/>
                    <a:pt x="1617" y="163"/>
                  </a:cubicBezTo>
                  <a:lnTo>
                    <a:pt x="1650" y="163"/>
                  </a:lnTo>
                  <a:close/>
                  <a:moveTo>
                    <a:pt x="1449" y="128"/>
                  </a:moveTo>
                  <a:cubicBezTo>
                    <a:pt x="1449" y="121"/>
                    <a:pt x="1455" y="117"/>
                    <a:pt x="1469" y="117"/>
                  </a:cubicBezTo>
                  <a:cubicBezTo>
                    <a:pt x="1476" y="117"/>
                    <a:pt x="1483" y="118"/>
                    <a:pt x="1489" y="120"/>
                  </a:cubicBezTo>
                  <a:cubicBezTo>
                    <a:pt x="1489" y="130"/>
                    <a:pt x="1489" y="130"/>
                    <a:pt x="1489" y="130"/>
                  </a:cubicBezTo>
                  <a:cubicBezTo>
                    <a:pt x="1482" y="136"/>
                    <a:pt x="1474" y="138"/>
                    <a:pt x="1466" y="138"/>
                  </a:cubicBezTo>
                  <a:cubicBezTo>
                    <a:pt x="1455" y="138"/>
                    <a:pt x="1449" y="135"/>
                    <a:pt x="1449" y="128"/>
                  </a:cubicBezTo>
                  <a:moveTo>
                    <a:pt x="1521" y="163"/>
                  </a:moveTo>
                  <a:cubicBezTo>
                    <a:pt x="1521" y="90"/>
                    <a:pt x="1521" y="90"/>
                    <a:pt x="1521" y="90"/>
                  </a:cubicBezTo>
                  <a:cubicBezTo>
                    <a:pt x="1521" y="60"/>
                    <a:pt x="1505" y="45"/>
                    <a:pt x="1472" y="45"/>
                  </a:cubicBezTo>
                  <a:cubicBezTo>
                    <a:pt x="1453" y="45"/>
                    <a:pt x="1437" y="50"/>
                    <a:pt x="1423" y="60"/>
                  </a:cubicBezTo>
                  <a:cubicBezTo>
                    <a:pt x="1433" y="85"/>
                    <a:pt x="1433" y="85"/>
                    <a:pt x="1433" y="85"/>
                  </a:cubicBezTo>
                  <a:cubicBezTo>
                    <a:pt x="1445" y="77"/>
                    <a:pt x="1457" y="73"/>
                    <a:pt x="1470" y="73"/>
                  </a:cubicBezTo>
                  <a:cubicBezTo>
                    <a:pt x="1476" y="73"/>
                    <a:pt x="1480" y="74"/>
                    <a:pt x="1484" y="77"/>
                  </a:cubicBezTo>
                  <a:cubicBezTo>
                    <a:pt x="1487" y="80"/>
                    <a:pt x="1489" y="84"/>
                    <a:pt x="1489" y="89"/>
                  </a:cubicBezTo>
                  <a:cubicBezTo>
                    <a:pt x="1489" y="95"/>
                    <a:pt x="1489" y="95"/>
                    <a:pt x="1489" y="95"/>
                  </a:cubicBezTo>
                  <a:cubicBezTo>
                    <a:pt x="1483" y="92"/>
                    <a:pt x="1474" y="91"/>
                    <a:pt x="1463" y="91"/>
                  </a:cubicBezTo>
                  <a:cubicBezTo>
                    <a:pt x="1451" y="91"/>
                    <a:pt x="1440" y="94"/>
                    <a:pt x="1431" y="101"/>
                  </a:cubicBezTo>
                  <a:cubicBezTo>
                    <a:pt x="1421" y="107"/>
                    <a:pt x="1417" y="116"/>
                    <a:pt x="1417" y="128"/>
                  </a:cubicBezTo>
                  <a:cubicBezTo>
                    <a:pt x="1417" y="140"/>
                    <a:pt x="1421" y="150"/>
                    <a:pt x="1429" y="156"/>
                  </a:cubicBezTo>
                  <a:cubicBezTo>
                    <a:pt x="1437" y="163"/>
                    <a:pt x="1447" y="166"/>
                    <a:pt x="1460" y="166"/>
                  </a:cubicBezTo>
                  <a:cubicBezTo>
                    <a:pt x="1472" y="166"/>
                    <a:pt x="1482" y="162"/>
                    <a:pt x="1489" y="155"/>
                  </a:cubicBezTo>
                  <a:cubicBezTo>
                    <a:pt x="1489" y="163"/>
                    <a:pt x="1489" y="163"/>
                    <a:pt x="1489" y="163"/>
                  </a:cubicBezTo>
                  <a:lnTo>
                    <a:pt x="1521" y="163"/>
                  </a:lnTo>
                  <a:close/>
                  <a:moveTo>
                    <a:pt x="1275" y="163"/>
                  </a:moveTo>
                  <a:cubicBezTo>
                    <a:pt x="1275" y="101"/>
                    <a:pt x="1275" y="101"/>
                    <a:pt x="1275" y="101"/>
                  </a:cubicBezTo>
                  <a:cubicBezTo>
                    <a:pt x="1275" y="85"/>
                    <a:pt x="1281" y="77"/>
                    <a:pt x="1295" y="77"/>
                  </a:cubicBezTo>
                  <a:cubicBezTo>
                    <a:pt x="1302" y="77"/>
                    <a:pt x="1306" y="79"/>
                    <a:pt x="1309" y="83"/>
                  </a:cubicBezTo>
                  <a:cubicBezTo>
                    <a:pt x="1312" y="87"/>
                    <a:pt x="1313" y="93"/>
                    <a:pt x="1313" y="101"/>
                  </a:cubicBezTo>
                  <a:cubicBezTo>
                    <a:pt x="1313" y="163"/>
                    <a:pt x="1313" y="163"/>
                    <a:pt x="1313" y="163"/>
                  </a:cubicBezTo>
                  <a:cubicBezTo>
                    <a:pt x="1346" y="163"/>
                    <a:pt x="1346" y="163"/>
                    <a:pt x="1346" y="163"/>
                  </a:cubicBezTo>
                  <a:cubicBezTo>
                    <a:pt x="1346" y="88"/>
                    <a:pt x="1346" y="88"/>
                    <a:pt x="1346" y="88"/>
                  </a:cubicBezTo>
                  <a:cubicBezTo>
                    <a:pt x="1346" y="73"/>
                    <a:pt x="1342" y="62"/>
                    <a:pt x="1334" y="55"/>
                  </a:cubicBezTo>
                  <a:cubicBezTo>
                    <a:pt x="1326" y="49"/>
                    <a:pt x="1317" y="45"/>
                    <a:pt x="1306" y="45"/>
                  </a:cubicBezTo>
                  <a:cubicBezTo>
                    <a:pt x="1293" y="45"/>
                    <a:pt x="1282" y="50"/>
                    <a:pt x="1275" y="59"/>
                  </a:cubicBezTo>
                  <a:cubicBezTo>
                    <a:pt x="1275" y="0"/>
                    <a:pt x="1275" y="0"/>
                    <a:pt x="1275" y="0"/>
                  </a:cubicBezTo>
                  <a:cubicBezTo>
                    <a:pt x="1242" y="15"/>
                    <a:pt x="1242" y="15"/>
                    <a:pt x="1242" y="15"/>
                  </a:cubicBezTo>
                  <a:cubicBezTo>
                    <a:pt x="1242" y="163"/>
                    <a:pt x="1242" y="163"/>
                    <a:pt x="1242" y="163"/>
                  </a:cubicBezTo>
                  <a:lnTo>
                    <a:pt x="1275" y="163"/>
                  </a:lnTo>
                  <a:close/>
                  <a:moveTo>
                    <a:pt x="1219" y="161"/>
                  </a:moveTo>
                  <a:cubicBezTo>
                    <a:pt x="1223" y="133"/>
                    <a:pt x="1223" y="133"/>
                    <a:pt x="1223" y="133"/>
                  </a:cubicBezTo>
                  <a:cubicBezTo>
                    <a:pt x="1216" y="136"/>
                    <a:pt x="1210" y="138"/>
                    <a:pt x="1203" y="138"/>
                  </a:cubicBezTo>
                  <a:cubicBezTo>
                    <a:pt x="1201" y="138"/>
                    <a:pt x="1200" y="137"/>
                    <a:pt x="1198" y="136"/>
                  </a:cubicBezTo>
                  <a:cubicBezTo>
                    <a:pt x="1197" y="135"/>
                    <a:pt x="1196" y="133"/>
                    <a:pt x="1196" y="131"/>
                  </a:cubicBezTo>
                  <a:cubicBezTo>
                    <a:pt x="1196" y="77"/>
                    <a:pt x="1196" y="77"/>
                    <a:pt x="1196" y="77"/>
                  </a:cubicBezTo>
                  <a:cubicBezTo>
                    <a:pt x="1221" y="77"/>
                    <a:pt x="1221" y="77"/>
                    <a:pt x="1221" y="77"/>
                  </a:cubicBezTo>
                  <a:cubicBezTo>
                    <a:pt x="1221" y="48"/>
                    <a:pt x="1221" y="48"/>
                    <a:pt x="1221" y="48"/>
                  </a:cubicBezTo>
                  <a:cubicBezTo>
                    <a:pt x="1196" y="48"/>
                    <a:pt x="1196" y="48"/>
                    <a:pt x="1196" y="48"/>
                  </a:cubicBezTo>
                  <a:cubicBezTo>
                    <a:pt x="1196" y="0"/>
                    <a:pt x="1196" y="0"/>
                    <a:pt x="1196" y="0"/>
                  </a:cubicBezTo>
                  <a:cubicBezTo>
                    <a:pt x="1164" y="16"/>
                    <a:pt x="1164" y="16"/>
                    <a:pt x="1164" y="16"/>
                  </a:cubicBezTo>
                  <a:cubicBezTo>
                    <a:pt x="1164" y="48"/>
                    <a:pt x="1164" y="48"/>
                    <a:pt x="1164" y="48"/>
                  </a:cubicBezTo>
                  <a:cubicBezTo>
                    <a:pt x="1148" y="48"/>
                    <a:pt x="1148" y="48"/>
                    <a:pt x="1148" y="48"/>
                  </a:cubicBezTo>
                  <a:cubicBezTo>
                    <a:pt x="1148" y="77"/>
                    <a:pt x="1148" y="77"/>
                    <a:pt x="1148" y="77"/>
                  </a:cubicBezTo>
                  <a:cubicBezTo>
                    <a:pt x="1164" y="77"/>
                    <a:pt x="1164" y="77"/>
                    <a:pt x="1164" y="77"/>
                  </a:cubicBezTo>
                  <a:cubicBezTo>
                    <a:pt x="1164" y="134"/>
                    <a:pt x="1164" y="134"/>
                    <a:pt x="1164" y="134"/>
                  </a:cubicBezTo>
                  <a:cubicBezTo>
                    <a:pt x="1164" y="155"/>
                    <a:pt x="1174" y="166"/>
                    <a:pt x="1193" y="166"/>
                  </a:cubicBezTo>
                  <a:cubicBezTo>
                    <a:pt x="1203" y="166"/>
                    <a:pt x="1212" y="164"/>
                    <a:pt x="1219" y="161"/>
                  </a:cubicBezTo>
                  <a:moveTo>
                    <a:pt x="1130" y="163"/>
                  </a:moveTo>
                  <a:cubicBezTo>
                    <a:pt x="1130" y="0"/>
                    <a:pt x="1130" y="0"/>
                    <a:pt x="1130" y="0"/>
                  </a:cubicBezTo>
                  <a:cubicBezTo>
                    <a:pt x="1097" y="16"/>
                    <a:pt x="1097" y="16"/>
                    <a:pt x="1097" y="16"/>
                  </a:cubicBezTo>
                  <a:cubicBezTo>
                    <a:pt x="1097" y="163"/>
                    <a:pt x="1097" y="163"/>
                    <a:pt x="1097" y="163"/>
                  </a:cubicBezTo>
                  <a:lnTo>
                    <a:pt x="1130" y="163"/>
                  </a:lnTo>
                  <a:close/>
                  <a:moveTo>
                    <a:pt x="999" y="128"/>
                  </a:moveTo>
                  <a:cubicBezTo>
                    <a:pt x="999" y="121"/>
                    <a:pt x="1006" y="117"/>
                    <a:pt x="1019" y="117"/>
                  </a:cubicBezTo>
                  <a:cubicBezTo>
                    <a:pt x="1026" y="117"/>
                    <a:pt x="1033" y="118"/>
                    <a:pt x="1039" y="120"/>
                  </a:cubicBezTo>
                  <a:cubicBezTo>
                    <a:pt x="1039" y="130"/>
                    <a:pt x="1039" y="130"/>
                    <a:pt x="1039" y="130"/>
                  </a:cubicBezTo>
                  <a:cubicBezTo>
                    <a:pt x="1032" y="136"/>
                    <a:pt x="1025" y="138"/>
                    <a:pt x="1016" y="138"/>
                  </a:cubicBezTo>
                  <a:cubicBezTo>
                    <a:pt x="1005" y="138"/>
                    <a:pt x="999" y="135"/>
                    <a:pt x="999" y="128"/>
                  </a:cubicBezTo>
                  <a:moveTo>
                    <a:pt x="1071" y="163"/>
                  </a:moveTo>
                  <a:cubicBezTo>
                    <a:pt x="1071" y="90"/>
                    <a:pt x="1071" y="90"/>
                    <a:pt x="1071" y="90"/>
                  </a:cubicBezTo>
                  <a:cubicBezTo>
                    <a:pt x="1071" y="60"/>
                    <a:pt x="1055" y="45"/>
                    <a:pt x="1022" y="45"/>
                  </a:cubicBezTo>
                  <a:cubicBezTo>
                    <a:pt x="1004" y="45"/>
                    <a:pt x="987" y="50"/>
                    <a:pt x="973" y="60"/>
                  </a:cubicBezTo>
                  <a:cubicBezTo>
                    <a:pt x="983" y="85"/>
                    <a:pt x="983" y="85"/>
                    <a:pt x="983" y="85"/>
                  </a:cubicBezTo>
                  <a:cubicBezTo>
                    <a:pt x="995" y="77"/>
                    <a:pt x="1008" y="73"/>
                    <a:pt x="1020" y="73"/>
                  </a:cubicBezTo>
                  <a:cubicBezTo>
                    <a:pt x="1026" y="73"/>
                    <a:pt x="1031" y="74"/>
                    <a:pt x="1034" y="77"/>
                  </a:cubicBezTo>
                  <a:cubicBezTo>
                    <a:pt x="1037" y="80"/>
                    <a:pt x="1039" y="84"/>
                    <a:pt x="1039" y="89"/>
                  </a:cubicBezTo>
                  <a:cubicBezTo>
                    <a:pt x="1039" y="95"/>
                    <a:pt x="1039" y="95"/>
                    <a:pt x="1039" y="95"/>
                  </a:cubicBezTo>
                  <a:cubicBezTo>
                    <a:pt x="1033" y="92"/>
                    <a:pt x="1024" y="91"/>
                    <a:pt x="1014" y="91"/>
                  </a:cubicBezTo>
                  <a:cubicBezTo>
                    <a:pt x="1001" y="91"/>
                    <a:pt x="990" y="94"/>
                    <a:pt x="981" y="101"/>
                  </a:cubicBezTo>
                  <a:cubicBezTo>
                    <a:pt x="971" y="107"/>
                    <a:pt x="967" y="116"/>
                    <a:pt x="967" y="128"/>
                  </a:cubicBezTo>
                  <a:cubicBezTo>
                    <a:pt x="967" y="140"/>
                    <a:pt x="971" y="150"/>
                    <a:pt x="979" y="156"/>
                  </a:cubicBezTo>
                  <a:cubicBezTo>
                    <a:pt x="987" y="163"/>
                    <a:pt x="997" y="166"/>
                    <a:pt x="1010" y="166"/>
                  </a:cubicBezTo>
                  <a:cubicBezTo>
                    <a:pt x="1022" y="166"/>
                    <a:pt x="1032" y="162"/>
                    <a:pt x="1039" y="155"/>
                  </a:cubicBezTo>
                  <a:cubicBezTo>
                    <a:pt x="1039" y="163"/>
                    <a:pt x="1039" y="163"/>
                    <a:pt x="1039" y="163"/>
                  </a:cubicBezTo>
                  <a:lnTo>
                    <a:pt x="1071" y="163"/>
                  </a:lnTo>
                  <a:close/>
                  <a:moveTo>
                    <a:pt x="886" y="78"/>
                  </a:moveTo>
                  <a:cubicBezTo>
                    <a:pt x="889" y="75"/>
                    <a:pt x="894" y="73"/>
                    <a:pt x="900" y="73"/>
                  </a:cubicBezTo>
                  <a:cubicBezTo>
                    <a:pt x="913" y="73"/>
                    <a:pt x="920" y="79"/>
                    <a:pt x="922" y="92"/>
                  </a:cubicBezTo>
                  <a:cubicBezTo>
                    <a:pt x="879" y="92"/>
                    <a:pt x="879" y="92"/>
                    <a:pt x="879" y="92"/>
                  </a:cubicBezTo>
                  <a:cubicBezTo>
                    <a:pt x="880" y="86"/>
                    <a:pt x="882" y="81"/>
                    <a:pt x="886" y="78"/>
                  </a:cubicBezTo>
                  <a:moveTo>
                    <a:pt x="946" y="145"/>
                  </a:moveTo>
                  <a:cubicBezTo>
                    <a:pt x="927" y="126"/>
                    <a:pt x="927" y="126"/>
                    <a:pt x="927" y="126"/>
                  </a:cubicBezTo>
                  <a:cubicBezTo>
                    <a:pt x="921" y="134"/>
                    <a:pt x="912" y="138"/>
                    <a:pt x="901" y="138"/>
                  </a:cubicBezTo>
                  <a:cubicBezTo>
                    <a:pt x="895" y="138"/>
                    <a:pt x="890" y="136"/>
                    <a:pt x="885" y="133"/>
                  </a:cubicBezTo>
                  <a:cubicBezTo>
                    <a:pt x="881" y="129"/>
                    <a:pt x="879" y="124"/>
                    <a:pt x="879" y="117"/>
                  </a:cubicBezTo>
                  <a:cubicBezTo>
                    <a:pt x="952" y="117"/>
                    <a:pt x="952" y="117"/>
                    <a:pt x="952" y="117"/>
                  </a:cubicBezTo>
                  <a:cubicBezTo>
                    <a:pt x="953" y="113"/>
                    <a:pt x="953" y="107"/>
                    <a:pt x="953" y="100"/>
                  </a:cubicBezTo>
                  <a:cubicBezTo>
                    <a:pt x="953" y="82"/>
                    <a:pt x="948" y="69"/>
                    <a:pt x="939" y="59"/>
                  </a:cubicBezTo>
                  <a:cubicBezTo>
                    <a:pt x="929" y="50"/>
                    <a:pt x="917" y="45"/>
                    <a:pt x="901" y="45"/>
                  </a:cubicBezTo>
                  <a:cubicBezTo>
                    <a:pt x="885" y="45"/>
                    <a:pt x="871" y="51"/>
                    <a:pt x="861" y="61"/>
                  </a:cubicBezTo>
                  <a:cubicBezTo>
                    <a:pt x="851" y="72"/>
                    <a:pt x="847" y="87"/>
                    <a:pt x="847" y="106"/>
                  </a:cubicBezTo>
                  <a:cubicBezTo>
                    <a:pt x="847" y="124"/>
                    <a:pt x="851" y="139"/>
                    <a:pt x="861" y="150"/>
                  </a:cubicBezTo>
                  <a:cubicBezTo>
                    <a:pt x="871" y="161"/>
                    <a:pt x="884" y="166"/>
                    <a:pt x="901" y="166"/>
                  </a:cubicBezTo>
                  <a:cubicBezTo>
                    <a:pt x="920" y="166"/>
                    <a:pt x="935" y="159"/>
                    <a:pt x="946" y="145"/>
                  </a:cubicBezTo>
                  <a:moveTo>
                    <a:pt x="825" y="163"/>
                  </a:moveTo>
                  <a:cubicBezTo>
                    <a:pt x="825" y="5"/>
                    <a:pt x="825" y="5"/>
                    <a:pt x="825" y="5"/>
                  </a:cubicBezTo>
                  <a:cubicBezTo>
                    <a:pt x="791" y="5"/>
                    <a:pt x="791" y="5"/>
                    <a:pt x="791" y="5"/>
                  </a:cubicBezTo>
                  <a:cubicBezTo>
                    <a:pt x="791" y="66"/>
                    <a:pt x="791" y="66"/>
                    <a:pt x="791" y="66"/>
                  </a:cubicBezTo>
                  <a:cubicBezTo>
                    <a:pt x="728" y="66"/>
                    <a:pt x="728" y="66"/>
                    <a:pt x="728" y="66"/>
                  </a:cubicBezTo>
                  <a:cubicBezTo>
                    <a:pt x="728" y="5"/>
                    <a:pt x="728" y="5"/>
                    <a:pt x="728" y="5"/>
                  </a:cubicBezTo>
                  <a:cubicBezTo>
                    <a:pt x="694" y="5"/>
                    <a:pt x="694" y="5"/>
                    <a:pt x="694" y="5"/>
                  </a:cubicBezTo>
                  <a:cubicBezTo>
                    <a:pt x="694" y="163"/>
                    <a:pt x="694" y="163"/>
                    <a:pt x="694" y="163"/>
                  </a:cubicBezTo>
                  <a:cubicBezTo>
                    <a:pt x="728" y="163"/>
                    <a:pt x="728" y="163"/>
                    <a:pt x="728" y="163"/>
                  </a:cubicBezTo>
                  <a:cubicBezTo>
                    <a:pt x="728" y="99"/>
                    <a:pt x="728" y="99"/>
                    <a:pt x="728" y="99"/>
                  </a:cubicBezTo>
                  <a:cubicBezTo>
                    <a:pt x="791" y="99"/>
                    <a:pt x="791" y="99"/>
                    <a:pt x="791" y="99"/>
                  </a:cubicBezTo>
                  <a:cubicBezTo>
                    <a:pt x="791" y="163"/>
                    <a:pt x="791" y="163"/>
                    <a:pt x="791" y="163"/>
                  </a:cubicBezTo>
                  <a:lnTo>
                    <a:pt x="825" y="163"/>
                  </a:lnTo>
                  <a:close/>
                  <a:moveTo>
                    <a:pt x="614" y="163"/>
                  </a:moveTo>
                  <a:cubicBezTo>
                    <a:pt x="614" y="0"/>
                    <a:pt x="614" y="0"/>
                    <a:pt x="614" y="0"/>
                  </a:cubicBezTo>
                  <a:cubicBezTo>
                    <a:pt x="581" y="16"/>
                    <a:pt x="581" y="16"/>
                    <a:pt x="581" y="16"/>
                  </a:cubicBezTo>
                  <a:cubicBezTo>
                    <a:pt x="581" y="163"/>
                    <a:pt x="581" y="163"/>
                    <a:pt x="581" y="163"/>
                  </a:cubicBezTo>
                  <a:lnTo>
                    <a:pt x="614" y="163"/>
                  </a:lnTo>
                  <a:close/>
                  <a:moveTo>
                    <a:pt x="483" y="128"/>
                  </a:moveTo>
                  <a:cubicBezTo>
                    <a:pt x="483" y="121"/>
                    <a:pt x="490" y="117"/>
                    <a:pt x="503" y="117"/>
                  </a:cubicBezTo>
                  <a:cubicBezTo>
                    <a:pt x="510" y="117"/>
                    <a:pt x="517" y="118"/>
                    <a:pt x="523" y="120"/>
                  </a:cubicBezTo>
                  <a:cubicBezTo>
                    <a:pt x="523" y="130"/>
                    <a:pt x="523" y="130"/>
                    <a:pt x="523" y="130"/>
                  </a:cubicBezTo>
                  <a:cubicBezTo>
                    <a:pt x="516" y="136"/>
                    <a:pt x="509" y="138"/>
                    <a:pt x="501" y="138"/>
                  </a:cubicBezTo>
                  <a:cubicBezTo>
                    <a:pt x="489" y="138"/>
                    <a:pt x="483" y="135"/>
                    <a:pt x="483" y="128"/>
                  </a:cubicBezTo>
                  <a:moveTo>
                    <a:pt x="555" y="163"/>
                  </a:moveTo>
                  <a:cubicBezTo>
                    <a:pt x="555" y="90"/>
                    <a:pt x="555" y="90"/>
                    <a:pt x="555" y="90"/>
                  </a:cubicBezTo>
                  <a:cubicBezTo>
                    <a:pt x="555" y="60"/>
                    <a:pt x="539" y="45"/>
                    <a:pt x="506" y="45"/>
                  </a:cubicBezTo>
                  <a:cubicBezTo>
                    <a:pt x="488" y="45"/>
                    <a:pt x="471" y="50"/>
                    <a:pt x="457" y="60"/>
                  </a:cubicBezTo>
                  <a:cubicBezTo>
                    <a:pt x="467" y="85"/>
                    <a:pt x="467" y="85"/>
                    <a:pt x="467" y="85"/>
                  </a:cubicBezTo>
                  <a:cubicBezTo>
                    <a:pt x="479" y="77"/>
                    <a:pt x="492" y="73"/>
                    <a:pt x="504" y="73"/>
                  </a:cubicBezTo>
                  <a:cubicBezTo>
                    <a:pt x="510" y="73"/>
                    <a:pt x="515" y="74"/>
                    <a:pt x="518" y="77"/>
                  </a:cubicBezTo>
                  <a:cubicBezTo>
                    <a:pt x="521" y="80"/>
                    <a:pt x="523" y="84"/>
                    <a:pt x="523" y="89"/>
                  </a:cubicBezTo>
                  <a:cubicBezTo>
                    <a:pt x="523" y="95"/>
                    <a:pt x="523" y="95"/>
                    <a:pt x="523" y="95"/>
                  </a:cubicBezTo>
                  <a:cubicBezTo>
                    <a:pt x="517" y="92"/>
                    <a:pt x="508" y="91"/>
                    <a:pt x="498" y="91"/>
                  </a:cubicBezTo>
                  <a:cubicBezTo>
                    <a:pt x="485" y="91"/>
                    <a:pt x="474" y="94"/>
                    <a:pt x="465" y="101"/>
                  </a:cubicBezTo>
                  <a:cubicBezTo>
                    <a:pt x="456" y="107"/>
                    <a:pt x="451" y="116"/>
                    <a:pt x="451" y="128"/>
                  </a:cubicBezTo>
                  <a:cubicBezTo>
                    <a:pt x="451" y="140"/>
                    <a:pt x="455" y="150"/>
                    <a:pt x="463" y="156"/>
                  </a:cubicBezTo>
                  <a:cubicBezTo>
                    <a:pt x="471" y="163"/>
                    <a:pt x="481" y="166"/>
                    <a:pt x="494" y="166"/>
                  </a:cubicBezTo>
                  <a:cubicBezTo>
                    <a:pt x="506" y="166"/>
                    <a:pt x="516" y="162"/>
                    <a:pt x="523" y="155"/>
                  </a:cubicBezTo>
                  <a:cubicBezTo>
                    <a:pt x="523" y="163"/>
                    <a:pt x="523" y="163"/>
                    <a:pt x="523" y="163"/>
                  </a:cubicBezTo>
                  <a:lnTo>
                    <a:pt x="555" y="163"/>
                  </a:lnTo>
                  <a:close/>
                  <a:moveTo>
                    <a:pt x="365" y="127"/>
                  </a:moveTo>
                  <a:cubicBezTo>
                    <a:pt x="365" y="84"/>
                    <a:pt x="365" y="84"/>
                    <a:pt x="365" y="84"/>
                  </a:cubicBezTo>
                  <a:cubicBezTo>
                    <a:pt x="369" y="79"/>
                    <a:pt x="375" y="77"/>
                    <a:pt x="383" y="77"/>
                  </a:cubicBezTo>
                  <a:cubicBezTo>
                    <a:pt x="390" y="77"/>
                    <a:pt x="395" y="79"/>
                    <a:pt x="398" y="84"/>
                  </a:cubicBezTo>
                  <a:cubicBezTo>
                    <a:pt x="402" y="89"/>
                    <a:pt x="404" y="96"/>
                    <a:pt x="404" y="106"/>
                  </a:cubicBezTo>
                  <a:cubicBezTo>
                    <a:pt x="404" y="115"/>
                    <a:pt x="402" y="122"/>
                    <a:pt x="398" y="127"/>
                  </a:cubicBezTo>
                  <a:cubicBezTo>
                    <a:pt x="395" y="132"/>
                    <a:pt x="390" y="134"/>
                    <a:pt x="383" y="134"/>
                  </a:cubicBezTo>
                  <a:cubicBezTo>
                    <a:pt x="375" y="134"/>
                    <a:pt x="369" y="132"/>
                    <a:pt x="365" y="127"/>
                  </a:cubicBezTo>
                  <a:moveTo>
                    <a:pt x="423" y="150"/>
                  </a:moveTo>
                  <a:cubicBezTo>
                    <a:pt x="432" y="140"/>
                    <a:pt x="436" y="125"/>
                    <a:pt x="436" y="106"/>
                  </a:cubicBezTo>
                  <a:cubicBezTo>
                    <a:pt x="436" y="87"/>
                    <a:pt x="432" y="73"/>
                    <a:pt x="423" y="62"/>
                  </a:cubicBezTo>
                  <a:cubicBezTo>
                    <a:pt x="414" y="51"/>
                    <a:pt x="402" y="45"/>
                    <a:pt x="388" y="45"/>
                  </a:cubicBezTo>
                  <a:cubicBezTo>
                    <a:pt x="378" y="45"/>
                    <a:pt x="371" y="49"/>
                    <a:pt x="365" y="56"/>
                  </a:cubicBezTo>
                  <a:cubicBezTo>
                    <a:pt x="365" y="0"/>
                    <a:pt x="365" y="0"/>
                    <a:pt x="365" y="0"/>
                  </a:cubicBezTo>
                  <a:cubicBezTo>
                    <a:pt x="333" y="15"/>
                    <a:pt x="333" y="15"/>
                    <a:pt x="333" y="15"/>
                  </a:cubicBezTo>
                  <a:cubicBezTo>
                    <a:pt x="333" y="163"/>
                    <a:pt x="333" y="163"/>
                    <a:pt x="333" y="163"/>
                  </a:cubicBezTo>
                  <a:cubicBezTo>
                    <a:pt x="365" y="163"/>
                    <a:pt x="365" y="163"/>
                    <a:pt x="365" y="163"/>
                  </a:cubicBezTo>
                  <a:cubicBezTo>
                    <a:pt x="365" y="154"/>
                    <a:pt x="365" y="154"/>
                    <a:pt x="365" y="154"/>
                  </a:cubicBezTo>
                  <a:cubicBezTo>
                    <a:pt x="370" y="162"/>
                    <a:pt x="377" y="166"/>
                    <a:pt x="387" y="166"/>
                  </a:cubicBezTo>
                  <a:cubicBezTo>
                    <a:pt x="402" y="166"/>
                    <a:pt x="414" y="161"/>
                    <a:pt x="423" y="150"/>
                  </a:cubicBezTo>
                  <a:moveTo>
                    <a:pt x="243" y="127"/>
                  </a:moveTo>
                  <a:cubicBezTo>
                    <a:pt x="239" y="122"/>
                    <a:pt x="237" y="115"/>
                    <a:pt x="237" y="106"/>
                  </a:cubicBezTo>
                  <a:cubicBezTo>
                    <a:pt x="237" y="97"/>
                    <a:pt x="239" y="90"/>
                    <a:pt x="243" y="85"/>
                  </a:cubicBezTo>
                  <a:cubicBezTo>
                    <a:pt x="247" y="79"/>
                    <a:pt x="252" y="77"/>
                    <a:pt x="258" y="77"/>
                  </a:cubicBezTo>
                  <a:cubicBezTo>
                    <a:pt x="265" y="77"/>
                    <a:pt x="270" y="79"/>
                    <a:pt x="273" y="85"/>
                  </a:cubicBezTo>
                  <a:cubicBezTo>
                    <a:pt x="277" y="90"/>
                    <a:pt x="279" y="97"/>
                    <a:pt x="279" y="106"/>
                  </a:cubicBezTo>
                  <a:cubicBezTo>
                    <a:pt x="279" y="115"/>
                    <a:pt x="277" y="122"/>
                    <a:pt x="273" y="127"/>
                  </a:cubicBezTo>
                  <a:cubicBezTo>
                    <a:pt x="270" y="132"/>
                    <a:pt x="265" y="134"/>
                    <a:pt x="258" y="134"/>
                  </a:cubicBezTo>
                  <a:cubicBezTo>
                    <a:pt x="252" y="134"/>
                    <a:pt x="247" y="132"/>
                    <a:pt x="243" y="127"/>
                  </a:cubicBezTo>
                  <a:moveTo>
                    <a:pt x="297" y="150"/>
                  </a:moveTo>
                  <a:cubicBezTo>
                    <a:pt x="306" y="139"/>
                    <a:pt x="311" y="125"/>
                    <a:pt x="311" y="106"/>
                  </a:cubicBezTo>
                  <a:cubicBezTo>
                    <a:pt x="311" y="87"/>
                    <a:pt x="306" y="72"/>
                    <a:pt x="297" y="61"/>
                  </a:cubicBezTo>
                  <a:cubicBezTo>
                    <a:pt x="287" y="51"/>
                    <a:pt x="274" y="45"/>
                    <a:pt x="258" y="45"/>
                  </a:cubicBezTo>
                  <a:cubicBezTo>
                    <a:pt x="242" y="45"/>
                    <a:pt x="229" y="51"/>
                    <a:pt x="219" y="61"/>
                  </a:cubicBezTo>
                  <a:cubicBezTo>
                    <a:pt x="210" y="72"/>
                    <a:pt x="205" y="87"/>
                    <a:pt x="205" y="106"/>
                  </a:cubicBezTo>
                  <a:cubicBezTo>
                    <a:pt x="205" y="125"/>
                    <a:pt x="209" y="139"/>
                    <a:pt x="219" y="150"/>
                  </a:cubicBezTo>
                  <a:cubicBezTo>
                    <a:pt x="229" y="161"/>
                    <a:pt x="242" y="166"/>
                    <a:pt x="258" y="166"/>
                  </a:cubicBezTo>
                  <a:cubicBezTo>
                    <a:pt x="275" y="166"/>
                    <a:pt x="288" y="161"/>
                    <a:pt x="297" y="150"/>
                  </a:cubicBezTo>
                  <a:moveTo>
                    <a:pt x="182" y="163"/>
                  </a:moveTo>
                  <a:cubicBezTo>
                    <a:pt x="182" y="0"/>
                    <a:pt x="182" y="0"/>
                    <a:pt x="182" y="0"/>
                  </a:cubicBezTo>
                  <a:cubicBezTo>
                    <a:pt x="149" y="16"/>
                    <a:pt x="149" y="16"/>
                    <a:pt x="149" y="16"/>
                  </a:cubicBezTo>
                  <a:cubicBezTo>
                    <a:pt x="149" y="163"/>
                    <a:pt x="149" y="163"/>
                    <a:pt x="149" y="163"/>
                  </a:cubicBezTo>
                  <a:lnTo>
                    <a:pt x="182" y="163"/>
                  </a:lnTo>
                  <a:close/>
                  <a:moveTo>
                    <a:pt x="112" y="149"/>
                  </a:moveTo>
                  <a:cubicBezTo>
                    <a:pt x="123" y="138"/>
                    <a:pt x="129" y="123"/>
                    <a:pt x="129" y="103"/>
                  </a:cubicBezTo>
                  <a:cubicBezTo>
                    <a:pt x="129" y="78"/>
                    <a:pt x="129" y="78"/>
                    <a:pt x="129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111"/>
                    <a:pt x="68" y="111"/>
                    <a:pt x="68" y="111"/>
                  </a:cubicBezTo>
                  <a:cubicBezTo>
                    <a:pt x="94" y="111"/>
                    <a:pt x="94" y="111"/>
                    <a:pt x="94" y="111"/>
                  </a:cubicBezTo>
                  <a:cubicBezTo>
                    <a:pt x="94" y="112"/>
                    <a:pt x="94" y="112"/>
                    <a:pt x="94" y="112"/>
                  </a:cubicBezTo>
                  <a:cubicBezTo>
                    <a:pt x="94" y="118"/>
                    <a:pt x="91" y="123"/>
                    <a:pt x="86" y="127"/>
                  </a:cubicBezTo>
                  <a:cubicBezTo>
                    <a:pt x="82" y="131"/>
                    <a:pt x="76" y="133"/>
                    <a:pt x="70" y="133"/>
                  </a:cubicBezTo>
                  <a:cubicBezTo>
                    <a:pt x="58" y="133"/>
                    <a:pt x="50" y="128"/>
                    <a:pt x="44" y="119"/>
                  </a:cubicBezTo>
                  <a:cubicBezTo>
                    <a:pt x="38" y="110"/>
                    <a:pt x="35" y="98"/>
                    <a:pt x="35" y="84"/>
                  </a:cubicBezTo>
                  <a:cubicBezTo>
                    <a:pt x="35" y="76"/>
                    <a:pt x="36" y="69"/>
                    <a:pt x="38" y="62"/>
                  </a:cubicBezTo>
                  <a:cubicBezTo>
                    <a:pt x="40" y="55"/>
                    <a:pt x="44" y="49"/>
                    <a:pt x="49" y="44"/>
                  </a:cubicBezTo>
                  <a:cubicBezTo>
                    <a:pt x="55" y="38"/>
                    <a:pt x="61" y="36"/>
                    <a:pt x="70" y="36"/>
                  </a:cubicBezTo>
                  <a:cubicBezTo>
                    <a:pt x="80" y="36"/>
                    <a:pt x="89" y="42"/>
                    <a:pt x="98" y="56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121" y="28"/>
                    <a:pt x="113" y="19"/>
                    <a:pt x="104" y="12"/>
                  </a:cubicBezTo>
                  <a:cubicBezTo>
                    <a:pt x="95" y="6"/>
                    <a:pt x="84" y="3"/>
                    <a:pt x="70" y="3"/>
                  </a:cubicBezTo>
                  <a:cubicBezTo>
                    <a:pt x="58" y="3"/>
                    <a:pt x="48" y="5"/>
                    <a:pt x="39" y="10"/>
                  </a:cubicBezTo>
                  <a:cubicBezTo>
                    <a:pt x="29" y="15"/>
                    <a:pt x="22" y="21"/>
                    <a:pt x="17" y="29"/>
                  </a:cubicBezTo>
                  <a:cubicBezTo>
                    <a:pt x="11" y="37"/>
                    <a:pt x="7" y="46"/>
                    <a:pt x="4" y="55"/>
                  </a:cubicBezTo>
                  <a:cubicBezTo>
                    <a:pt x="1" y="65"/>
                    <a:pt x="0" y="74"/>
                    <a:pt x="0" y="84"/>
                  </a:cubicBezTo>
                  <a:cubicBezTo>
                    <a:pt x="0" y="95"/>
                    <a:pt x="1" y="105"/>
                    <a:pt x="4" y="115"/>
                  </a:cubicBezTo>
                  <a:cubicBezTo>
                    <a:pt x="7" y="124"/>
                    <a:pt x="11" y="133"/>
                    <a:pt x="16" y="140"/>
                  </a:cubicBezTo>
                  <a:cubicBezTo>
                    <a:pt x="22" y="148"/>
                    <a:pt x="29" y="155"/>
                    <a:pt x="38" y="159"/>
                  </a:cubicBezTo>
                  <a:cubicBezTo>
                    <a:pt x="47" y="164"/>
                    <a:pt x="58" y="166"/>
                    <a:pt x="70" y="166"/>
                  </a:cubicBezTo>
                  <a:cubicBezTo>
                    <a:pt x="87" y="166"/>
                    <a:pt x="101" y="160"/>
                    <a:pt x="112" y="1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91A3013-6B16-4691-BD3C-EDD94ACBF9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39725" y="3162300"/>
              <a:ext cx="744538" cy="920750"/>
            </a:xfrm>
            <a:custGeom>
              <a:avLst/>
              <a:gdLst>
                <a:gd name="T0" fmla="*/ 505 w 647"/>
                <a:gd name="T1" fmla="*/ 798 h 798"/>
                <a:gd name="T2" fmla="*/ 212 w 647"/>
                <a:gd name="T3" fmla="*/ 363 h 798"/>
                <a:gd name="T4" fmla="*/ 180 w 647"/>
                <a:gd name="T5" fmla="*/ 314 h 798"/>
                <a:gd name="T6" fmla="*/ 156 w 647"/>
                <a:gd name="T7" fmla="*/ 273 h 798"/>
                <a:gd name="T8" fmla="*/ 156 w 647"/>
                <a:gd name="T9" fmla="*/ 306 h 798"/>
                <a:gd name="T10" fmla="*/ 157 w 647"/>
                <a:gd name="T11" fmla="*/ 355 h 798"/>
                <a:gd name="T12" fmla="*/ 158 w 647"/>
                <a:gd name="T13" fmla="*/ 405 h 798"/>
                <a:gd name="T14" fmla="*/ 158 w 647"/>
                <a:gd name="T15" fmla="*/ 447 h 798"/>
                <a:gd name="T16" fmla="*/ 158 w 647"/>
                <a:gd name="T17" fmla="*/ 798 h 798"/>
                <a:gd name="T18" fmla="*/ 0 w 647"/>
                <a:gd name="T19" fmla="*/ 798 h 798"/>
                <a:gd name="T20" fmla="*/ 0 w 647"/>
                <a:gd name="T21" fmla="*/ 0 h 798"/>
                <a:gd name="T22" fmla="*/ 154 w 647"/>
                <a:gd name="T23" fmla="*/ 0 h 798"/>
                <a:gd name="T24" fmla="*/ 435 w 647"/>
                <a:gd name="T25" fmla="*/ 422 h 798"/>
                <a:gd name="T26" fmla="*/ 467 w 647"/>
                <a:gd name="T27" fmla="*/ 471 h 798"/>
                <a:gd name="T28" fmla="*/ 491 w 647"/>
                <a:gd name="T29" fmla="*/ 512 h 798"/>
                <a:gd name="T30" fmla="*/ 491 w 647"/>
                <a:gd name="T31" fmla="*/ 479 h 798"/>
                <a:gd name="T32" fmla="*/ 490 w 647"/>
                <a:gd name="T33" fmla="*/ 431 h 798"/>
                <a:gd name="T34" fmla="*/ 489 w 647"/>
                <a:gd name="T35" fmla="*/ 380 h 798"/>
                <a:gd name="T36" fmla="*/ 489 w 647"/>
                <a:gd name="T37" fmla="*/ 338 h 798"/>
                <a:gd name="T38" fmla="*/ 489 w 647"/>
                <a:gd name="T39" fmla="*/ 0 h 798"/>
                <a:gd name="T40" fmla="*/ 647 w 647"/>
                <a:gd name="T41" fmla="*/ 0 h 798"/>
                <a:gd name="T42" fmla="*/ 647 w 647"/>
                <a:gd name="T43" fmla="*/ 798 h 798"/>
                <a:gd name="T44" fmla="*/ 505 w 647"/>
                <a:gd name="T45" fmla="*/ 798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7" h="798">
                  <a:moveTo>
                    <a:pt x="505" y="798"/>
                  </a:moveTo>
                  <a:cubicBezTo>
                    <a:pt x="212" y="363"/>
                    <a:pt x="212" y="363"/>
                    <a:pt x="212" y="363"/>
                  </a:cubicBezTo>
                  <a:cubicBezTo>
                    <a:pt x="202" y="348"/>
                    <a:pt x="191" y="331"/>
                    <a:pt x="180" y="314"/>
                  </a:cubicBezTo>
                  <a:cubicBezTo>
                    <a:pt x="169" y="297"/>
                    <a:pt x="161" y="283"/>
                    <a:pt x="156" y="273"/>
                  </a:cubicBezTo>
                  <a:cubicBezTo>
                    <a:pt x="156" y="280"/>
                    <a:pt x="156" y="291"/>
                    <a:pt x="156" y="306"/>
                  </a:cubicBezTo>
                  <a:cubicBezTo>
                    <a:pt x="157" y="321"/>
                    <a:pt x="157" y="337"/>
                    <a:pt x="157" y="355"/>
                  </a:cubicBezTo>
                  <a:cubicBezTo>
                    <a:pt x="157" y="372"/>
                    <a:pt x="157" y="388"/>
                    <a:pt x="158" y="405"/>
                  </a:cubicBezTo>
                  <a:cubicBezTo>
                    <a:pt x="158" y="422"/>
                    <a:pt x="158" y="436"/>
                    <a:pt x="158" y="447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435" y="422"/>
                    <a:pt x="435" y="422"/>
                    <a:pt x="435" y="422"/>
                  </a:cubicBezTo>
                  <a:cubicBezTo>
                    <a:pt x="445" y="437"/>
                    <a:pt x="456" y="453"/>
                    <a:pt x="467" y="471"/>
                  </a:cubicBezTo>
                  <a:cubicBezTo>
                    <a:pt x="478" y="488"/>
                    <a:pt x="486" y="502"/>
                    <a:pt x="491" y="512"/>
                  </a:cubicBezTo>
                  <a:cubicBezTo>
                    <a:pt x="491" y="505"/>
                    <a:pt x="491" y="493"/>
                    <a:pt x="491" y="479"/>
                  </a:cubicBezTo>
                  <a:cubicBezTo>
                    <a:pt x="490" y="464"/>
                    <a:pt x="490" y="448"/>
                    <a:pt x="490" y="431"/>
                  </a:cubicBezTo>
                  <a:cubicBezTo>
                    <a:pt x="490" y="414"/>
                    <a:pt x="490" y="397"/>
                    <a:pt x="489" y="380"/>
                  </a:cubicBezTo>
                  <a:cubicBezTo>
                    <a:pt x="489" y="363"/>
                    <a:pt x="489" y="349"/>
                    <a:pt x="489" y="338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647" y="0"/>
                    <a:pt x="647" y="0"/>
                    <a:pt x="647" y="0"/>
                  </a:cubicBezTo>
                  <a:cubicBezTo>
                    <a:pt x="647" y="798"/>
                    <a:pt x="647" y="798"/>
                    <a:pt x="647" y="798"/>
                  </a:cubicBezTo>
                  <a:lnTo>
                    <a:pt x="505" y="7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21AC5F9-A247-432D-AAE2-1405680822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989175" y="3162300"/>
              <a:ext cx="744538" cy="920750"/>
            </a:xfrm>
            <a:custGeom>
              <a:avLst/>
              <a:gdLst>
                <a:gd name="T0" fmla="*/ 608 w 647"/>
                <a:gd name="T1" fmla="*/ 401 h 798"/>
                <a:gd name="T2" fmla="*/ 647 w 647"/>
                <a:gd name="T3" fmla="*/ 253 h 798"/>
                <a:gd name="T4" fmla="*/ 625 w 647"/>
                <a:gd name="T5" fmla="*/ 142 h 798"/>
                <a:gd name="T6" fmla="*/ 565 w 647"/>
                <a:gd name="T7" fmla="*/ 63 h 798"/>
                <a:gd name="T8" fmla="*/ 478 w 647"/>
                <a:gd name="T9" fmla="*/ 15 h 798"/>
                <a:gd name="T10" fmla="*/ 372 w 647"/>
                <a:gd name="T11" fmla="*/ 0 h 798"/>
                <a:gd name="T12" fmla="*/ 0 w 647"/>
                <a:gd name="T13" fmla="*/ 0 h 798"/>
                <a:gd name="T14" fmla="*/ 0 w 647"/>
                <a:gd name="T15" fmla="*/ 798 h 798"/>
                <a:gd name="T16" fmla="*/ 158 w 647"/>
                <a:gd name="T17" fmla="*/ 798 h 798"/>
                <a:gd name="T18" fmla="*/ 158 w 647"/>
                <a:gd name="T19" fmla="*/ 511 h 798"/>
                <a:gd name="T20" fmla="*/ 320 w 647"/>
                <a:gd name="T21" fmla="*/ 511 h 798"/>
                <a:gd name="T22" fmla="*/ 462 w 647"/>
                <a:gd name="T23" fmla="*/ 798 h 798"/>
                <a:gd name="T24" fmla="*/ 647 w 647"/>
                <a:gd name="T25" fmla="*/ 798 h 798"/>
                <a:gd name="T26" fmla="*/ 494 w 647"/>
                <a:gd name="T27" fmla="*/ 488 h 798"/>
                <a:gd name="T28" fmla="*/ 608 w 647"/>
                <a:gd name="T29" fmla="*/ 401 h 798"/>
                <a:gd name="T30" fmla="*/ 368 w 647"/>
                <a:gd name="T31" fmla="*/ 360 h 798"/>
                <a:gd name="T32" fmla="*/ 158 w 647"/>
                <a:gd name="T33" fmla="*/ 360 h 798"/>
                <a:gd name="T34" fmla="*/ 158 w 647"/>
                <a:gd name="T35" fmla="*/ 156 h 798"/>
                <a:gd name="T36" fmla="*/ 368 w 647"/>
                <a:gd name="T37" fmla="*/ 156 h 798"/>
                <a:gd name="T38" fmla="*/ 452 w 647"/>
                <a:gd name="T39" fmla="*/ 180 h 798"/>
                <a:gd name="T40" fmla="*/ 482 w 647"/>
                <a:gd name="T41" fmla="*/ 257 h 798"/>
                <a:gd name="T42" fmla="*/ 368 w 647"/>
                <a:gd name="T43" fmla="*/ 36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08" y="401"/>
                  </a:moveTo>
                  <a:cubicBezTo>
                    <a:pt x="634" y="363"/>
                    <a:pt x="647" y="313"/>
                    <a:pt x="647" y="253"/>
                  </a:cubicBezTo>
                  <a:cubicBezTo>
                    <a:pt x="647" y="211"/>
                    <a:pt x="639" y="174"/>
                    <a:pt x="625" y="142"/>
                  </a:cubicBezTo>
                  <a:cubicBezTo>
                    <a:pt x="610" y="111"/>
                    <a:pt x="591" y="84"/>
                    <a:pt x="565" y="63"/>
                  </a:cubicBezTo>
                  <a:cubicBezTo>
                    <a:pt x="540" y="42"/>
                    <a:pt x="511" y="26"/>
                    <a:pt x="478" y="15"/>
                  </a:cubicBezTo>
                  <a:cubicBezTo>
                    <a:pt x="444" y="5"/>
                    <a:pt x="409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158" y="511"/>
                    <a:pt x="158" y="511"/>
                    <a:pt x="158" y="511"/>
                  </a:cubicBezTo>
                  <a:cubicBezTo>
                    <a:pt x="320" y="511"/>
                    <a:pt x="320" y="511"/>
                    <a:pt x="320" y="511"/>
                  </a:cubicBezTo>
                  <a:cubicBezTo>
                    <a:pt x="462" y="798"/>
                    <a:pt x="462" y="798"/>
                    <a:pt x="462" y="798"/>
                  </a:cubicBezTo>
                  <a:cubicBezTo>
                    <a:pt x="647" y="798"/>
                    <a:pt x="647" y="798"/>
                    <a:pt x="647" y="798"/>
                  </a:cubicBezTo>
                  <a:cubicBezTo>
                    <a:pt x="494" y="488"/>
                    <a:pt x="494" y="488"/>
                    <a:pt x="494" y="488"/>
                  </a:cubicBezTo>
                  <a:cubicBezTo>
                    <a:pt x="545" y="468"/>
                    <a:pt x="583" y="439"/>
                    <a:pt x="608" y="401"/>
                  </a:cubicBezTo>
                  <a:close/>
                  <a:moveTo>
                    <a:pt x="368" y="360"/>
                  </a:moveTo>
                  <a:cubicBezTo>
                    <a:pt x="158" y="360"/>
                    <a:pt x="158" y="360"/>
                    <a:pt x="158" y="360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368" y="156"/>
                    <a:pt x="368" y="156"/>
                    <a:pt x="368" y="156"/>
                  </a:cubicBezTo>
                  <a:cubicBezTo>
                    <a:pt x="404" y="156"/>
                    <a:pt x="432" y="164"/>
                    <a:pt x="452" y="180"/>
                  </a:cubicBezTo>
                  <a:cubicBezTo>
                    <a:pt x="472" y="195"/>
                    <a:pt x="482" y="221"/>
                    <a:pt x="482" y="257"/>
                  </a:cubicBezTo>
                  <a:cubicBezTo>
                    <a:pt x="482" y="326"/>
                    <a:pt x="444" y="360"/>
                    <a:pt x="368" y="3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028161D8-FA79-4BF3-B343-4C199B8B6C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78175" y="3162300"/>
              <a:ext cx="744538" cy="920750"/>
            </a:xfrm>
            <a:custGeom>
              <a:avLst/>
              <a:gdLst>
                <a:gd name="T0" fmla="*/ 616 w 647"/>
                <a:gd name="T1" fmla="*/ 214 h 798"/>
                <a:gd name="T2" fmla="*/ 533 w 647"/>
                <a:gd name="T3" fmla="*/ 90 h 798"/>
                <a:gd name="T4" fmla="*/ 408 w 647"/>
                <a:gd name="T5" fmla="*/ 21 h 798"/>
                <a:gd name="T6" fmla="*/ 250 w 647"/>
                <a:gd name="T7" fmla="*/ 0 h 798"/>
                <a:gd name="T8" fmla="*/ 0 w 647"/>
                <a:gd name="T9" fmla="*/ 0 h 798"/>
                <a:gd name="T10" fmla="*/ 0 w 647"/>
                <a:gd name="T11" fmla="*/ 798 h 798"/>
                <a:gd name="T12" fmla="*/ 238 w 647"/>
                <a:gd name="T13" fmla="*/ 798 h 798"/>
                <a:gd name="T14" fmla="*/ 388 w 647"/>
                <a:gd name="T15" fmla="*/ 776 h 798"/>
                <a:gd name="T16" fmla="*/ 519 w 647"/>
                <a:gd name="T17" fmla="*/ 704 h 798"/>
                <a:gd name="T18" fmla="*/ 612 w 647"/>
                <a:gd name="T19" fmla="*/ 580 h 798"/>
                <a:gd name="T20" fmla="*/ 647 w 647"/>
                <a:gd name="T21" fmla="*/ 399 h 798"/>
                <a:gd name="T22" fmla="*/ 616 w 647"/>
                <a:gd name="T23" fmla="*/ 214 h 798"/>
                <a:gd name="T24" fmla="*/ 468 w 647"/>
                <a:gd name="T25" fmla="*/ 499 h 798"/>
                <a:gd name="T26" fmla="*/ 423 w 647"/>
                <a:gd name="T27" fmla="*/ 575 h 798"/>
                <a:gd name="T28" fmla="*/ 347 w 647"/>
                <a:gd name="T29" fmla="*/ 625 h 798"/>
                <a:gd name="T30" fmla="*/ 237 w 647"/>
                <a:gd name="T31" fmla="*/ 642 h 798"/>
                <a:gd name="T32" fmla="*/ 158 w 647"/>
                <a:gd name="T33" fmla="*/ 642 h 798"/>
                <a:gd name="T34" fmla="*/ 158 w 647"/>
                <a:gd name="T35" fmla="*/ 156 h 798"/>
                <a:gd name="T36" fmla="*/ 243 w 647"/>
                <a:gd name="T37" fmla="*/ 156 h 798"/>
                <a:gd name="T38" fmla="*/ 426 w 647"/>
                <a:gd name="T39" fmla="*/ 217 h 798"/>
                <a:gd name="T40" fmla="*/ 482 w 647"/>
                <a:gd name="T41" fmla="*/ 399 h 798"/>
                <a:gd name="T42" fmla="*/ 468 w 647"/>
                <a:gd name="T43" fmla="*/ 499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16" y="214"/>
                  </a:moveTo>
                  <a:cubicBezTo>
                    <a:pt x="596" y="163"/>
                    <a:pt x="568" y="122"/>
                    <a:pt x="533" y="90"/>
                  </a:cubicBezTo>
                  <a:cubicBezTo>
                    <a:pt x="498" y="58"/>
                    <a:pt x="456" y="35"/>
                    <a:pt x="408" y="21"/>
                  </a:cubicBezTo>
                  <a:cubicBezTo>
                    <a:pt x="359" y="7"/>
                    <a:pt x="307" y="0"/>
                    <a:pt x="25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238" y="798"/>
                    <a:pt x="238" y="798"/>
                    <a:pt x="238" y="798"/>
                  </a:cubicBezTo>
                  <a:cubicBezTo>
                    <a:pt x="289" y="798"/>
                    <a:pt x="339" y="791"/>
                    <a:pt x="388" y="776"/>
                  </a:cubicBezTo>
                  <a:cubicBezTo>
                    <a:pt x="437" y="760"/>
                    <a:pt x="481" y="737"/>
                    <a:pt x="519" y="704"/>
                  </a:cubicBezTo>
                  <a:cubicBezTo>
                    <a:pt x="558" y="672"/>
                    <a:pt x="589" y="631"/>
                    <a:pt x="612" y="580"/>
                  </a:cubicBezTo>
                  <a:cubicBezTo>
                    <a:pt x="635" y="529"/>
                    <a:pt x="647" y="469"/>
                    <a:pt x="647" y="399"/>
                  </a:cubicBezTo>
                  <a:cubicBezTo>
                    <a:pt x="647" y="326"/>
                    <a:pt x="637" y="264"/>
                    <a:pt x="616" y="214"/>
                  </a:cubicBezTo>
                  <a:close/>
                  <a:moveTo>
                    <a:pt x="468" y="499"/>
                  </a:moveTo>
                  <a:cubicBezTo>
                    <a:pt x="458" y="529"/>
                    <a:pt x="443" y="554"/>
                    <a:pt x="423" y="575"/>
                  </a:cubicBezTo>
                  <a:cubicBezTo>
                    <a:pt x="403" y="596"/>
                    <a:pt x="378" y="613"/>
                    <a:pt x="347" y="625"/>
                  </a:cubicBezTo>
                  <a:cubicBezTo>
                    <a:pt x="316" y="636"/>
                    <a:pt x="279" y="642"/>
                    <a:pt x="237" y="642"/>
                  </a:cubicBezTo>
                  <a:cubicBezTo>
                    <a:pt x="158" y="642"/>
                    <a:pt x="158" y="642"/>
                    <a:pt x="158" y="642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243" y="156"/>
                    <a:pt x="243" y="156"/>
                    <a:pt x="243" y="156"/>
                  </a:cubicBezTo>
                  <a:cubicBezTo>
                    <a:pt x="328" y="156"/>
                    <a:pt x="389" y="177"/>
                    <a:pt x="426" y="217"/>
                  </a:cubicBezTo>
                  <a:cubicBezTo>
                    <a:pt x="464" y="258"/>
                    <a:pt x="482" y="318"/>
                    <a:pt x="482" y="399"/>
                  </a:cubicBezTo>
                  <a:cubicBezTo>
                    <a:pt x="482" y="436"/>
                    <a:pt x="477" y="469"/>
                    <a:pt x="468" y="4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26360EF0-0425-4FFD-BC71-33BFD0F52D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746538" y="3162300"/>
              <a:ext cx="182563" cy="922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DE8EBD2-E04C-4322-ABCE-B23BB7E381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57688" y="3148013"/>
              <a:ext cx="746125" cy="950913"/>
            </a:xfrm>
            <a:custGeom>
              <a:avLst/>
              <a:gdLst>
                <a:gd name="T0" fmla="*/ 499 w 647"/>
                <a:gd name="T1" fmla="*/ 245 h 823"/>
                <a:gd name="T2" fmla="*/ 442 w 647"/>
                <a:gd name="T3" fmla="*/ 181 h 823"/>
                <a:gd name="T4" fmla="*/ 353 w 647"/>
                <a:gd name="T5" fmla="*/ 158 h 823"/>
                <a:gd name="T6" fmla="*/ 273 w 647"/>
                <a:gd name="T7" fmla="*/ 177 h 823"/>
                <a:gd name="T8" fmla="*/ 213 w 647"/>
                <a:gd name="T9" fmla="*/ 229 h 823"/>
                <a:gd name="T10" fmla="*/ 177 w 647"/>
                <a:gd name="T11" fmla="*/ 309 h 823"/>
                <a:gd name="T12" fmla="*/ 164 w 647"/>
                <a:gd name="T13" fmla="*/ 411 h 823"/>
                <a:gd name="T14" fmla="*/ 177 w 647"/>
                <a:gd name="T15" fmla="*/ 511 h 823"/>
                <a:gd name="T16" fmla="*/ 214 w 647"/>
                <a:gd name="T17" fmla="*/ 592 h 823"/>
                <a:gd name="T18" fmla="*/ 274 w 647"/>
                <a:gd name="T19" fmla="*/ 645 h 823"/>
                <a:gd name="T20" fmla="*/ 354 w 647"/>
                <a:gd name="T21" fmla="*/ 664 h 823"/>
                <a:gd name="T22" fmla="*/ 443 w 647"/>
                <a:gd name="T23" fmla="*/ 641 h 823"/>
                <a:gd name="T24" fmla="*/ 510 w 647"/>
                <a:gd name="T25" fmla="*/ 563 h 823"/>
                <a:gd name="T26" fmla="*/ 645 w 647"/>
                <a:gd name="T27" fmla="*/ 643 h 823"/>
                <a:gd name="T28" fmla="*/ 531 w 647"/>
                <a:gd name="T29" fmla="*/ 776 h 823"/>
                <a:gd name="T30" fmla="*/ 349 w 647"/>
                <a:gd name="T31" fmla="*/ 823 h 823"/>
                <a:gd name="T32" fmla="*/ 207 w 647"/>
                <a:gd name="T33" fmla="*/ 794 h 823"/>
                <a:gd name="T34" fmla="*/ 96 w 647"/>
                <a:gd name="T35" fmla="*/ 711 h 823"/>
                <a:gd name="T36" fmla="*/ 25 w 647"/>
                <a:gd name="T37" fmla="*/ 582 h 823"/>
                <a:gd name="T38" fmla="*/ 0 w 647"/>
                <a:gd name="T39" fmla="*/ 411 h 823"/>
                <a:gd name="T40" fmla="*/ 26 w 647"/>
                <a:gd name="T41" fmla="*/ 244 h 823"/>
                <a:gd name="T42" fmla="*/ 99 w 647"/>
                <a:gd name="T43" fmla="*/ 114 h 823"/>
                <a:gd name="T44" fmla="*/ 211 w 647"/>
                <a:gd name="T45" fmla="*/ 30 h 823"/>
                <a:gd name="T46" fmla="*/ 355 w 647"/>
                <a:gd name="T47" fmla="*/ 0 h 823"/>
                <a:gd name="T48" fmla="*/ 456 w 647"/>
                <a:gd name="T49" fmla="*/ 13 h 823"/>
                <a:gd name="T50" fmla="*/ 538 w 647"/>
                <a:gd name="T51" fmla="*/ 49 h 823"/>
                <a:gd name="T52" fmla="*/ 601 w 647"/>
                <a:gd name="T53" fmla="*/ 105 h 823"/>
                <a:gd name="T54" fmla="*/ 647 w 647"/>
                <a:gd name="T55" fmla="*/ 176 h 823"/>
                <a:gd name="T56" fmla="*/ 499 w 647"/>
                <a:gd name="T57" fmla="*/ 245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7" h="823">
                  <a:moveTo>
                    <a:pt x="499" y="245"/>
                  </a:moveTo>
                  <a:cubicBezTo>
                    <a:pt x="484" y="217"/>
                    <a:pt x="465" y="196"/>
                    <a:pt x="442" y="181"/>
                  </a:cubicBezTo>
                  <a:cubicBezTo>
                    <a:pt x="419" y="166"/>
                    <a:pt x="389" y="158"/>
                    <a:pt x="353" y="158"/>
                  </a:cubicBezTo>
                  <a:cubicBezTo>
                    <a:pt x="323" y="158"/>
                    <a:pt x="296" y="164"/>
                    <a:pt x="273" y="177"/>
                  </a:cubicBezTo>
                  <a:cubicBezTo>
                    <a:pt x="249" y="189"/>
                    <a:pt x="229" y="207"/>
                    <a:pt x="213" y="229"/>
                  </a:cubicBezTo>
                  <a:cubicBezTo>
                    <a:pt x="197" y="252"/>
                    <a:pt x="185" y="278"/>
                    <a:pt x="177" y="309"/>
                  </a:cubicBezTo>
                  <a:cubicBezTo>
                    <a:pt x="168" y="340"/>
                    <a:pt x="164" y="374"/>
                    <a:pt x="164" y="411"/>
                  </a:cubicBezTo>
                  <a:cubicBezTo>
                    <a:pt x="164" y="447"/>
                    <a:pt x="168" y="480"/>
                    <a:pt x="177" y="511"/>
                  </a:cubicBezTo>
                  <a:cubicBezTo>
                    <a:pt x="185" y="542"/>
                    <a:pt x="198" y="569"/>
                    <a:pt x="214" y="592"/>
                  </a:cubicBezTo>
                  <a:cubicBezTo>
                    <a:pt x="230" y="614"/>
                    <a:pt x="250" y="632"/>
                    <a:pt x="274" y="645"/>
                  </a:cubicBezTo>
                  <a:cubicBezTo>
                    <a:pt x="297" y="658"/>
                    <a:pt x="324" y="664"/>
                    <a:pt x="354" y="664"/>
                  </a:cubicBezTo>
                  <a:cubicBezTo>
                    <a:pt x="390" y="664"/>
                    <a:pt x="420" y="656"/>
                    <a:pt x="443" y="641"/>
                  </a:cubicBezTo>
                  <a:cubicBezTo>
                    <a:pt x="466" y="625"/>
                    <a:pt x="489" y="599"/>
                    <a:pt x="510" y="563"/>
                  </a:cubicBezTo>
                  <a:cubicBezTo>
                    <a:pt x="645" y="643"/>
                    <a:pt x="645" y="643"/>
                    <a:pt x="645" y="643"/>
                  </a:cubicBezTo>
                  <a:cubicBezTo>
                    <a:pt x="617" y="700"/>
                    <a:pt x="579" y="744"/>
                    <a:pt x="531" y="776"/>
                  </a:cubicBezTo>
                  <a:cubicBezTo>
                    <a:pt x="483" y="807"/>
                    <a:pt x="422" y="823"/>
                    <a:pt x="349" y="823"/>
                  </a:cubicBezTo>
                  <a:cubicBezTo>
                    <a:pt x="297" y="823"/>
                    <a:pt x="249" y="813"/>
                    <a:pt x="207" y="794"/>
                  </a:cubicBezTo>
                  <a:cubicBezTo>
                    <a:pt x="164" y="775"/>
                    <a:pt x="127" y="747"/>
                    <a:pt x="96" y="711"/>
                  </a:cubicBezTo>
                  <a:cubicBezTo>
                    <a:pt x="66" y="676"/>
                    <a:pt x="42" y="632"/>
                    <a:pt x="25" y="582"/>
                  </a:cubicBezTo>
                  <a:cubicBezTo>
                    <a:pt x="8" y="531"/>
                    <a:pt x="0" y="474"/>
                    <a:pt x="0" y="411"/>
                  </a:cubicBezTo>
                  <a:cubicBezTo>
                    <a:pt x="0" y="350"/>
                    <a:pt x="9" y="295"/>
                    <a:pt x="26" y="244"/>
                  </a:cubicBezTo>
                  <a:cubicBezTo>
                    <a:pt x="44" y="194"/>
                    <a:pt x="68" y="150"/>
                    <a:pt x="99" y="114"/>
                  </a:cubicBezTo>
                  <a:cubicBezTo>
                    <a:pt x="131" y="78"/>
                    <a:pt x="168" y="50"/>
                    <a:pt x="211" y="30"/>
                  </a:cubicBezTo>
                  <a:cubicBezTo>
                    <a:pt x="254" y="10"/>
                    <a:pt x="302" y="0"/>
                    <a:pt x="355" y="0"/>
                  </a:cubicBezTo>
                  <a:cubicBezTo>
                    <a:pt x="392" y="0"/>
                    <a:pt x="426" y="4"/>
                    <a:pt x="456" y="13"/>
                  </a:cubicBezTo>
                  <a:cubicBezTo>
                    <a:pt x="487" y="21"/>
                    <a:pt x="514" y="34"/>
                    <a:pt x="538" y="49"/>
                  </a:cubicBezTo>
                  <a:cubicBezTo>
                    <a:pt x="562" y="65"/>
                    <a:pt x="583" y="83"/>
                    <a:pt x="601" y="105"/>
                  </a:cubicBezTo>
                  <a:cubicBezTo>
                    <a:pt x="619" y="127"/>
                    <a:pt x="634" y="150"/>
                    <a:pt x="647" y="176"/>
                  </a:cubicBezTo>
                  <a:lnTo>
                    <a:pt x="499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F59D1947-97B6-422E-825E-79B15CA2D0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173413"/>
              <a:ext cx="334963" cy="336550"/>
            </a:xfrm>
            <a:custGeom>
              <a:avLst/>
              <a:gdLst>
                <a:gd name="T0" fmla="*/ 291 w 291"/>
                <a:gd name="T1" fmla="*/ 0 h 292"/>
                <a:gd name="T2" fmla="*/ 0 w 291"/>
                <a:gd name="T3" fmla="*/ 292 h 292"/>
                <a:gd name="T4" fmla="*/ 291 w 291"/>
                <a:gd name="T5" fmla="*/ 292 h 292"/>
                <a:gd name="T6" fmla="*/ 291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291" y="0"/>
                  </a:moveTo>
                  <a:cubicBezTo>
                    <a:pt x="148" y="37"/>
                    <a:pt x="37" y="149"/>
                    <a:pt x="0" y="292"/>
                  </a:cubicBezTo>
                  <a:cubicBezTo>
                    <a:pt x="291" y="292"/>
                    <a:pt x="291" y="292"/>
                    <a:pt x="291" y="292"/>
                  </a:cubicBezTo>
                  <a:lnTo>
                    <a:pt x="29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1E130BE-64E3-4B27-8DBC-7048FED232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173413"/>
              <a:ext cx="334963" cy="336550"/>
            </a:xfrm>
            <a:custGeom>
              <a:avLst/>
              <a:gdLst>
                <a:gd name="T0" fmla="*/ 292 w 292"/>
                <a:gd name="T1" fmla="*/ 292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292"/>
                  </a:moveTo>
                  <a:cubicBezTo>
                    <a:pt x="255" y="149"/>
                    <a:pt x="143" y="37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lnTo>
                    <a:pt x="292" y="2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59D061D9-9723-42E7-AB19-B27E8FDA72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746500"/>
              <a:ext cx="334963" cy="336550"/>
            </a:xfrm>
            <a:custGeom>
              <a:avLst/>
              <a:gdLst>
                <a:gd name="T0" fmla="*/ 0 w 291"/>
                <a:gd name="T1" fmla="*/ 0 h 292"/>
                <a:gd name="T2" fmla="*/ 291 w 291"/>
                <a:gd name="T3" fmla="*/ 292 h 292"/>
                <a:gd name="T4" fmla="*/ 291 w 291"/>
                <a:gd name="T5" fmla="*/ 0 h 292"/>
                <a:gd name="T6" fmla="*/ 0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0" y="0"/>
                  </a:moveTo>
                  <a:cubicBezTo>
                    <a:pt x="37" y="143"/>
                    <a:pt x="149" y="255"/>
                    <a:pt x="291" y="292"/>
                  </a:cubicBezTo>
                  <a:cubicBezTo>
                    <a:pt x="291" y="0"/>
                    <a:pt x="291" y="0"/>
                    <a:pt x="29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1E3B657-3BA4-4BF8-8F75-E3AD5C6488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746500"/>
              <a:ext cx="334963" cy="336550"/>
            </a:xfrm>
            <a:custGeom>
              <a:avLst/>
              <a:gdLst>
                <a:gd name="T0" fmla="*/ 292 w 292"/>
                <a:gd name="T1" fmla="*/ 0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cubicBezTo>
                    <a:pt x="143" y="255"/>
                    <a:pt x="255" y="143"/>
                    <a:pt x="2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5E88901-6CC8-4F3E-9D71-C012DABD7E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  <a:gd name="T16" fmla="*/ 0 w 26"/>
                <a:gd name="T17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81A2EAB5-E460-440F-9981-1ABCBBEFF1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02BF8F6A-C944-4165-99E6-3E681A992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803813" y="3179763"/>
              <a:ext cx="50800" cy="57150"/>
            </a:xfrm>
            <a:custGeom>
              <a:avLst/>
              <a:gdLst>
                <a:gd name="T0" fmla="*/ 36 w 43"/>
                <a:gd name="T1" fmla="*/ 49 h 49"/>
                <a:gd name="T2" fmla="*/ 36 w 43"/>
                <a:gd name="T3" fmla="*/ 23 h 49"/>
                <a:gd name="T4" fmla="*/ 36 w 43"/>
                <a:gd name="T5" fmla="*/ 14 h 49"/>
                <a:gd name="T6" fmla="*/ 33 w 43"/>
                <a:gd name="T7" fmla="*/ 22 h 49"/>
                <a:gd name="T8" fmla="*/ 21 w 43"/>
                <a:gd name="T9" fmla="*/ 49 h 49"/>
                <a:gd name="T10" fmla="*/ 10 w 43"/>
                <a:gd name="T11" fmla="*/ 22 h 49"/>
                <a:gd name="T12" fmla="*/ 6 w 43"/>
                <a:gd name="T13" fmla="*/ 14 h 49"/>
                <a:gd name="T14" fmla="*/ 7 w 43"/>
                <a:gd name="T15" fmla="*/ 23 h 49"/>
                <a:gd name="T16" fmla="*/ 7 w 43"/>
                <a:gd name="T17" fmla="*/ 49 h 49"/>
                <a:gd name="T18" fmla="*/ 0 w 43"/>
                <a:gd name="T19" fmla="*/ 49 h 49"/>
                <a:gd name="T20" fmla="*/ 0 w 43"/>
                <a:gd name="T21" fmla="*/ 0 h 49"/>
                <a:gd name="T22" fmla="*/ 7 w 43"/>
                <a:gd name="T23" fmla="*/ 0 h 49"/>
                <a:gd name="T24" fmla="*/ 18 w 43"/>
                <a:gd name="T25" fmla="*/ 26 h 49"/>
                <a:gd name="T26" fmla="*/ 22 w 43"/>
                <a:gd name="T27" fmla="*/ 34 h 49"/>
                <a:gd name="T28" fmla="*/ 25 w 43"/>
                <a:gd name="T29" fmla="*/ 26 h 49"/>
                <a:gd name="T30" fmla="*/ 35 w 43"/>
                <a:gd name="T31" fmla="*/ 0 h 49"/>
                <a:gd name="T32" fmla="*/ 43 w 43"/>
                <a:gd name="T33" fmla="*/ 0 h 49"/>
                <a:gd name="T34" fmla="*/ 43 w 43"/>
                <a:gd name="T35" fmla="*/ 49 h 49"/>
                <a:gd name="T36" fmla="*/ 36 w 43"/>
                <a:gd name="T3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" h="49">
                  <a:moveTo>
                    <a:pt x="36" y="49"/>
                  </a:moveTo>
                  <a:cubicBezTo>
                    <a:pt x="36" y="23"/>
                    <a:pt x="36" y="23"/>
                    <a:pt x="36" y="23"/>
                  </a:cubicBezTo>
                  <a:cubicBezTo>
                    <a:pt x="36" y="20"/>
                    <a:pt x="36" y="16"/>
                    <a:pt x="36" y="14"/>
                  </a:cubicBezTo>
                  <a:cubicBezTo>
                    <a:pt x="36" y="16"/>
                    <a:pt x="34" y="19"/>
                    <a:pt x="33" y="22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8" y="19"/>
                    <a:pt x="7" y="16"/>
                    <a:pt x="6" y="14"/>
                  </a:cubicBezTo>
                  <a:cubicBezTo>
                    <a:pt x="7" y="16"/>
                    <a:pt x="7" y="20"/>
                    <a:pt x="7" y="23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9"/>
                    <a:pt x="21" y="32"/>
                    <a:pt x="22" y="34"/>
                  </a:cubicBezTo>
                  <a:cubicBezTo>
                    <a:pt x="22" y="32"/>
                    <a:pt x="24" y="29"/>
                    <a:pt x="25" y="26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49"/>
                    <a:pt x="43" y="49"/>
                    <a:pt x="43" y="49"/>
                  </a:cubicBezTo>
                  <a:lnTo>
                    <a:pt x="36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D104A3A-038A-44AB-B23F-9930A6DFF3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653" y="4409071"/>
            <a:ext cx="5638800" cy="5909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30E5B9-8823-4202-9DC0-E361539A88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587" y="6034057"/>
            <a:ext cx="5638800" cy="392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6762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Right Side Tex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3048" y="585216"/>
            <a:ext cx="7964424" cy="8595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3813048" y="2066544"/>
            <a:ext cx="7964424" cy="3941064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813048" y="1444752"/>
            <a:ext cx="7955280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83B89E-DE4D-4C78-BB05-132D0EDD4E56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accent3"/>
                </a:solidFill>
                <a:latin typeface="+mj-lt"/>
              </a:rPr>
              <a:t>‹#›</a:t>
            </a:fld>
            <a:endParaRPr lang="en-US" sz="160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DA313B-97A4-49CA-B987-D2A9C641884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33286" y="6463062"/>
            <a:ext cx="1381500" cy="272839"/>
            <a:chOff x="13039725" y="3148013"/>
            <a:chExt cx="4814888" cy="950913"/>
          </a:xfrm>
          <a:solidFill>
            <a:srgbClr val="999999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AA5E231-F100-4974-BC26-3FD1E21817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39725" y="3162300"/>
              <a:ext cx="744538" cy="920750"/>
            </a:xfrm>
            <a:custGeom>
              <a:avLst/>
              <a:gdLst>
                <a:gd name="T0" fmla="*/ 505 w 647"/>
                <a:gd name="T1" fmla="*/ 798 h 798"/>
                <a:gd name="T2" fmla="*/ 212 w 647"/>
                <a:gd name="T3" fmla="*/ 363 h 798"/>
                <a:gd name="T4" fmla="*/ 180 w 647"/>
                <a:gd name="T5" fmla="*/ 314 h 798"/>
                <a:gd name="T6" fmla="*/ 156 w 647"/>
                <a:gd name="T7" fmla="*/ 273 h 798"/>
                <a:gd name="T8" fmla="*/ 156 w 647"/>
                <a:gd name="T9" fmla="*/ 306 h 798"/>
                <a:gd name="T10" fmla="*/ 157 w 647"/>
                <a:gd name="T11" fmla="*/ 355 h 798"/>
                <a:gd name="T12" fmla="*/ 158 w 647"/>
                <a:gd name="T13" fmla="*/ 405 h 798"/>
                <a:gd name="T14" fmla="*/ 158 w 647"/>
                <a:gd name="T15" fmla="*/ 447 h 798"/>
                <a:gd name="T16" fmla="*/ 158 w 647"/>
                <a:gd name="T17" fmla="*/ 798 h 798"/>
                <a:gd name="T18" fmla="*/ 0 w 647"/>
                <a:gd name="T19" fmla="*/ 798 h 798"/>
                <a:gd name="T20" fmla="*/ 0 w 647"/>
                <a:gd name="T21" fmla="*/ 0 h 798"/>
                <a:gd name="T22" fmla="*/ 154 w 647"/>
                <a:gd name="T23" fmla="*/ 0 h 798"/>
                <a:gd name="T24" fmla="*/ 435 w 647"/>
                <a:gd name="T25" fmla="*/ 422 h 798"/>
                <a:gd name="T26" fmla="*/ 467 w 647"/>
                <a:gd name="T27" fmla="*/ 471 h 798"/>
                <a:gd name="T28" fmla="*/ 491 w 647"/>
                <a:gd name="T29" fmla="*/ 512 h 798"/>
                <a:gd name="T30" fmla="*/ 491 w 647"/>
                <a:gd name="T31" fmla="*/ 479 h 798"/>
                <a:gd name="T32" fmla="*/ 490 w 647"/>
                <a:gd name="T33" fmla="*/ 431 h 798"/>
                <a:gd name="T34" fmla="*/ 489 w 647"/>
                <a:gd name="T35" fmla="*/ 380 h 798"/>
                <a:gd name="T36" fmla="*/ 489 w 647"/>
                <a:gd name="T37" fmla="*/ 338 h 798"/>
                <a:gd name="T38" fmla="*/ 489 w 647"/>
                <a:gd name="T39" fmla="*/ 0 h 798"/>
                <a:gd name="T40" fmla="*/ 647 w 647"/>
                <a:gd name="T41" fmla="*/ 0 h 798"/>
                <a:gd name="T42" fmla="*/ 647 w 647"/>
                <a:gd name="T43" fmla="*/ 798 h 798"/>
                <a:gd name="T44" fmla="*/ 505 w 647"/>
                <a:gd name="T45" fmla="*/ 798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7" h="798">
                  <a:moveTo>
                    <a:pt x="505" y="798"/>
                  </a:moveTo>
                  <a:cubicBezTo>
                    <a:pt x="212" y="363"/>
                    <a:pt x="212" y="363"/>
                    <a:pt x="212" y="363"/>
                  </a:cubicBezTo>
                  <a:cubicBezTo>
                    <a:pt x="202" y="348"/>
                    <a:pt x="191" y="331"/>
                    <a:pt x="180" y="314"/>
                  </a:cubicBezTo>
                  <a:cubicBezTo>
                    <a:pt x="169" y="297"/>
                    <a:pt x="161" y="283"/>
                    <a:pt x="156" y="273"/>
                  </a:cubicBezTo>
                  <a:cubicBezTo>
                    <a:pt x="156" y="280"/>
                    <a:pt x="156" y="291"/>
                    <a:pt x="156" y="306"/>
                  </a:cubicBezTo>
                  <a:cubicBezTo>
                    <a:pt x="157" y="321"/>
                    <a:pt x="157" y="337"/>
                    <a:pt x="157" y="355"/>
                  </a:cubicBezTo>
                  <a:cubicBezTo>
                    <a:pt x="157" y="372"/>
                    <a:pt x="157" y="388"/>
                    <a:pt x="158" y="405"/>
                  </a:cubicBezTo>
                  <a:cubicBezTo>
                    <a:pt x="158" y="422"/>
                    <a:pt x="158" y="436"/>
                    <a:pt x="158" y="447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435" y="422"/>
                    <a:pt x="435" y="422"/>
                    <a:pt x="435" y="422"/>
                  </a:cubicBezTo>
                  <a:cubicBezTo>
                    <a:pt x="445" y="437"/>
                    <a:pt x="456" y="453"/>
                    <a:pt x="467" y="471"/>
                  </a:cubicBezTo>
                  <a:cubicBezTo>
                    <a:pt x="478" y="488"/>
                    <a:pt x="486" y="502"/>
                    <a:pt x="491" y="512"/>
                  </a:cubicBezTo>
                  <a:cubicBezTo>
                    <a:pt x="491" y="505"/>
                    <a:pt x="491" y="493"/>
                    <a:pt x="491" y="479"/>
                  </a:cubicBezTo>
                  <a:cubicBezTo>
                    <a:pt x="490" y="464"/>
                    <a:pt x="490" y="448"/>
                    <a:pt x="490" y="431"/>
                  </a:cubicBezTo>
                  <a:cubicBezTo>
                    <a:pt x="490" y="414"/>
                    <a:pt x="490" y="397"/>
                    <a:pt x="489" y="380"/>
                  </a:cubicBezTo>
                  <a:cubicBezTo>
                    <a:pt x="489" y="363"/>
                    <a:pt x="489" y="349"/>
                    <a:pt x="489" y="338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647" y="0"/>
                    <a:pt x="647" y="0"/>
                    <a:pt x="647" y="0"/>
                  </a:cubicBezTo>
                  <a:cubicBezTo>
                    <a:pt x="647" y="798"/>
                    <a:pt x="647" y="798"/>
                    <a:pt x="647" y="798"/>
                  </a:cubicBezTo>
                  <a:lnTo>
                    <a:pt x="505" y="79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A0CC029-0E18-4C36-8007-F17BFAA094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989175" y="3162300"/>
              <a:ext cx="744538" cy="920750"/>
            </a:xfrm>
            <a:custGeom>
              <a:avLst/>
              <a:gdLst>
                <a:gd name="T0" fmla="*/ 608 w 647"/>
                <a:gd name="T1" fmla="*/ 401 h 798"/>
                <a:gd name="T2" fmla="*/ 647 w 647"/>
                <a:gd name="T3" fmla="*/ 253 h 798"/>
                <a:gd name="T4" fmla="*/ 625 w 647"/>
                <a:gd name="T5" fmla="*/ 142 h 798"/>
                <a:gd name="T6" fmla="*/ 565 w 647"/>
                <a:gd name="T7" fmla="*/ 63 h 798"/>
                <a:gd name="T8" fmla="*/ 478 w 647"/>
                <a:gd name="T9" fmla="*/ 15 h 798"/>
                <a:gd name="T10" fmla="*/ 372 w 647"/>
                <a:gd name="T11" fmla="*/ 0 h 798"/>
                <a:gd name="T12" fmla="*/ 0 w 647"/>
                <a:gd name="T13" fmla="*/ 0 h 798"/>
                <a:gd name="T14" fmla="*/ 0 w 647"/>
                <a:gd name="T15" fmla="*/ 798 h 798"/>
                <a:gd name="T16" fmla="*/ 158 w 647"/>
                <a:gd name="T17" fmla="*/ 798 h 798"/>
                <a:gd name="T18" fmla="*/ 158 w 647"/>
                <a:gd name="T19" fmla="*/ 511 h 798"/>
                <a:gd name="T20" fmla="*/ 320 w 647"/>
                <a:gd name="T21" fmla="*/ 511 h 798"/>
                <a:gd name="T22" fmla="*/ 462 w 647"/>
                <a:gd name="T23" fmla="*/ 798 h 798"/>
                <a:gd name="T24" fmla="*/ 647 w 647"/>
                <a:gd name="T25" fmla="*/ 798 h 798"/>
                <a:gd name="T26" fmla="*/ 494 w 647"/>
                <a:gd name="T27" fmla="*/ 488 h 798"/>
                <a:gd name="T28" fmla="*/ 608 w 647"/>
                <a:gd name="T29" fmla="*/ 401 h 798"/>
                <a:gd name="T30" fmla="*/ 368 w 647"/>
                <a:gd name="T31" fmla="*/ 360 h 798"/>
                <a:gd name="T32" fmla="*/ 158 w 647"/>
                <a:gd name="T33" fmla="*/ 360 h 798"/>
                <a:gd name="T34" fmla="*/ 158 w 647"/>
                <a:gd name="T35" fmla="*/ 156 h 798"/>
                <a:gd name="T36" fmla="*/ 368 w 647"/>
                <a:gd name="T37" fmla="*/ 156 h 798"/>
                <a:gd name="T38" fmla="*/ 452 w 647"/>
                <a:gd name="T39" fmla="*/ 180 h 798"/>
                <a:gd name="T40" fmla="*/ 482 w 647"/>
                <a:gd name="T41" fmla="*/ 257 h 798"/>
                <a:gd name="T42" fmla="*/ 368 w 647"/>
                <a:gd name="T43" fmla="*/ 36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08" y="401"/>
                  </a:moveTo>
                  <a:cubicBezTo>
                    <a:pt x="634" y="363"/>
                    <a:pt x="647" y="313"/>
                    <a:pt x="647" y="253"/>
                  </a:cubicBezTo>
                  <a:cubicBezTo>
                    <a:pt x="647" y="211"/>
                    <a:pt x="639" y="174"/>
                    <a:pt x="625" y="142"/>
                  </a:cubicBezTo>
                  <a:cubicBezTo>
                    <a:pt x="610" y="111"/>
                    <a:pt x="591" y="84"/>
                    <a:pt x="565" y="63"/>
                  </a:cubicBezTo>
                  <a:cubicBezTo>
                    <a:pt x="540" y="42"/>
                    <a:pt x="511" y="26"/>
                    <a:pt x="478" y="15"/>
                  </a:cubicBezTo>
                  <a:cubicBezTo>
                    <a:pt x="444" y="5"/>
                    <a:pt x="409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158" y="511"/>
                    <a:pt x="158" y="511"/>
                    <a:pt x="158" y="511"/>
                  </a:cubicBezTo>
                  <a:cubicBezTo>
                    <a:pt x="320" y="511"/>
                    <a:pt x="320" y="511"/>
                    <a:pt x="320" y="511"/>
                  </a:cubicBezTo>
                  <a:cubicBezTo>
                    <a:pt x="462" y="798"/>
                    <a:pt x="462" y="798"/>
                    <a:pt x="462" y="798"/>
                  </a:cubicBezTo>
                  <a:cubicBezTo>
                    <a:pt x="647" y="798"/>
                    <a:pt x="647" y="798"/>
                    <a:pt x="647" y="798"/>
                  </a:cubicBezTo>
                  <a:cubicBezTo>
                    <a:pt x="494" y="488"/>
                    <a:pt x="494" y="488"/>
                    <a:pt x="494" y="488"/>
                  </a:cubicBezTo>
                  <a:cubicBezTo>
                    <a:pt x="545" y="468"/>
                    <a:pt x="583" y="439"/>
                    <a:pt x="608" y="401"/>
                  </a:cubicBezTo>
                  <a:close/>
                  <a:moveTo>
                    <a:pt x="368" y="360"/>
                  </a:moveTo>
                  <a:cubicBezTo>
                    <a:pt x="158" y="360"/>
                    <a:pt x="158" y="360"/>
                    <a:pt x="158" y="360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368" y="156"/>
                    <a:pt x="368" y="156"/>
                    <a:pt x="368" y="156"/>
                  </a:cubicBezTo>
                  <a:cubicBezTo>
                    <a:pt x="404" y="156"/>
                    <a:pt x="432" y="164"/>
                    <a:pt x="452" y="180"/>
                  </a:cubicBezTo>
                  <a:cubicBezTo>
                    <a:pt x="472" y="195"/>
                    <a:pt x="482" y="221"/>
                    <a:pt x="482" y="257"/>
                  </a:cubicBezTo>
                  <a:cubicBezTo>
                    <a:pt x="482" y="326"/>
                    <a:pt x="444" y="360"/>
                    <a:pt x="368" y="3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A0BC13B5-92FF-4136-B2CA-8733A5BAD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78175" y="3162300"/>
              <a:ext cx="744538" cy="920750"/>
            </a:xfrm>
            <a:custGeom>
              <a:avLst/>
              <a:gdLst>
                <a:gd name="T0" fmla="*/ 616 w 647"/>
                <a:gd name="T1" fmla="*/ 214 h 798"/>
                <a:gd name="T2" fmla="*/ 533 w 647"/>
                <a:gd name="T3" fmla="*/ 90 h 798"/>
                <a:gd name="T4" fmla="*/ 408 w 647"/>
                <a:gd name="T5" fmla="*/ 21 h 798"/>
                <a:gd name="T6" fmla="*/ 250 w 647"/>
                <a:gd name="T7" fmla="*/ 0 h 798"/>
                <a:gd name="T8" fmla="*/ 0 w 647"/>
                <a:gd name="T9" fmla="*/ 0 h 798"/>
                <a:gd name="T10" fmla="*/ 0 w 647"/>
                <a:gd name="T11" fmla="*/ 798 h 798"/>
                <a:gd name="T12" fmla="*/ 238 w 647"/>
                <a:gd name="T13" fmla="*/ 798 h 798"/>
                <a:gd name="T14" fmla="*/ 388 w 647"/>
                <a:gd name="T15" fmla="*/ 776 h 798"/>
                <a:gd name="T16" fmla="*/ 519 w 647"/>
                <a:gd name="T17" fmla="*/ 704 h 798"/>
                <a:gd name="T18" fmla="*/ 612 w 647"/>
                <a:gd name="T19" fmla="*/ 580 h 798"/>
                <a:gd name="T20" fmla="*/ 647 w 647"/>
                <a:gd name="T21" fmla="*/ 399 h 798"/>
                <a:gd name="T22" fmla="*/ 616 w 647"/>
                <a:gd name="T23" fmla="*/ 214 h 798"/>
                <a:gd name="T24" fmla="*/ 468 w 647"/>
                <a:gd name="T25" fmla="*/ 499 h 798"/>
                <a:gd name="T26" fmla="*/ 423 w 647"/>
                <a:gd name="T27" fmla="*/ 575 h 798"/>
                <a:gd name="T28" fmla="*/ 347 w 647"/>
                <a:gd name="T29" fmla="*/ 625 h 798"/>
                <a:gd name="T30" fmla="*/ 237 w 647"/>
                <a:gd name="T31" fmla="*/ 642 h 798"/>
                <a:gd name="T32" fmla="*/ 158 w 647"/>
                <a:gd name="T33" fmla="*/ 642 h 798"/>
                <a:gd name="T34" fmla="*/ 158 w 647"/>
                <a:gd name="T35" fmla="*/ 156 h 798"/>
                <a:gd name="T36" fmla="*/ 243 w 647"/>
                <a:gd name="T37" fmla="*/ 156 h 798"/>
                <a:gd name="T38" fmla="*/ 426 w 647"/>
                <a:gd name="T39" fmla="*/ 217 h 798"/>
                <a:gd name="T40" fmla="*/ 482 w 647"/>
                <a:gd name="T41" fmla="*/ 399 h 798"/>
                <a:gd name="T42" fmla="*/ 468 w 647"/>
                <a:gd name="T43" fmla="*/ 499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16" y="214"/>
                  </a:moveTo>
                  <a:cubicBezTo>
                    <a:pt x="596" y="163"/>
                    <a:pt x="568" y="122"/>
                    <a:pt x="533" y="90"/>
                  </a:cubicBezTo>
                  <a:cubicBezTo>
                    <a:pt x="498" y="58"/>
                    <a:pt x="456" y="35"/>
                    <a:pt x="408" y="21"/>
                  </a:cubicBezTo>
                  <a:cubicBezTo>
                    <a:pt x="359" y="7"/>
                    <a:pt x="307" y="0"/>
                    <a:pt x="25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238" y="798"/>
                    <a:pt x="238" y="798"/>
                    <a:pt x="238" y="798"/>
                  </a:cubicBezTo>
                  <a:cubicBezTo>
                    <a:pt x="289" y="798"/>
                    <a:pt x="339" y="791"/>
                    <a:pt x="388" y="776"/>
                  </a:cubicBezTo>
                  <a:cubicBezTo>
                    <a:pt x="437" y="760"/>
                    <a:pt x="481" y="737"/>
                    <a:pt x="519" y="704"/>
                  </a:cubicBezTo>
                  <a:cubicBezTo>
                    <a:pt x="558" y="672"/>
                    <a:pt x="589" y="631"/>
                    <a:pt x="612" y="580"/>
                  </a:cubicBezTo>
                  <a:cubicBezTo>
                    <a:pt x="635" y="529"/>
                    <a:pt x="647" y="469"/>
                    <a:pt x="647" y="399"/>
                  </a:cubicBezTo>
                  <a:cubicBezTo>
                    <a:pt x="647" y="326"/>
                    <a:pt x="637" y="264"/>
                    <a:pt x="616" y="214"/>
                  </a:cubicBezTo>
                  <a:close/>
                  <a:moveTo>
                    <a:pt x="468" y="499"/>
                  </a:moveTo>
                  <a:cubicBezTo>
                    <a:pt x="458" y="529"/>
                    <a:pt x="443" y="554"/>
                    <a:pt x="423" y="575"/>
                  </a:cubicBezTo>
                  <a:cubicBezTo>
                    <a:pt x="403" y="596"/>
                    <a:pt x="378" y="613"/>
                    <a:pt x="347" y="625"/>
                  </a:cubicBezTo>
                  <a:cubicBezTo>
                    <a:pt x="316" y="636"/>
                    <a:pt x="279" y="642"/>
                    <a:pt x="237" y="642"/>
                  </a:cubicBezTo>
                  <a:cubicBezTo>
                    <a:pt x="158" y="642"/>
                    <a:pt x="158" y="642"/>
                    <a:pt x="158" y="642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243" y="156"/>
                    <a:pt x="243" y="156"/>
                    <a:pt x="243" y="156"/>
                  </a:cubicBezTo>
                  <a:cubicBezTo>
                    <a:pt x="328" y="156"/>
                    <a:pt x="389" y="177"/>
                    <a:pt x="426" y="217"/>
                  </a:cubicBezTo>
                  <a:cubicBezTo>
                    <a:pt x="464" y="258"/>
                    <a:pt x="482" y="318"/>
                    <a:pt x="482" y="399"/>
                  </a:cubicBezTo>
                  <a:cubicBezTo>
                    <a:pt x="482" y="436"/>
                    <a:pt x="477" y="469"/>
                    <a:pt x="468" y="49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C53F3E18-1CCB-4422-8F42-DB86ACDFC7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746538" y="3162300"/>
              <a:ext cx="182563" cy="9223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72A1AEC-B8A5-498F-A37A-C3F1B8DA3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57688" y="3148013"/>
              <a:ext cx="746125" cy="950913"/>
            </a:xfrm>
            <a:custGeom>
              <a:avLst/>
              <a:gdLst>
                <a:gd name="T0" fmla="*/ 499 w 647"/>
                <a:gd name="T1" fmla="*/ 245 h 823"/>
                <a:gd name="T2" fmla="*/ 442 w 647"/>
                <a:gd name="T3" fmla="*/ 181 h 823"/>
                <a:gd name="T4" fmla="*/ 353 w 647"/>
                <a:gd name="T5" fmla="*/ 158 h 823"/>
                <a:gd name="T6" fmla="*/ 273 w 647"/>
                <a:gd name="T7" fmla="*/ 177 h 823"/>
                <a:gd name="T8" fmla="*/ 213 w 647"/>
                <a:gd name="T9" fmla="*/ 229 h 823"/>
                <a:gd name="T10" fmla="*/ 177 w 647"/>
                <a:gd name="T11" fmla="*/ 309 h 823"/>
                <a:gd name="T12" fmla="*/ 164 w 647"/>
                <a:gd name="T13" fmla="*/ 411 h 823"/>
                <a:gd name="T14" fmla="*/ 177 w 647"/>
                <a:gd name="T15" fmla="*/ 511 h 823"/>
                <a:gd name="T16" fmla="*/ 214 w 647"/>
                <a:gd name="T17" fmla="*/ 592 h 823"/>
                <a:gd name="T18" fmla="*/ 274 w 647"/>
                <a:gd name="T19" fmla="*/ 645 h 823"/>
                <a:gd name="T20" fmla="*/ 354 w 647"/>
                <a:gd name="T21" fmla="*/ 664 h 823"/>
                <a:gd name="T22" fmla="*/ 443 w 647"/>
                <a:gd name="T23" fmla="*/ 641 h 823"/>
                <a:gd name="T24" fmla="*/ 510 w 647"/>
                <a:gd name="T25" fmla="*/ 563 h 823"/>
                <a:gd name="T26" fmla="*/ 645 w 647"/>
                <a:gd name="T27" fmla="*/ 643 h 823"/>
                <a:gd name="T28" fmla="*/ 531 w 647"/>
                <a:gd name="T29" fmla="*/ 776 h 823"/>
                <a:gd name="T30" fmla="*/ 349 w 647"/>
                <a:gd name="T31" fmla="*/ 823 h 823"/>
                <a:gd name="T32" fmla="*/ 207 w 647"/>
                <a:gd name="T33" fmla="*/ 794 h 823"/>
                <a:gd name="T34" fmla="*/ 96 w 647"/>
                <a:gd name="T35" fmla="*/ 711 h 823"/>
                <a:gd name="T36" fmla="*/ 25 w 647"/>
                <a:gd name="T37" fmla="*/ 582 h 823"/>
                <a:gd name="T38" fmla="*/ 0 w 647"/>
                <a:gd name="T39" fmla="*/ 411 h 823"/>
                <a:gd name="T40" fmla="*/ 26 w 647"/>
                <a:gd name="T41" fmla="*/ 244 h 823"/>
                <a:gd name="T42" fmla="*/ 99 w 647"/>
                <a:gd name="T43" fmla="*/ 114 h 823"/>
                <a:gd name="T44" fmla="*/ 211 w 647"/>
                <a:gd name="T45" fmla="*/ 30 h 823"/>
                <a:gd name="T46" fmla="*/ 355 w 647"/>
                <a:gd name="T47" fmla="*/ 0 h 823"/>
                <a:gd name="T48" fmla="*/ 456 w 647"/>
                <a:gd name="T49" fmla="*/ 13 h 823"/>
                <a:gd name="T50" fmla="*/ 538 w 647"/>
                <a:gd name="T51" fmla="*/ 49 h 823"/>
                <a:gd name="T52" fmla="*/ 601 w 647"/>
                <a:gd name="T53" fmla="*/ 105 h 823"/>
                <a:gd name="T54" fmla="*/ 647 w 647"/>
                <a:gd name="T55" fmla="*/ 176 h 823"/>
                <a:gd name="T56" fmla="*/ 499 w 647"/>
                <a:gd name="T57" fmla="*/ 245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7" h="823">
                  <a:moveTo>
                    <a:pt x="499" y="245"/>
                  </a:moveTo>
                  <a:cubicBezTo>
                    <a:pt x="484" y="217"/>
                    <a:pt x="465" y="196"/>
                    <a:pt x="442" y="181"/>
                  </a:cubicBezTo>
                  <a:cubicBezTo>
                    <a:pt x="419" y="166"/>
                    <a:pt x="389" y="158"/>
                    <a:pt x="353" y="158"/>
                  </a:cubicBezTo>
                  <a:cubicBezTo>
                    <a:pt x="323" y="158"/>
                    <a:pt x="296" y="164"/>
                    <a:pt x="273" y="177"/>
                  </a:cubicBezTo>
                  <a:cubicBezTo>
                    <a:pt x="249" y="189"/>
                    <a:pt x="229" y="207"/>
                    <a:pt x="213" y="229"/>
                  </a:cubicBezTo>
                  <a:cubicBezTo>
                    <a:pt x="197" y="252"/>
                    <a:pt x="185" y="278"/>
                    <a:pt x="177" y="309"/>
                  </a:cubicBezTo>
                  <a:cubicBezTo>
                    <a:pt x="168" y="340"/>
                    <a:pt x="164" y="374"/>
                    <a:pt x="164" y="411"/>
                  </a:cubicBezTo>
                  <a:cubicBezTo>
                    <a:pt x="164" y="447"/>
                    <a:pt x="168" y="480"/>
                    <a:pt x="177" y="511"/>
                  </a:cubicBezTo>
                  <a:cubicBezTo>
                    <a:pt x="185" y="542"/>
                    <a:pt x="198" y="569"/>
                    <a:pt x="214" y="592"/>
                  </a:cubicBezTo>
                  <a:cubicBezTo>
                    <a:pt x="230" y="614"/>
                    <a:pt x="250" y="632"/>
                    <a:pt x="274" y="645"/>
                  </a:cubicBezTo>
                  <a:cubicBezTo>
                    <a:pt x="297" y="658"/>
                    <a:pt x="324" y="664"/>
                    <a:pt x="354" y="664"/>
                  </a:cubicBezTo>
                  <a:cubicBezTo>
                    <a:pt x="390" y="664"/>
                    <a:pt x="420" y="656"/>
                    <a:pt x="443" y="641"/>
                  </a:cubicBezTo>
                  <a:cubicBezTo>
                    <a:pt x="466" y="625"/>
                    <a:pt x="489" y="599"/>
                    <a:pt x="510" y="563"/>
                  </a:cubicBezTo>
                  <a:cubicBezTo>
                    <a:pt x="645" y="643"/>
                    <a:pt x="645" y="643"/>
                    <a:pt x="645" y="643"/>
                  </a:cubicBezTo>
                  <a:cubicBezTo>
                    <a:pt x="617" y="700"/>
                    <a:pt x="579" y="744"/>
                    <a:pt x="531" y="776"/>
                  </a:cubicBezTo>
                  <a:cubicBezTo>
                    <a:pt x="483" y="807"/>
                    <a:pt x="422" y="823"/>
                    <a:pt x="349" y="823"/>
                  </a:cubicBezTo>
                  <a:cubicBezTo>
                    <a:pt x="297" y="823"/>
                    <a:pt x="249" y="813"/>
                    <a:pt x="207" y="794"/>
                  </a:cubicBezTo>
                  <a:cubicBezTo>
                    <a:pt x="164" y="775"/>
                    <a:pt x="127" y="747"/>
                    <a:pt x="96" y="711"/>
                  </a:cubicBezTo>
                  <a:cubicBezTo>
                    <a:pt x="66" y="676"/>
                    <a:pt x="42" y="632"/>
                    <a:pt x="25" y="582"/>
                  </a:cubicBezTo>
                  <a:cubicBezTo>
                    <a:pt x="8" y="531"/>
                    <a:pt x="0" y="474"/>
                    <a:pt x="0" y="411"/>
                  </a:cubicBezTo>
                  <a:cubicBezTo>
                    <a:pt x="0" y="350"/>
                    <a:pt x="9" y="295"/>
                    <a:pt x="26" y="244"/>
                  </a:cubicBezTo>
                  <a:cubicBezTo>
                    <a:pt x="44" y="194"/>
                    <a:pt x="68" y="150"/>
                    <a:pt x="99" y="114"/>
                  </a:cubicBezTo>
                  <a:cubicBezTo>
                    <a:pt x="131" y="78"/>
                    <a:pt x="168" y="50"/>
                    <a:pt x="211" y="30"/>
                  </a:cubicBezTo>
                  <a:cubicBezTo>
                    <a:pt x="254" y="10"/>
                    <a:pt x="302" y="0"/>
                    <a:pt x="355" y="0"/>
                  </a:cubicBezTo>
                  <a:cubicBezTo>
                    <a:pt x="392" y="0"/>
                    <a:pt x="426" y="4"/>
                    <a:pt x="456" y="13"/>
                  </a:cubicBezTo>
                  <a:cubicBezTo>
                    <a:pt x="487" y="21"/>
                    <a:pt x="514" y="34"/>
                    <a:pt x="538" y="49"/>
                  </a:cubicBezTo>
                  <a:cubicBezTo>
                    <a:pt x="562" y="65"/>
                    <a:pt x="583" y="83"/>
                    <a:pt x="601" y="105"/>
                  </a:cubicBezTo>
                  <a:cubicBezTo>
                    <a:pt x="619" y="127"/>
                    <a:pt x="634" y="150"/>
                    <a:pt x="647" y="176"/>
                  </a:cubicBezTo>
                  <a:lnTo>
                    <a:pt x="499" y="2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168ADDE-9D4E-4797-A083-5C7C6BF0A9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173413"/>
              <a:ext cx="334963" cy="336550"/>
            </a:xfrm>
            <a:custGeom>
              <a:avLst/>
              <a:gdLst>
                <a:gd name="T0" fmla="*/ 291 w 291"/>
                <a:gd name="T1" fmla="*/ 0 h 292"/>
                <a:gd name="T2" fmla="*/ 0 w 291"/>
                <a:gd name="T3" fmla="*/ 292 h 292"/>
                <a:gd name="T4" fmla="*/ 291 w 291"/>
                <a:gd name="T5" fmla="*/ 292 h 292"/>
                <a:gd name="T6" fmla="*/ 291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291" y="0"/>
                  </a:moveTo>
                  <a:cubicBezTo>
                    <a:pt x="148" y="37"/>
                    <a:pt x="37" y="149"/>
                    <a:pt x="0" y="292"/>
                  </a:cubicBezTo>
                  <a:cubicBezTo>
                    <a:pt x="291" y="292"/>
                    <a:pt x="291" y="292"/>
                    <a:pt x="291" y="292"/>
                  </a:cubicBezTo>
                  <a:lnTo>
                    <a:pt x="291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49544CAA-BB71-4C1E-A9E5-3BF5C07A6D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173413"/>
              <a:ext cx="334963" cy="336550"/>
            </a:xfrm>
            <a:custGeom>
              <a:avLst/>
              <a:gdLst>
                <a:gd name="T0" fmla="*/ 292 w 292"/>
                <a:gd name="T1" fmla="*/ 292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292"/>
                  </a:moveTo>
                  <a:cubicBezTo>
                    <a:pt x="255" y="149"/>
                    <a:pt x="143" y="37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lnTo>
                    <a:pt x="292" y="29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50F98A7E-03E2-43A9-A202-9D9C94394D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746500"/>
              <a:ext cx="334963" cy="336550"/>
            </a:xfrm>
            <a:custGeom>
              <a:avLst/>
              <a:gdLst>
                <a:gd name="T0" fmla="*/ 0 w 291"/>
                <a:gd name="T1" fmla="*/ 0 h 292"/>
                <a:gd name="T2" fmla="*/ 291 w 291"/>
                <a:gd name="T3" fmla="*/ 292 h 292"/>
                <a:gd name="T4" fmla="*/ 291 w 291"/>
                <a:gd name="T5" fmla="*/ 0 h 292"/>
                <a:gd name="T6" fmla="*/ 0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0" y="0"/>
                  </a:moveTo>
                  <a:cubicBezTo>
                    <a:pt x="37" y="143"/>
                    <a:pt x="149" y="255"/>
                    <a:pt x="291" y="292"/>
                  </a:cubicBezTo>
                  <a:cubicBezTo>
                    <a:pt x="291" y="0"/>
                    <a:pt x="291" y="0"/>
                    <a:pt x="29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EDD2B209-83BF-45B8-83B4-40F8B21252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746500"/>
              <a:ext cx="334963" cy="336550"/>
            </a:xfrm>
            <a:custGeom>
              <a:avLst/>
              <a:gdLst>
                <a:gd name="T0" fmla="*/ 292 w 292"/>
                <a:gd name="T1" fmla="*/ 0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cubicBezTo>
                    <a:pt x="143" y="255"/>
                    <a:pt x="255" y="143"/>
                    <a:pt x="292" y="0"/>
                  </a:cubicBezTo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0DC7782C-81CA-439B-87F2-ADC2CFC1BA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  <a:gd name="T16" fmla="*/ 0 w 26"/>
                <a:gd name="T17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9AEE2FF1-234F-4A61-A1A8-D20F363E21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18C168A8-BF79-4736-9F8C-60ED677956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803813" y="3179763"/>
              <a:ext cx="50800" cy="57150"/>
            </a:xfrm>
            <a:custGeom>
              <a:avLst/>
              <a:gdLst>
                <a:gd name="T0" fmla="*/ 36 w 43"/>
                <a:gd name="T1" fmla="*/ 49 h 49"/>
                <a:gd name="T2" fmla="*/ 36 w 43"/>
                <a:gd name="T3" fmla="*/ 23 h 49"/>
                <a:gd name="T4" fmla="*/ 36 w 43"/>
                <a:gd name="T5" fmla="*/ 14 h 49"/>
                <a:gd name="T6" fmla="*/ 33 w 43"/>
                <a:gd name="T7" fmla="*/ 22 h 49"/>
                <a:gd name="T8" fmla="*/ 21 w 43"/>
                <a:gd name="T9" fmla="*/ 49 h 49"/>
                <a:gd name="T10" fmla="*/ 10 w 43"/>
                <a:gd name="T11" fmla="*/ 22 h 49"/>
                <a:gd name="T12" fmla="*/ 6 w 43"/>
                <a:gd name="T13" fmla="*/ 14 h 49"/>
                <a:gd name="T14" fmla="*/ 7 w 43"/>
                <a:gd name="T15" fmla="*/ 23 h 49"/>
                <a:gd name="T16" fmla="*/ 7 w 43"/>
                <a:gd name="T17" fmla="*/ 49 h 49"/>
                <a:gd name="T18" fmla="*/ 0 w 43"/>
                <a:gd name="T19" fmla="*/ 49 h 49"/>
                <a:gd name="T20" fmla="*/ 0 w 43"/>
                <a:gd name="T21" fmla="*/ 0 h 49"/>
                <a:gd name="T22" fmla="*/ 7 w 43"/>
                <a:gd name="T23" fmla="*/ 0 h 49"/>
                <a:gd name="T24" fmla="*/ 18 w 43"/>
                <a:gd name="T25" fmla="*/ 26 h 49"/>
                <a:gd name="T26" fmla="*/ 22 w 43"/>
                <a:gd name="T27" fmla="*/ 34 h 49"/>
                <a:gd name="T28" fmla="*/ 25 w 43"/>
                <a:gd name="T29" fmla="*/ 26 h 49"/>
                <a:gd name="T30" fmla="*/ 35 w 43"/>
                <a:gd name="T31" fmla="*/ 0 h 49"/>
                <a:gd name="T32" fmla="*/ 43 w 43"/>
                <a:gd name="T33" fmla="*/ 0 h 49"/>
                <a:gd name="T34" fmla="*/ 43 w 43"/>
                <a:gd name="T35" fmla="*/ 49 h 49"/>
                <a:gd name="T36" fmla="*/ 36 w 43"/>
                <a:gd name="T3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" h="49">
                  <a:moveTo>
                    <a:pt x="36" y="49"/>
                  </a:moveTo>
                  <a:cubicBezTo>
                    <a:pt x="36" y="23"/>
                    <a:pt x="36" y="23"/>
                    <a:pt x="36" y="23"/>
                  </a:cubicBezTo>
                  <a:cubicBezTo>
                    <a:pt x="36" y="20"/>
                    <a:pt x="36" y="16"/>
                    <a:pt x="36" y="14"/>
                  </a:cubicBezTo>
                  <a:cubicBezTo>
                    <a:pt x="36" y="16"/>
                    <a:pt x="34" y="19"/>
                    <a:pt x="33" y="22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8" y="19"/>
                    <a:pt x="7" y="16"/>
                    <a:pt x="6" y="14"/>
                  </a:cubicBezTo>
                  <a:cubicBezTo>
                    <a:pt x="7" y="16"/>
                    <a:pt x="7" y="20"/>
                    <a:pt x="7" y="23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9"/>
                    <a:pt x="21" y="32"/>
                    <a:pt x="22" y="34"/>
                  </a:cubicBezTo>
                  <a:cubicBezTo>
                    <a:pt x="22" y="32"/>
                    <a:pt x="24" y="29"/>
                    <a:pt x="25" y="26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49"/>
                    <a:pt x="43" y="49"/>
                    <a:pt x="43" y="49"/>
                  </a:cubicBezTo>
                  <a:lnTo>
                    <a:pt x="36" y="4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pic>
        <p:nvPicPr>
          <p:cNvPr id="180" name="Picture 179">
            <a:extLst>
              <a:ext uri="{FF2B5EF4-FFF2-40B4-BE49-F238E27FC236}">
                <a16:creationId xmlns:a16="http://schemas.microsoft.com/office/drawing/2014/main" id="{ADD371E9-BD8C-4BF2-9EFC-EB37F38853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3443249" cy="6858001"/>
          </a:xfrm>
          <a:prstGeom prst="rect">
            <a:avLst/>
          </a:prstGeom>
        </p:spPr>
      </p:pic>
      <p:grpSp>
        <p:nvGrpSpPr>
          <p:cNvPr id="181" name="Group 180">
            <a:extLst>
              <a:ext uri="{FF2B5EF4-FFF2-40B4-BE49-F238E27FC236}">
                <a16:creationId xmlns:a16="http://schemas.microsoft.com/office/drawing/2014/main" id="{FECA8EF3-AB4D-473A-AE3B-17C49A37C0C8}"/>
              </a:ext>
            </a:extLst>
          </p:cNvPr>
          <p:cNvGrpSpPr/>
          <p:nvPr userDrawn="1"/>
        </p:nvGrpSpPr>
        <p:grpSpPr>
          <a:xfrm>
            <a:off x="1158621" y="4444984"/>
            <a:ext cx="2284627" cy="2415027"/>
            <a:chOff x="1158620" y="4444983"/>
            <a:chExt cx="2284627" cy="2415027"/>
          </a:xfrm>
        </p:grpSpPr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DB9DC8AE-490A-4070-9DB2-8AF6282A1A33}"/>
                </a:ext>
              </a:extLst>
            </p:cNvPr>
            <p:cNvSpPr/>
            <p:nvPr userDrawn="1"/>
          </p:nvSpPr>
          <p:spPr>
            <a:xfrm flipV="1">
              <a:off x="2410155" y="6023609"/>
              <a:ext cx="1033092" cy="834415"/>
            </a:xfrm>
            <a:custGeom>
              <a:avLst/>
              <a:gdLst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0 h 853440"/>
                <a:gd name="connsiteX1" fmla="*/ 1064895 w 1064895"/>
                <a:gd name="connsiteY1" fmla="*/ 853440 h 853440"/>
                <a:gd name="connsiteX2" fmla="*/ 1062990 w 1064895"/>
                <a:gd name="connsiteY2" fmla="*/ 790575 h 853440"/>
                <a:gd name="connsiteX3" fmla="*/ 72390 w 1064895"/>
                <a:gd name="connsiteY3" fmla="*/ 5715 h 853440"/>
                <a:gd name="connsiteX4" fmla="*/ 0 w 1064895"/>
                <a:gd name="connsiteY4" fmla="*/ 0 h 85344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88670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88670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88670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554355 w 1068705"/>
                <a:gd name="connsiteY1" fmla="*/ 36956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661035 w 1068705"/>
                <a:gd name="connsiteY1" fmla="*/ 37337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81025 w 1068705"/>
                <a:gd name="connsiteY1" fmla="*/ 38671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580695 w 1068705"/>
                <a:gd name="connsiteY4" fmla="*/ 348614 h 857250"/>
                <a:gd name="connsiteX5" fmla="*/ 72390 w 1068705"/>
                <a:gd name="connsiteY5" fmla="*/ 0 h 857250"/>
                <a:gd name="connsiteX6" fmla="*/ 0 w 1068705"/>
                <a:gd name="connsiteY6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592156 w 1068705"/>
                <a:gd name="connsiteY4" fmla="*/ 348614 h 857250"/>
                <a:gd name="connsiteX5" fmla="*/ 72390 w 1068705"/>
                <a:gd name="connsiteY5" fmla="*/ 0 h 857250"/>
                <a:gd name="connsiteX6" fmla="*/ 0 w 1068705"/>
                <a:gd name="connsiteY6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592156 w 1068705"/>
                <a:gd name="connsiteY4" fmla="*/ 348614 h 857250"/>
                <a:gd name="connsiteX5" fmla="*/ 72390 w 1068705"/>
                <a:gd name="connsiteY5" fmla="*/ 0 h 857250"/>
                <a:gd name="connsiteX6" fmla="*/ 0 w 1068705"/>
                <a:gd name="connsiteY6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592156 w 1068705"/>
                <a:gd name="connsiteY4" fmla="*/ 348614 h 857250"/>
                <a:gd name="connsiteX5" fmla="*/ 72390 w 1068705"/>
                <a:gd name="connsiteY5" fmla="*/ 0 h 857250"/>
                <a:gd name="connsiteX6" fmla="*/ 0 w 1068705"/>
                <a:gd name="connsiteY6" fmla="*/ 1905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8705" h="857250">
                  <a:moveTo>
                    <a:pt x="0" y="1905"/>
                  </a:moveTo>
                  <a:cubicBezTo>
                    <a:pt x="110807" y="61595"/>
                    <a:pt x="389542" y="240347"/>
                    <a:pt x="567659" y="382904"/>
                  </a:cubicBezTo>
                  <a:cubicBezTo>
                    <a:pt x="745776" y="525461"/>
                    <a:pt x="968058" y="728345"/>
                    <a:pt x="1068705" y="857250"/>
                  </a:cubicBezTo>
                  <a:lnTo>
                    <a:pt x="1066800" y="788670"/>
                  </a:lnTo>
                  <a:cubicBezTo>
                    <a:pt x="991196" y="692467"/>
                    <a:pt x="757891" y="480059"/>
                    <a:pt x="592156" y="348614"/>
                  </a:cubicBezTo>
                  <a:cubicBezTo>
                    <a:pt x="426421" y="217169"/>
                    <a:pt x="174902" y="52070"/>
                    <a:pt x="72390" y="0"/>
                  </a:cubicBezTo>
                  <a:lnTo>
                    <a:pt x="0" y="1905"/>
                  </a:ln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52E71454-3C71-400B-BF7C-89AC6C5DED00}"/>
                </a:ext>
              </a:extLst>
            </p:cNvPr>
            <p:cNvGrpSpPr/>
            <p:nvPr userDrawn="1"/>
          </p:nvGrpSpPr>
          <p:grpSpPr>
            <a:xfrm flipV="1">
              <a:off x="1158620" y="4444983"/>
              <a:ext cx="2280715" cy="2415027"/>
              <a:chOff x="1158620" y="19585"/>
              <a:chExt cx="2280715" cy="2415027"/>
            </a:xfrm>
          </p:grpSpPr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B27FD310-766E-4555-9A49-141D0C747F7A}"/>
                  </a:ext>
                </a:extLst>
              </p:cNvPr>
              <p:cNvSpPr/>
              <p:nvPr userDrawn="1"/>
            </p:nvSpPr>
            <p:spPr>
              <a:xfrm>
                <a:off x="2406478" y="22865"/>
                <a:ext cx="1032856" cy="835108"/>
              </a:xfrm>
              <a:custGeom>
                <a:avLst/>
                <a:gdLst>
                  <a:gd name="connsiteX0" fmla="*/ 0 w 1064895"/>
                  <a:gd name="connsiteY0" fmla="*/ 1905 h 855345"/>
                  <a:gd name="connsiteX1" fmla="*/ 1064895 w 1064895"/>
                  <a:gd name="connsiteY1" fmla="*/ 855345 h 855345"/>
                  <a:gd name="connsiteX2" fmla="*/ 1062990 w 1064895"/>
                  <a:gd name="connsiteY2" fmla="*/ 792480 h 855345"/>
                  <a:gd name="connsiteX3" fmla="*/ 72390 w 1064895"/>
                  <a:gd name="connsiteY3" fmla="*/ 0 h 855345"/>
                  <a:gd name="connsiteX4" fmla="*/ 0 w 1064895"/>
                  <a:gd name="connsiteY4" fmla="*/ 1905 h 855345"/>
                  <a:gd name="connsiteX0" fmla="*/ 0 w 1064895"/>
                  <a:gd name="connsiteY0" fmla="*/ 1905 h 855345"/>
                  <a:gd name="connsiteX1" fmla="*/ 1064895 w 1064895"/>
                  <a:gd name="connsiteY1" fmla="*/ 855345 h 855345"/>
                  <a:gd name="connsiteX2" fmla="*/ 1062990 w 1064895"/>
                  <a:gd name="connsiteY2" fmla="*/ 792480 h 855345"/>
                  <a:gd name="connsiteX3" fmla="*/ 72390 w 1064895"/>
                  <a:gd name="connsiteY3" fmla="*/ 0 h 855345"/>
                  <a:gd name="connsiteX4" fmla="*/ 0 w 1064895"/>
                  <a:gd name="connsiteY4" fmla="*/ 1905 h 855345"/>
                  <a:gd name="connsiteX0" fmla="*/ 0 w 1064895"/>
                  <a:gd name="connsiteY0" fmla="*/ 1905 h 855345"/>
                  <a:gd name="connsiteX1" fmla="*/ 1064895 w 1064895"/>
                  <a:gd name="connsiteY1" fmla="*/ 855345 h 855345"/>
                  <a:gd name="connsiteX2" fmla="*/ 1062990 w 1064895"/>
                  <a:gd name="connsiteY2" fmla="*/ 792480 h 855345"/>
                  <a:gd name="connsiteX3" fmla="*/ 72390 w 1064895"/>
                  <a:gd name="connsiteY3" fmla="*/ 0 h 855345"/>
                  <a:gd name="connsiteX4" fmla="*/ 0 w 1064895"/>
                  <a:gd name="connsiteY4" fmla="*/ 1905 h 855345"/>
                  <a:gd name="connsiteX0" fmla="*/ 0 w 1064895"/>
                  <a:gd name="connsiteY0" fmla="*/ 1905 h 855345"/>
                  <a:gd name="connsiteX1" fmla="*/ 1064895 w 1064895"/>
                  <a:gd name="connsiteY1" fmla="*/ 855345 h 855345"/>
                  <a:gd name="connsiteX2" fmla="*/ 1062990 w 1064895"/>
                  <a:gd name="connsiteY2" fmla="*/ 792480 h 855345"/>
                  <a:gd name="connsiteX3" fmla="*/ 72390 w 1064895"/>
                  <a:gd name="connsiteY3" fmla="*/ 0 h 855345"/>
                  <a:gd name="connsiteX4" fmla="*/ 0 w 1064895"/>
                  <a:gd name="connsiteY4" fmla="*/ 1905 h 855345"/>
                  <a:gd name="connsiteX0" fmla="*/ 0 w 1064895"/>
                  <a:gd name="connsiteY0" fmla="*/ 1905 h 855345"/>
                  <a:gd name="connsiteX1" fmla="*/ 1064895 w 1064895"/>
                  <a:gd name="connsiteY1" fmla="*/ 855345 h 855345"/>
                  <a:gd name="connsiteX2" fmla="*/ 1062990 w 1064895"/>
                  <a:gd name="connsiteY2" fmla="*/ 792480 h 855345"/>
                  <a:gd name="connsiteX3" fmla="*/ 72390 w 1064895"/>
                  <a:gd name="connsiteY3" fmla="*/ 0 h 855345"/>
                  <a:gd name="connsiteX4" fmla="*/ 0 w 1064895"/>
                  <a:gd name="connsiteY4" fmla="*/ 1905 h 855345"/>
                  <a:gd name="connsiteX0" fmla="*/ 0 w 1064895"/>
                  <a:gd name="connsiteY0" fmla="*/ 1905 h 855345"/>
                  <a:gd name="connsiteX1" fmla="*/ 1064895 w 1064895"/>
                  <a:gd name="connsiteY1" fmla="*/ 855345 h 855345"/>
                  <a:gd name="connsiteX2" fmla="*/ 1062990 w 1064895"/>
                  <a:gd name="connsiteY2" fmla="*/ 792480 h 855345"/>
                  <a:gd name="connsiteX3" fmla="*/ 72390 w 1064895"/>
                  <a:gd name="connsiteY3" fmla="*/ 0 h 855345"/>
                  <a:gd name="connsiteX4" fmla="*/ 0 w 1064895"/>
                  <a:gd name="connsiteY4" fmla="*/ 1905 h 855345"/>
                  <a:gd name="connsiteX0" fmla="*/ 0 w 1064895"/>
                  <a:gd name="connsiteY0" fmla="*/ 0 h 853440"/>
                  <a:gd name="connsiteX1" fmla="*/ 1064895 w 1064895"/>
                  <a:gd name="connsiteY1" fmla="*/ 853440 h 853440"/>
                  <a:gd name="connsiteX2" fmla="*/ 1062990 w 1064895"/>
                  <a:gd name="connsiteY2" fmla="*/ 790575 h 853440"/>
                  <a:gd name="connsiteX3" fmla="*/ 72390 w 1064895"/>
                  <a:gd name="connsiteY3" fmla="*/ 5715 h 853440"/>
                  <a:gd name="connsiteX4" fmla="*/ 0 w 1064895"/>
                  <a:gd name="connsiteY4" fmla="*/ 0 h 853440"/>
                  <a:gd name="connsiteX0" fmla="*/ 0 w 1064895"/>
                  <a:gd name="connsiteY0" fmla="*/ 3810 h 857250"/>
                  <a:gd name="connsiteX1" fmla="*/ 1064895 w 1064895"/>
                  <a:gd name="connsiteY1" fmla="*/ 857250 h 857250"/>
                  <a:gd name="connsiteX2" fmla="*/ 1062990 w 1064895"/>
                  <a:gd name="connsiteY2" fmla="*/ 794385 h 857250"/>
                  <a:gd name="connsiteX3" fmla="*/ 68580 w 1064895"/>
                  <a:gd name="connsiteY3" fmla="*/ 0 h 857250"/>
                  <a:gd name="connsiteX4" fmla="*/ 0 w 1064895"/>
                  <a:gd name="connsiteY4" fmla="*/ 3810 h 857250"/>
                  <a:gd name="connsiteX0" fmla="*/ 0 w 1064895"/>
                  <a:gd name="connsiteY0" fmla="*/ 3810 h 857250"/>
                  <a:gd name="connsiteX1" fmla="*/ 1064895 w 1064895"/>
                  <a:gd name="connsiteY1" fmla="*/ 857250 h 857250"/>
                  <a:gd name="connsiteX2" fmla="*/ 1062990 w 1064895"/>
                  <a:gd name="connsiteY2" fmla="*/ 794385 h 857250"/>
                  <a:gd name="connsiteX3" fmla="*/ 68580 w 1064895"/>
                  <a:gd name="connsiteY3" fmla="*/ 0 h 857250"/>
                  <a:gd name="connsiteX4" fmla="*/ 0 w 1064895"/>
                  <a:gd name="connsiteY4" fmla="*/ 3810 h 857250"/>
                  <a:gd name="connsiteX0" fmla="*/ 0 w 1064895"/>
                  <a:gd name="connsiteY0" fmla="*/ 3810 h 857250"/>
                  <a:gd name="connsiteX1" fmla="*/ 1064895 w 1064895"/>
                  <a:gd name="connsiteY1" fmla="*/ 857250 h 857250"/>
                  <a:gd name="connsiteX2" fmla="*/ 1062990 w 1064895"/>
                  <a:gd name="connsiteY2" fmla="*/ 794385 h 857250"/>
                  <a:gd name="connsiteX3" fmla="*/ 68580 w 1064895"/>
                  <a:gd name="connsiteY3" fmla="*/ 0 h 857250"/>
                  <a:gd name="connsiteX4" fmla="*/ 0 w 1064895"/>
                  <a:gd name="connsiteY4" fmla="*/ 3810 h 857250"/>
                  <a:gd name="connsiteX0" fmla="*/ 0 w 1064895"/>
                  <a:gd name="connsiteY0" fmla="*/ 3810 h 857250"/>
                  <a:gd name="connsiteX1" fmla="*/ 1064895 w 1064895"/>
                  <a:gd name="connsiteY1" fmla="*/ 857250 h 857250"/>
                  <a:gd name="connsiteX2" fmla="*/ 1062990 w 1064895"/>
                  <a:gd name="connsiteY2" fmla="*/ 794385 h 857250"/>
                  <a:gd name="connsiteX3" fmla="*/ 68580 w 1064895"/>
                  <a:gd name="connsiteY3" fmla="*/ 0 h 857250"/>
                  <a:gd name="connsiteX4" fmla="*/ 0 w 1064895"/>
                  <a:gd name="connsiteY4" fmla="*/ 3810 h 857250"/>
                  <a:gd name="connsiteX0" fmla="*/ 0 w 1064895"/>
                  <a:gd name="connsiteY0" fmla="*/ 3810 h 857250"/>
                  <a:gd name="connsiteX1" fmla="*/ 1064895 w 1064895"/>
                  <a:gd name="connsiteY1" fmla="*/ 857250 h 857250"/>
                  <a:gd name="connsiteX2" fmla="*/ 1062990 w 1064895"/>
                  <a:gd name="connsiteY2" fmla="*/ 794385 h 857250"/>
                  <a:gd name="connsiteX3" fmla="*/ 68580 w 1064895"/>
                  <a:gd name="connsiteY3" fmla="*/ 0 h 857250"/>
                  <a:gd name="connsiteX4" fmla="*/ 0 w 1064895"/>
                  <a:gd name="connsiteY4" fmla="*/ 3810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94385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94385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94385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94385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94385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94385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88670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88670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1068705 w 1068705"/>
                  <a:gd name="connsiteY1" fmla="*/ 857250 h 857250"/>
                  <a:gd name="connsiteX2" fmla="*/ 1066800 w 1068705"/>
                  <a:gd name="connsiteY2" fmla="*/ 788670 h 857250"/>
                  <a:gd name="connsiteX3" fmla="*/ 72390 w 1068705"/>
                  <a:gd name="connsiteY3" fmla="*/ 0 h 857250"/>
                  <a:gd name="connsiteX4" fmla="*/ 0 w 1068705"/>
                  <a:gd name="connsiteY4" fmla="*/ 1905 h 857250"/>
                  <a:gd name="connsiteX0" fmla="*/ 0 w 1068705"/>
                  <a:gd name="connsiteY0" fmla="*/ 1905 h 857250"/>
                  <a:gd name="connsiteX1" fmla="*/ 554355 w 1068705"/>
                  <a:gd name="connsiteY1" fmla="*/ 36956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661035 w 1068705"/>
                  <a:gd name="connsiteY1" fmla="*/ 37337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81025 w 1068705"/>
                  <a:gd name="connsiteY1" fmla="*/ 386714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79120 w 1068705"/>
                  <a:gd name="connsiteY1" fmla="*/ 38861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79120 w 1068705"/>
                  <a:gd name="connsiteY1" fmla="*/ 38861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79120 w 1068705"/>
                  <a:gd name="connsiteY1" fmla="*/ 38861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79120 w 1068705"/>
                  <a:gd name="connsiteY1" fmla="*/ 38861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79120 w 1068705"/>
                  <a:gd name="connsiteY1" fmla="*/ 38861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79120 w 1068705"/>
                  <a:gd name="connsiteY1" fmla="*/ 38861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79120 w 1068705"/>
                  <a:gd name="connsiteY1" fmla="*/ 388619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67659 w 1068705"/>
                  <a:gd name="connsiteY1" fmla="*/ 382904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72390 w 1068705"/>
                  <a:gd name="connsiteY4" fmla="*/ 0 h 857250"/>
                  <a:gd name="connsiteX5" fmla="*/ 0 w 1068705"/>
                  <a:gd name="connsiteY5" fmla="*/ 1905 h 857250"/>
                  <a:gd name="connsiteX0" fmla="*/ 0 w 1068705"/>
                  <a:gd name="connsiteY0" fmla="*/ 1905 h 857250"/>
                  <a:gd name="connsiteX1" fmla="*/ 567659 w 1068705"/>
                  <a:gd name="connsiteY1" fmla="*/ 382904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580695 w 1068705"/>
                  <a:gd name="connsiteY4" fmla="*/ 348614 h 857250"/>
                  <a:gd name="connsiteX5" fmla="*/ 72390 w 1068705"/>
                  <a:gd name="connsiteY5" fmla="*/ 0 h 857250"/>
                  <a:gd name="connsiteX6" fmla="*/ 0 w 1068705"/>
                  <a:gd name="connsiteY6" fmla="*/ 1905 h 857250"/>
                  <a:gd name="connsiteX0" fmla="*/ 0 w 1068705"/>
                  <a:gd name="connsiteY0" fmla="*/ 1905 h 857250"/>
                  <a:gd name="connsiteX1" fmla="*/ 567659 w 1068705"/>
                  <a:gd name="connsiteY1" fmla="*/ 382904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592156 w 1068705"/>
                  <a:gd name="connsiteY4" fmla="*/ 348614 h 857250"/>
                  <a:gd name="connsiteX5" fmla="*/ 72390 w 1068705"/>
                  <a:gd name="connsiteY5" fmla="*/ 0 h 857250"/>
                  <a:gd name="connsiteX6" fmla="*/ 0 w 1068705"/>
                  <a:gd name="connsiteY6" fmla="*/ 1905 h 857250"/>
                  <a:gd name="connsiteX0" fmla="*/ 0 w 1068705"/>
                  <a:gd name="connsiteY0" fmla="*/ 1905 h 857250"/>
                  <a:gd name="connsiteX1" fmla="*/ 567659 w 1068705"/>
                  <a:gd name="connsiteY1" fmla="*/ 382904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592156 w 1068705"/>
                  <a:gd name="connsiteY4" fmla="*/ 348614 h 857250"/>
                  <a:gd name="connsiteX5" fmla="*/ 72390 w 1068705"/>
                  <a:gd name="connsiteY5" fmla="*/ 0 h 857250"/>
                  <a:gd name="connsiteX6" fmla="*/ 0 w 1068705"/>
                  <a:gd name="connsiteY6" fmla="*/ 1905 h 857250"/>
                  <a:gd name="connsiteX0" fmla="*/ 0 w 1068705"/>
                  <a:gd name="connsiteY0" fmla="*/ 1905 h 857250"/>
                  <a:gd name="connsiteX1" fmla="*/ 567659 w 1068705"/>
                  <a:gd name="connsiteY1" fmla="*/ 382904 h 857250"/>
                  <a:gd name="connsiteX2" fmla="*/ 1068705 w 1068705"/>
                  <a:gd name="connsiteY2" fmla="*/ 857250 h 857250"/>
                  <a:gd name="connsiteX3" fmla="*/ 1066800 w 1068705"/>
                  <a:gd name="connsiteY3" fmla="*/ 788670 h 857250"/>
                  <a:gd name="connsiteX4" fmla="*/ 592156 w 1068705"/>
                  <a:gd name="connsiteY4" fmla="*/ 348614 h 857250"/>
                  <a:gd name="connsiteX5" fmla="*/ 72390 w 1068705"/>
                  <a:gd name="connsiteY5" fmla="*/ 0 h 857250"/>
                  <a:gd name="connsiteX6" fmla="*/ 0 w 1068705"/>
                  <a:gd name="connsiteY6" fmla="*/ 1905 h 857250"/>
                  <a:gd name="connsiteX0" fmla="*/ 0 w 1068705"/>
                  <a:gd name="connsiteY0" fmla="*/ 0 h 855345"/>
                  <a:gd name="connsiteX1" fmla="*/ 567659 w 1068705"/>
                  <a:gd name="connsiteY1" fmla="*/ 380999 h 855345"/>
                  <a:gd name="connsiteX2" fmla="*/ 1068705 w 1068705"/>
                  <a:gd name="connsiteY2" fmla="*/ 855345 h 855345"/>
                  <a:gd name="connsiteX3" fmla="*/ 1066800 w 1068705"/>
                  <a:gd name="connsiteY3" fmla="*/ 786765 h 855345"/>
                  <a:gd name="connsiteX4" fmla="*/ 592156 w 1068705"/>
                  <a:gd name="connsiteY4" fmla="*/ 346709 h 855345"/>
                  <a:gd name="connsiteX5" fmla="*/ 112504 w 1068705"/>
                  <a:gd name="connsiteY5" fmla="*/ 20955 h 855345"/>
                  <a:gd name="connsiteX6" fmla="*/ 0 w 1068705"/>
                  <a:gd name="connsiteY6" fmla="*/ 0 h 855345"/>
                  <a:gd name="connsiteX0" fmla="*/ 0 w 1032412"/>
                  <a:gd name="connsiteY0" fmla="*/ 1905 h 834390"/>
                  <a:gd name="connsiteX1" fmla="*/ 531366 w 1032412"/>
                  <a:gd name="connsiteY1" fmla="*/ 360044 h 834390"/>
                  <a:gd name="connsiteX2" fmla="*/ 1032412 w 1032412"/>
                  <a:gd name="connsiteY2" fmla="*/ 834390 h 834390"/>
                  <a:gd name="connsiteX3" fmla="*/ 1030507 w 1032412"/>
                  <a:gd name="connsiteY3" fmla="*/ 765810 h 834390"/>
                  <a:gd name="connsiteX4" fmla="*/ 555863 w 1032412"/>
                  <a:gd name="connsiteY4" fmla="*/ 325754 h 834390"/>
                  <a:gd name="connsiteX5" fmla="*/ 76211 w 1032412"/>
                  <a:gd name="connsiteY5" fmla="*/ 0 h 834390"/>
                  <a:gd name="connsiteX6" fmla="*/ 0 w 1032412"/>
                  <a:gd name="connsiteY6" fmla="*/ 1905 h 834390"/>
                  <a:gd name="connsiteX0" fmla="*/ 0 w 1032412"/>
                  <a:gd name="connsiteY0" fmla="*/ 0 h 832485"/>
                  <a:gd name="connsiteX1" fmla="*/ 531366 w 1032412"/>
                  <a:gd name="connsiteY1" fmla="*/ 358139 h 832485"/>
                  <a:gd name="connsiteX2" fmla="*/ 1032412 w 1032412"/>
                  <a:gd name="connsiteY2" fmla="*/ 832485 h 832485"/>
                  <a:gd name="connsiteX3" fmla="*/ 1030507 w 1032412"/>
                  <a:gd name="connsiteY3" fmla="*/ 763905 h 832485"/>
                  <a:gd name="connsiteX4" fmla="*/ 555863 w 1032412"/>
                  <a:gd name="connsiteY4" fmla="*/ 323849 h 832485"/>
                  <a:gd name="connsiteX5" fmla="*/ 81941 w 1032412"/>
                  <a:gd name="connsiteY5" fmla="*/ 0 h 832485"/>
                  <a:gd name="connsiteX6" fmla="*/ 0 w 1032412"/>
                  <a:gd name="connsiteY6" fmla="*/ 0 h 832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2412" h="832485">
                    <a:moveTo>
                      <a:pt x="0" y="0"/>
                    </a:moveTo>
                    <a:cubicBezTo>
                      <a:pt x="110807" y="59690"/>
                      <a:pt x="353249" y="215582"/>
                      <a:pt x="531366" y="358139"/>
                    </a:cubicBezTo>
                    <a:cubicBezTo>
                      <a:pt x="709483" y="500696"/>
                      <a:pt x="931765" y="703580"/>
                      <a:pt x="1032412" y="832485"/>
                    </a:cubicBezTo>
                    <a:lnTo>
                      <a:pt x="1030507" y="763905"/>
                    </a:lnTo>
                    <a:cubicBezTo>
                      <a:pt x="954903" y="667702"/>
                      <a:pt x="721598" y="455294"/>
                      <a:pt x="555863" y="323849"/>
                    </a:cubicBezTo>
                    <a:cubicBezTo>
                      <a:pt x="390128" y="192404"/>
                      <a:pt x="184453" y="52070"/>
                      <a:pt x="819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5" name="Freeform 5">
                <a:extLst>
                  <a:ext uri="{FF2B5EF4-FFF2-40B4-BE49-F238E27FC236}">
                    <a16:creationId xmlns:a16="http://schemas.microsoft.com/office/drawing/2014/main" id="{8088DB53-1202-4B38-9785-0F4B5E2FAA1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58620" y="19585"/>
                <a:ext cx="2280715" cy="2415027"/>
              </a:xfrm>
              <a:custGeom>
                <a:avLst/>
                <a:gdLst>
                  <a:gd name="T0" fmla="*/ 1797 w 1797"/>
                  <a:gd name="T1" fmla="*/ 1444 h 1444"/>
                  <a:gd name="T2" fmla="*/ 0 w 1797"/>
                  <a:gd name="T3" fmla="*/ 1444 h 1444"/>
                  <a:gd name="T4" fmla="*/ 0 w 1797"/>
                  <a:gd name="T5" fmla="*/ 0 h 1444"/>
                  <a:gd name="T6" fmla="*/ 24 w 1797"/>
                  <a:gd name="T7" fmla="*/ 0 h 1444"/>
                  <a:gd name="T8" fmla="*/ 24 w 1797"/>
                  <a:gd name="T9" fmla="*/ 1420 h 1444"/>
                  <a:gd name="T10" fmla="*/ 1766 w 1797"/>
                  <a:gd name="T11" fmla="*/ 1420 h 1444"/>
                  <a:gd name="T12" fmla="*/ 1319 w 1797"/>
                  <a:gd name="T13" fmla="*/ 531 h 1444"/>
                  <a:gd name="T14" fmla="*/ 748 w 1797"/>
                  <a:gd name="T15" fmla="*/ 0 h 1444"/>
                  <a:gd name="T16" fmla="*/ 788 w 1797"/>
                  <a:gd name="T17" fmla="*/ 0 h 1444"/>
                  <a:gd name="T18" fmla="*/ 1338 w 1797"/>
                  <a:gd name="T19" fmla="*/ 516 h 1444"/>
                  <a:gd name="T20" fmla="*/ 1793 w 1797"/>
                  <a:gd name="T21" fmla="*/ 1429 h 1444"/>
                  <a:gd name="T22" fmla="*/ 1797 w 1797"/>
                  <a:gd name="T23" fmla="*/ 1444 h 1444"/>
                  <a:gd name="connsiteX0" fmla="*/ 10000 w 10000"/>
                  <a:gd name="connsiteY0" fmla="*/ 10000 h 10000"/>
                  <a:gd name="connsiteX1" fmla="*/ 0 w 10000"/>
                  <a:gd name="connsiteY1" fmla="*/ 10000 h 10000"/>
                  <a:gd name="connsiteX2" fmla="*/ 0 w 10000"/>
                  <a:gd name="connsiteY2" fmla="*/ 0 h 10000"/>
                  <a:gd name="connsiteX3" fmla="*/ 134 w 10000"/>
                  <a:gd name="connsiteY3" fmla="*/ 0 h 10000"/>
                  <a:gd name="connsiteX4" fmla="*/ 134 w 10000"/>
                  <a:gd name="connsiteY4" fmla="*/ 9834 h 10000"/>
                  <a:gd name="connsiteX5" fmla="*/ 9827 w 10000"/>
                  <a:gd name="connsiteY5" fmla="*/ 9834 h 10000"/>
                  <a:gd name="connsiteX6" fmla="*/ 7340 w 10000"/>
                  <a:gd name="connsiteY6" fmla="*/ 3677 h 10000"/>
                  <a:gd name="connsiteX7" fmla="*/ 4162 w 10000"/>
                  <a:gd name="connsiteY7" fmla="*/ 0 h 10000"/>
                  <a:gd name="connsiteX8" fmla="*/ 7446 w 10000"/>
                  <a:gd name="connsiteY8" fmla="*/ 3573 h 10000"/>
                  <a:gd name="connsiteX9" fmla="*/ 9978 w 10000"/>
                  <a:gd name="connsiteY9" fmla="*/ 9896 h 10000"/>
                  <a:gd name="connsiteX10" fmla="*/ 10000 w 10000"/>
                  <a:gd name="connsiteY10" fmla="*/ 10000 h 10000"/>
                  <a:gd name="connsiteX0" fmla="*/ 10000 w 10000"/>
                  <a:gd name="connsiteY0" fmla="*/ 10000 h 10000"/>
                  <a:gd name="connsiteX1" fmla="*/ 0 w 10000"/>
                  <a:gd name="connsiteY1" fmla="*/ 10000 h 10000"/>
                  <a:gd name="connsiteX2" fmla="*/ 0 w 10000"/>
                  <a:gd name="connsiteY2" fmla="*/ 0 h 10000"/>
                  <a:gd name="connsiteX3" fmla="*/ 134 w 10000"/>
                  <a:gd name="connsiteY3" fmla="*/ 0 h 10000"/>
                  <a:gd name="connsiteX4" fmla="*/ 134 w 10000"/>
                  <a:gd name="connsiteY4" fmla="*/ 9834 h 10000"/>
                  <a:gd name="connsiteX5" fmla="*/ 9827 w 10000"/>
                  <a:gd name="connsiteY5" fmla="*/ 9834 h 10000"/>
                  <a:gd name="connsiteX6" fmla="*/ 7340 w 10000"/>
                  <a:gd name="connsiteY6" fmla="*/ 3677 h 10000"/>
                  <a:gd name="connsiteX7" fmla="*/ 7446 w 10000"/>
                  <a:gd name="connsiteY7" fmla="*/ 3573 h 10000"/>
                  <a:gd name="connsiteX8" fmla="*/ 9978 w 10000"/>
                  <a:gd name="connsiteY8" fmla="*/ 9896 h 10000"/>
                  <a:gd name="connsiteX9" fmla="*/ 10000 w 10000"/>
                  <a:gd name="connsiteY9" fmla="*/ 10000 h 10000"/>
                  <a:gd name="connsiteX0" fmla="*/ 10000 w 10000"/>
                  <a:gd name="connsiteY0" fmla="*/ 10000 h 10000"/>
                  <a:gd name="connsiteX1" fmla="*/ 0 w 10000"/>
                  <a:gd name="connsiteY1" fmla="*/ 10000 h 10000"/>
                  <a:gd name="connsiteX2" fmla="*/ 0 w 10000"/>
                  <a:gd name="connsiteY2" fmla="*/ 0 h 10000"/>
                  <a:gd name="connsiteX3" fmla="*/ 134 w 10000"/>
                  <a:gd name="connsiteY3" fmla="*/ 0 h 10000"/>
                  <a:gd name="connsiteX4" fmla="*/ 134 w 10000"/>
                  <a:gd name="connsiteY4" fmla="*/ 9834 h 10000"/>
                  <a:gd name="connsiteX5" fmla="*/ 9827 w 10000"/>
                  <a:gd name="connsiteY5" fmla="*/ 9834 h 10000"/>
                  <a:gd name="connsiteX6" fmla="*/ 7340 w 10000"/>
                  <a:gd name="connsiteY6" fmla="*/ 3677 h 10000"/>
                  <a:gd name="connsiteX7" fmla="*/ 9978 w 10000"/>
                  <a:gd name="connsiteY7" fmla="*/ 9896 h 10000"/>
                  <a:gd name="connsiteX8" fmla="*/ 10000 w 10000"/>
                  <a:gd name="connsiteY8" fmla="*/ 10000 h 10000"/>
                  <a:gd name="connsiteX0" fmla="*/ 10000 w 10590"/>
                  <a:gd name="connsiteY0" fmla="*/ 10000 h 10000"/>
                  <a:gd name="connsiteX1" fmla="*/ 0 w 10590"/>
                  <a:gd name="connsiteY1" fmla="*/ 10000 h 10000"/>
                  <a:gd name="connsiteX2" fmla="*/ 0 w 10590"/>
                  <a:gd name="connsiteY2" fmla="*/ 0 h 10000"/>
                  <a:gd name="connsiteX3" fmla="*/ 134 w 10590"/>
                  <a:gd name="connsiteY3" fmla="*/ 0 h 10000"/>
                  <a:gd name="connsiteX4" fmla="*/ 134 w 10590"/>
                  <a:gd name="connsiteY4" fmla="*/ 9834 h 10000"/>
                  <a:gd name="connsiteX5" fmla="*/ 9827 w 10590"/>
                  <a:gd name="connsiteY5" fmla="*/ 9834 h 10000"/>
                  <a:gd name="connsiteX6" fmla="*/ 9978 w 10590"/>
                  <a:gd name="connsiteY6" fmla="*/ 9896 h 10000"/>
                  <a:gd name="connsiteX7" fmla="*/ 10000 w 10590"/>
                  <a:gd name="connsiteY7" fmla="*/ 10000 h 10000"/>
                  <a:gd name="connsiteX0" fmla="*/ 10000 w 11147"/>
                  <a:gd name="connsiteY0" fmla="*/ 10000 h 10012"/>
                  <a:gd name="connsiteX1" fmla="*/ 0 w 11147"/>
                  <a:gd name="connsiteY1" fmla="*/ 10000 h 10012"/>
                  <a:gd name="connsiteX2" fmla="*/ 0 w 11147"/>
                  <a:gd name="connsiteY2" fmla="*/ 0 h 10012"/>
                  <a:gd name="connsiteX3" fmla="*/ 134 w 11147"/>
                  <a:gd name="connsiteY3" fmla="*/ 0 h 10012"/>
                  <a:gd name="connsiteX4" fmla="*/ 134 w 11147"/>
                  <a:gd name="connsiteY4" fmla="*/ 9834 h 10012"/>
                  <a:gd name="connsiteX5" fmla="*/ 9827 w 11147"/>
                  <a:gd name="connsiteY5" fmla="*/ 9834 h 10012"/>
                  <a:gd name="connsiteX6" fmla="*/ 10000 w 11147"/>
                  <a:gd name="connsiteY6" fmla="*/ 10000 h 10012"/>
                  <a:gd name="connsiteX0" fmla="*/ 10000 w 10703"/>
                  <a:gd name="connsiteY0" fmla="*/ 10000 h 10012"/>
                  <a:gd name="connsiteX1" fmla="*/ 0 w 10703"/>
                  <a:gd name="connsiteY1" fmla="*/ 10000 h 10012"/>
                  <a:gd name="connsiteX2" fmla="*/ 0 w 10703"/>
                  <a:gd name="connsiteY2" fmla="*/ 0 h 10012"/>
                  <a:gd name="connsiteX3" fmla="*/ 134 w 10703"/>
                  <a:gd name="connsiteY3" fmla="*/ 0 h 10012"/>
                  <a:gd name="connsiteX4" fmla="*/ 134 w 10703"/>
                  <a:gd name="connsiteY4" fmla="*/ 9834 h 10012"/>
                  <a:gd name="connsiteX5" fmla="*/ 9827 w 10703"/>
                  <a:gd name="connsiteY5" fmla="*/ 9834 h 10012"/>
                  <a:gd name="connsiteX6" fmla="*/ 10000 w 10703"/>
                  <a:gd name="connsiteY6" fmla="*/ 10000 h 10012"/>
                  <a:gd name="connsiteX0" fmla="*/ 10000 w 10686"/>
                  <a:gd name="connsiteY0" fmla="*/ 10000 h 10012"/>
                  <a:gd name="connsiteX1" fmla="*/ 0 w 10686"/>
                  <a:gd name="connsiteY1" fmla="*/ 10000 h 10012"/>
                  <a:gd name="connsiteX2" fmla="*/ 0 w 10686"/>
                  <a:gd name="connsiteY2" fmla="*/ 0 h 10012"/>
                  <a:gd name="connsiteX3" fmla="*/ 134 w 10686"/>
                  <a:gd name="connsiteY3" fmla="*/ 0 h 10012"/>
                  <a:gd name="connsiteX4" fmla="*/ 134 w 10686"/>
                  <a:gd name="connsiteY4" fmla="*/ 9834 h 10012"/>
                  <a:gd name="connsiteX5" fmla="*/ 9827 w 10686"/>
                  <a:gd name="connsiteY5" fmla="*/ 9834 h 10012"/>
                  <a:gd name="connsiteX6" fmla="*/ 10000 w 10686"/>
                  <a:gd name="connsiteY6" fmla="*/ 10000 h 10012"/>
                  <a:gd name="connsiteX0" fmla="*/ 10000 w 10000"/>
                  <a:gd name="connsiteY0" fmla="*/ 10000 h 10012"/>
                  <a:gd name="connsiteX1" fmla="*/ 0 w 10000"/>
                  <a:gd name="connsiteY1" fmla="*/ 10000 h 10012"/>
                  <a:gd name="connsiteX2" fmla="*/ 0 w 10000"/>
                  <a:gd name="connsiteY2" fmla="*/ 0 h 10012"/>
                  <a:gd name="connsiteX3" fmla="*/ 134 w 10000"/>
                  <a:gd name="connsiteY3" fmla="*/ 0 h 10012"/>
                  <a:gd name="connsiteX4" fmla="*/ 134 w 10000"/>
                  <a:gd name="connsiteY4" fmla="*/ 9834 h 10012"/>
                  <a:gd name="connsiteX5" fmla="*/ 9827 w 10000"/>
                  <a:gd name="connsiteY5" fmla="*/ 9834 h 10012"/>
                  <a:gd name="connsiteX6" fmla="*/ 10000 w 10000"/>
                  <a:gd name="connsiteY6" fmla="*/ 10000 h 10012"/>
                  <a:gd name="connsiteX0" fmla="*/ 10571 w 10571"/>
                  <a:gd name="connsiteY0" fmla="*/ 10000 h 10747"/>
                  <a:gd name="connsiteX1" fmla="*/ 728 w 10571"/>
                  <a:gd name="connsiteY1" fmla="*/ 10000 h 10747"/>
                  <a:gd name="connsiteX2" fmla="*/ 728 w 10571"/>
                  <a:gd name="connsiteY2" fmla="*/ 0 h 10747"/>
                  <a:gd name="connsiteX3" fmla="*/ 862 w 10571"/>
                  <a:gd name="connsiteY3" fmla="*/ 0 h 10747"/>
                  <a:gd name="connsiteX4" fmla="*/ 862 w 10571"/>
                  <a:gd name="connsiteY4" fmla="*/ 9834 h 10747"/>
                  <a:gd name="connsiteX5" fmla="*/ 10555 w 10571"/>
                  <a:gd name="connsiteY5" fmla="*/ 9834 h 10747"/>
                  <a:gd name="connsiteX6" fmla="*/ 10571 w 10571"/>
                  <a:gd name="connsiteY6" fmla="*/ 10000 h 10747"/>
                  <a:gd name="connsiteX0" fmla="*/ 10571 w 10571"/>
                  <a:gd name="connsiteY0" fmla="*/ 10000 h 10747"/>
                  <a:gd name="connsiteX1" fmla="*/ 728 w 10571"/>
                  <a:gd name="connsiteY1" fmla="*/ 10000 h 10747"/>
                  <a:gd name="connsiteX2" fmla="*/ 728 w 10571"/>
                  <a:gd name="connsiteY2" fmla="*/ 0 h 10747"/>
                  <a:gd name="connsiteX3" fmla="*/ 862 w 10571"/>
                  <a:gd name="connsiteY3" fmla="*/ 0 h 10747"/>
                  <a:gd name="connsiteX4" fmla="*/ 862 w 10571"/>
                  <a:gd name="connsiteY4" fmla="*/ 9834 h 10747"/>
                  <a:gd name="connsiteX5" fmla="*/ 10555 w 10571"/>
                  <a:gd name="connsiteY5" fmla="*/ 9834 h 10747"/>
                  <a:gd name="connsiteX6" fmla="*/ 10571 w 10571"/>
                  <a:gd name="connsiteY6" fmla="*/ 10000 h 10747"/>
                  <a:gd name="connsiteX0" fmla="*/ 10558 w 10558"/>
                  <a:gd name="connsiteY0" fmla="*/ 10000 h 10747"/>
                  <a:gd name="connsiteX1" fmla="*/ 728 w 10558"/>
                  <a:gd name="connsiteY1" fmla="*/ 10000 h 10747"/>
                  <a:gd name="connsiteX2" fmla="*/ 728 w 10558"/>
                  <a:gd name="connsiteY2" fmla="*/ 0 h 10747"/>
                  <a:gd name="connsiteX3" fmla="*/ 862 w 10558"/>
                  <a:gd name="connsiteY3" fmla="*/ 0 h 10747"/>
                  <a:gd name="connsiteX4" fmla="*/ 862 w 10558"/>
                  <a:gd name="connsiteY4" fmla="*/ 9834 h 10747"/>
                  <a:gd name="connsiteX5" fmla="*/ 10555 w 10558"/>
                  <a:gd name="connsiteY5" fmla="*/ 9834 h 10747"/>
                  <a:gd name="connsiteX6" fmla="*/ 10558 w 10558"/>
                  <a:gd name="connsiteY6" fmla="*/ 10000 h 10747"/>
                  <a:gd name="connsiteX0" fmla="*/ 10558 w 10558"/>
                  <a:gd name="connsiteY0" fmla="*/ 10000 h 10747"/>
                  <a:gd name="connsiteX1" fmla="*/ 728 w 10558"/>
                  <a:gd name="connsiteY1" fmla="*/ 10000 h 10747"/>
                  <a:gd name="connsiteX2" fmla="*/ 728 w 10558"/>
                  <a:gd name="connsiteY2" fmla="*/ 0 h 10747"/>
                  <a:gd name="connsiteX3" fmla="*/ 862 w 10558"/>
                  <a:gd name="connsiteY3" fmla="*/ 0 h 10747"/>
                  <a:gd name="connsiteX4" fmla="*/ 862 w 10558"/>
                  <a:gd name="connsiteY4" fmla="*/ 9834 h 10747"/>
                  <a:gd name="connsiteX5" fmla="*/ 10555 w 10558"/>
                  <a:gd name="connsiteY5" fmla="*/ 9834 h 10747"/>
                  <a:gd name="connsiteX6" fmla="*/ 10558 w 10558"/>
                  <a:gd name="connsiteY6" fmla="*/ 10000 h 10747"/>
                  <a:gd name="connsiteX0" fmla="*/ 10558 w 10558"/>
                  <a:gd name="connsiteY0" fmla="*/ 10000 h 10747"/>
                  <a:gd name="connsiteX1" fmla="*/ 728 w 10558"/>
                  <a:gd name="connsiteY1" fmla="*/ 10000 h 10747"/>
                  <a:gd name="connsiteX2" fmla="*/ 728 w 10558"/>
                  <a:gd name="connsiteY2" fmla="*/ 0 h 10747"/>
                  <a:gd name="connsiteX3" fmla="*/ 862 w 10558"/>
                  <a:gd name="connsiteY3" fmla="*/ 0 h 10747"/>
                  <a:gd name="connsiteX4" fmla="*/ 862 w 10558"/>
                  <a:gd name="connsiteY4" fmla="*/ 9834 h 10747"/>
                  <a:gd name="connsiteX5" fmla="*/ 10555 w 10558"/>
                  <a:gd name="connsiteY5" fmla="*/ 9834 h 10747"/>
                  <a:gd name="connsiteX6" fmla="*/ 10558 w 10558"/>
                  <a:gd name="connsiteY6" fmla="*/ 10000 h 10747"/>
                  <a:gd name="connsiteX0" fmla="*/ 10558 w 10558"/>
                  <a:gd name="connsiteY0" fmla="*/ 10000 h 10013"/>
                  <a:gd name="connsiteX1" fmla="*/ 728 w 10558"/>
                  <a:gd name="connsiteY1" fmla="*/ 10000 h 10013"/>
                  <a:gd name="connsiteX2" fmla="*/ 728 w 10558"/>
                  <a:gd name="connsiteY2" fmla="*/ 0 h 10013"/>
                  <a:gd name="connsiteX3" fmla="*/ 862 w 10558"/>
                  <a:gd name="connsiteY3" fmla="*/ 0 h 10013"/>
                  <a:gd name="connsiteX4" fmla="*/ 862 w 10558"/>
                  <a:gd name="connsiteY4" fmla="*/ 9834 h 10013"/>
                  <a:gd name="connsiteX5" fmla="*/ 10555 w 10558"/>
                  <a:gd name="connsiteY5" fmla="*/ 9834 h 10013"/>
                  <a:gd name="connsiteX6" fmla="*/ 10558 w 10558"/>
                  <a:gd name="connsiteY6" fmla="*/ 10000 h 10013"/>
                  <a:gd name="connsiteX0" fmla="*/ 9834 w 9834"/>
                  <a:gd name="connsiteY0" fmla="*/ 10000 h 10013"/>
                  <a:gd name="connsiteX1" fmla="*/ 4 w 9834"/>
                  <a:gd name="connsiteY1" fmla="*/ 10000 h 10013"/>
                  <a:gd name="connsiteX2" fmla="*/ 4 w 9834"/>
                  <a:gd name="connsiteY2" fmla="*/ 0 h 10013"/>
                  <a:gd name="connsiteX3" fmla="*/ 138 w 9834"/>
                  <a:gd name="connsiteY3" fmla="*/ 0 h 10013"/>
                  <a:gd name="connsiteX4" fmla="*/ 138 w 9834"/>
                  <a:gd name="connsiteY4" fmla="*/ 9834 h 10013"/>
                  <a:gd name="connsiteX5" fmla="*/ 9831 w 9834"/>
                  <a:gd name="connsiteY5" fmla="*/ 9834 h 10013"/>
                  <a:gd name="connsiteX6" fmla="*/ 9834 w 9834"/>
                  <a:gd name="connsiteY6" fmla="*/ 10000 h 10013"/>
                  <a:gd name="connsiteX0" fmla="*/ 7727 w 9997"/>
                  <a:gd name="connsiteY0" fmla="*/ 10010 h 10018"/>
                  <a:gd name="connsiteX1" fmla="*/ 4 w 9997"/>
                  <a:gd name="connsiteY1" fmla="*/ 9987 h 10018"/>
                  <a:gd name="connsiteX2" fmla="*/ 4 w 9997"/>
                  <a:gd name="connsiteY2" fmla="*/ 0 h 10018"/>
                  <a:gd name="connsiteX3" fmla="*/ 140 w 9997"/>
                  <a:gd name="connsiteY3" fmla="*/ 0 h 10018"/>
                  <a:gd name="connsiteX4" fmla="*/ 140 w 9997"/>
                  <a:gd name="connsiteY4" fmla="*/ 9821 h 10018"/>
                  <a:gd name="connsiteX5" fmla="*/ 9997 w 9997"/>
                  <a:gd name="connsiteY5" fmla="*/ 9821 h 10018"/>
                  <a:gd name="connsiteX6" fmla="*/ 7727 w 9997"/>
                  <a:gd name="connsiteY6" fmla="*/ 10010 h 10018"/>
                  <a:gd name="connsiteX0" fmla="*/ 8146 w 8146"/>
                  <a:gd name="connsiteY0" fmla="*/ 9992 h 10531"/>
                  <a:gd name="connsiteX1" fmla="*/ 421 w 8146"/>
                  <a:gd name="connsiteY1" fmla="*/ 9969 h 10531"/>
                  <a:gd name="connsiteX2" fmla="*/ 421 w 8146"/>
                  <a:gd name="connsiteY2" fmla="*/ 0 h 10531"/>
                  <a:gd name="connsiteX3" fmla="*/ 557 w 8146"/>
                  <a:gd name="connsiteY3" fmla="*/ 0 h 10531"/>
                  <a:gd name="connsiteX4" fmla="*/ 557 w 8146"/>
                  <a:gd name="connsiteY4" fmla="*/ 9803 h 10531"/>
                  <a:gd name="connsiteX5" fmla="*/ 8086 w 8146"/>
                  <a:gd name="connsiteY5" fmla="*/ 9811 h 10531"/>
                  <a:gd name="connsiteX6" fmla="*/ 8146 w 8146"/>
                  <a:gd name="connsiteY6" fmla="*/ 9992 h 10531"/>
                  <a:gd name="connsiteX0" fmla="*/ 9929 w 9929"/>
                  <a:gd name="connsiteY0" fmla="*/ 9503 h 9999"/>
                  <a:gd name="connsiteX1" fmla="*/ 517 w 9929"/>
                  <a:gd name="connsiteY1" fmla="*/ 9466 h 9999"/>
                  <a:gd name="connsiteX2" fmla="*/ 517 w 9929"/>
                  <a:gd name="connsiteY2" fmla="*/ 0 h 9999"/>
                  <a:gd name="connsiteX3" fmla="*/ 684 w 9929"/>
                  <a:gd name="connsiteY3" fmla="*/ 0 h 9999"/>
                  <a:gd name="connsiteX4" fmla="*/ 684 w 9929"/>
                  <a:gd name="connsiteY4" fmla="*/ 9309 h 9999"/>
                  <a:gd name="connsiteX5" fmla="*/ 9926 w 9929"/>
                  <a:gd name="connsiteY5" fmla="*/ 9316 h 9999"/>
                  <a:gd name="connsiteX6" fmla="*/ 9929 w 9929"/>
                  <a:gd name="connsiteY6" fmla="*/ 9503 h 9999"/>
                  <a:gd name="connsiteX0" fmla="*/ 10000 w 10000"/>
                  <a:gd name="connsiteY0" fmla="*/ 9504 h 10000"/>
                  <a:gd name="connsiteX1" fmla="*/ 521 w 10000"/>
                  <a:gd name="connsiteY1" fmla="*/ 9467 h 10000"/>
                  <a:gd name="connsiteX2" fmla="*/ 521 w 10000"/>
                  <a:gd name="connsiteY2" fmla="*/ 0 h 10000"/>
                  <a:gd name="connsiteX3" fmla="*/ 689 w 10000"/>
                  <a:gd name="connsiteY3" fmla="*/ 0 h 10000"/>
                  <a:gd name="connsiteX4" fmla="*/ 689 w 10000"/>
                  <a:gd name="connsiteY4" fmla="*/ 9310 h 10000"/>
                  <a:gd name="connsiteX5" fmla="*/ 9997 w 10000"/>
                  <a:gd name="connsiteY5" fmla="*/ 9317 h 10000"/>
                  <a:gd name="connsiteX6" fmla="*/ 10000 w 10000"/>
                  <a:gd name="connsiteY6" fmla="*/ 9504 h 10000"/>
                  <a:gd name="connsiteX0" fmla="*/ 10000 w 10000"/>
                  <a:gd name="connsiteY0" fmla="*/ 9504 h 10002"/>
                  <a:gd name="connsiteX1" fmla="*/ 521 w 10000"/>
                  <a:gd name="connsiteY1" fmla="*/ 9467 h 10002"/>
                  <a:gd name="connsiteX2" fmla="*/ 521 w 10000"/>
                  <a:gd name="connsiteY2" fmla="*/ 0 h 10002"/>
                  <a:gd name="connsiteX3" fmla="*/ 689 w 10000"/>
                  <a:gd name="connsiteY3" fmla="*/ 0 h 10002"/>
                  <a:gd name="connsiteX4" fmla="*/ 689 w 10000"/>
                  <a:gd name="connsiteY4" fmla="*/ 9310 h 10002"/>
                  <a:gd name="connsiteX5" fmla="*/ 9997 w 10000"/>
                  <a:gd name="connsiteY5" fmla="*/ 9317 h 10002"/>
                  <a:gd name="connsiteX6" fmla="*/ 10000 w 10000"/>
                  <a:gd name="connsiteY6" fmla="*/ 9504 h 10002"/>
                  <a:gd name="connsiteX0" fmla="*/ 9483 w 9483"/>
                  <a:gd name="connsiteY0" fmla="*/ 9504 h 10002"/>
                  <a:gd name="connsiteX1" fmla="*/ 4 w 9483"/>
                  <a:gd name="connsiteY1" fmla="*/ 9467 h 10002"/>
                  <a:gd name="connsiteX2" fmla="*/ 4 w 9483"/>
                  <a:gd name="connsiteY2" fmla="*/ 0 h 10002"/>
                  <a:gd name="connsiteX3" fmla="*/ 172 w 9483"/>
                  <a:gd name="connsiteY3" fmla="*/ 0 h 10002"/>
                  <a:gd name="connsiteX4" fmla="*/ 172 w 9483"/>
                  <a:gd name="connsiteY4" fmla="*/ 9310 h 10002"/>
                  <a:gd name="connsiteX5" fmla="*/ 9480 w 9483"/>
                  <a:gd name="connsiteY5" fmla="*/ 9317 h 10002"/>
                  <a:gd name="connsiteX6" fmla="*/ 9483 w 9483"/>
                  <a:gd name="connsiteY6" fmla="*/ 9504 h 10002"/>
                  <a:gd name="connsiteX0" fmla="*/ 10000 w 10000"/>
                  <a:gd name="connsiteY0" fmla="*/ 9502 h 9502"/>
                  <a:gd name="connsiteX1" fmla="*/ 4 w 10000"/>
                  <a:gd name="connsiteY1" fmla="*/ 9465 h 9502"/>
                  <a:gd name="connsiteX2" fmla="*/ 4 w 10000"/>
                  <a:gd name="connsiteY2" fmla="*/ 0 h 9502"/>
                  <a:gd name="connsiteX3" fmla="*/ 181 w 10000"/>
                  <a:gd name="connsiteY3" fmla="*/ 0 h 9502"/>
                  <a:gd name="connsiteX4" fmla="*/ 181 w 10000"/>
                  <a:gd name="connsiteY4" fmla="*/ 9308 h 9502"/>
                  <a:gd name="connsiteX5" fmla="*/ 9997 w 10000"/>
                  <a:gd name="connsiteY5" fmla="*/ 9315 h 9502"/>
                  <a:gd name="connsiteX6" fmla="*/ 10000 w 10000"/>
                  <a:gd name="connsiteY6" fmla="*/ 9502 h 9502"/>
                  <a:gd name="connsiteX0" fmla="*/ 10000 w 10000"/>
                  <a:gd name="connsiteY0" fmla="*/ 9992 h 9992"/>
                  <a:gd name="connsiteX1" fmla="*/ 4 w 10000"/>
                  <a:gd name="connsiteY1" fmla="*/ 9961 h 9992"/>
                  <a:gd name="connsiteX2" fmla="*/ 4 w 10000"/>
                  <a:gd name="connsiteY2" fmla="*/ 0 h 9992"/>
                  <a:gd name="connsiteX3" fmla="*/ 181 w 10000"/>
                  <a:gd name="connsiteY3" fmla="*/ 0 h 9992"/>
                  <a:gd name="connsiteX4" fmla="*/ 181 w 10000"/>
                  <a:gd name="connsiteY4" fmla="*/ 9796 h 9992"/>
                  <a:gd name="connsiteX5" fmla="*/ 9997 w 10000"/>
                  <a:gd name="connsiteY5" fmla="*/ 9803 h 9992"/>
                  <a:gd name="connsiteX6" fmla="*/ 10000 w 10000"/>
                  <a:gd name="connsiteY6" fmla="*/ 9992 h 9992"/>
                  <a:gd name="connsiteX0" fmla="*/ 9992 w 9997"/>
                  <a:gd name="connsiteY0" fmla="*/ 9969 h 9969"/>
                  <a:gd name="connsiteX1" fmla="*/ 4 w 9997"/>
                  <a:gd name="connsiteY1" fmla="*/ 9969 h 9969"/>
                  <a:gd name="connsiteX2" fmla="*/ 4 w 9997"/>
                  <a:gd name="connsiteY2" fmla="*/ 0 h 9969"/>
                  <a:gd name="connsiteX3" fmla="*/ 181 w 9997"/>
                  <a:gd name="connsiteY3" fmla="*/ 0 h 9969"/>
                  <a:gd name="connsiteX4" fmla="*/ 181 w 9997"/>
                  <a:gd name="connsiteY4" fmla="*/ 9804 h 9969"/>
                  <a:gd name="connsiteX5" fmla="*/ 9997 w 9997"/>
                  <a:gd name="connsiteY5" fmla="*/ 9811 h 9969"/>
                  <a:gd name="connsiteX6" fmla="*/ 9992 w 9997"/>
                  <a:gd name="connsiteY6" fmla="*/ 9969 h 9969"/>
                  <a:gd name="connsiteX0" fmla="*/ 10007 w 10012"/>
                  <a:gd name="connsiteY0" fmla="*/ 10720 h 10720"/>
                  <a:gd name="connsiteX1" fmla="*/ 16 w 10012"/>
                  <a:gd name="connsiteY1" fmla="*/ 10720 h 10720"/>
                  <a:gd name="connsiteX2" fmla="*/ 16 w 10012"/>
                  <a:gd name="connsiteY2" fmla="*/ 720 h 10720"/>
                  <a:gd name="connsiteX3" fmla="*/ 201 w 10012"/>
                  <a:gd name="connsiteY3" fmla="*/ 798 h 10720"/>
                  <a:gd name="connsiteX4" fmla="*/ 193 w 10012"/>
                  <a:gd name="connsiteY4" fmla="*/ 10554 h 10720"/>
                  <a:gd name="connsiteX5" fmla="*/ 10012 w 10012"/>
                  <a:gd name="connsiteY5" fmla="*/ 10562 h 10720"/>
                  <a:gd name="connsiteX6" fmla="*/ 10007 w 10012"/>
                  <a:gd name="connsiteY6" fmla="*/ 10720 h 10720"/>
                  <a:gd name="connsiteX0" fmla="*/ 10007 w 10012"/>
                  <a:gd name="connsiteY0" fmla="*/ 11155 h 11155"/>
                  <a:gd name="connsiteX1" fmla="*/ 16 w 10012"/>
                  <a:gd name="connsiteY1" fmla="*/ 11155 h 11155"/>
                  <a:gd name="connsiteX2" fmla="*/ 16 w 10012"/>
                  <a:gd name="connsiteY2" fmla="*/ 1226 h 11155"/>
                  <a:gd name="connsiteX3" fmla="*/ 201 w 10012"/>
                  <a:gd name="connsiteY3" fmla="*/ 1233 h 11155"/>
                  <a:gd name="connsiteX4" fmla="*/ 193 w 10012"/>
                  <a:gd name="connsiteY4" fmla="*/ 10989 h 11155"/>
                  <a:gd name="connsiteX5" fmla="*/ 10012 w 10012"/>
                  <a:gd name="connsiteY5" fmla="*/ 10997 h 11155"/>
                  <a:gd name="connsiteX6" fmla="*/ 10007 w 10012"/>
                  <a:gd name="connsiteY6" fmla="*/ 11155 h 11155"/>
                  <a:gd name="connsiteX0" fmla="*/ 9995 w 10000"/>
                  <a:gd name="connsiteY0" fmla="*/ 11155 h 11155"/>
                  <a:gd name="connsiteX1" fmla="*/ 4 w 10000"/>
                  <a:gd name="connsiteY1" fmla="*/ 11155 h 11155"/>
                  <a:gd name="connsiteX2" fmla="*/ 4 w 10000"/>
                  <a:gd name="connsiteY2" fmla="*/ 1226 h 11155"/>
                  <a:gd name="connsiteX3" fmla="*/ 189 w 10000"/>
                  <a:gd name="connsiteY3" fmla="*/ 1233 h 11155"/>
                  <a:gd name="connsiteX4" fmla="*/ 181 w 10000"/>
                  <a:gd name="connsiteY4" fmla="*/ 10989 h 11155"/>
                  <a:gd name="connsiteX5" fmla="*/ 10000 w 10000"/>
                  <a:gd name="connsiteY5" fmla="*/ 10997 h 11155"/>
                  <a:gd name="connsiteX6" fmla="*/ 9995 w 10000"/>
                  <a:gd name="connsiteY6" fmla="*/ 11155 h 11155"/>
                  <a:gd name="connsiteX0" fmla="*/ 9995 w 10000"/>
                  <a:gd name="connsiteY0" fmla="*/ 10647 h 10647"/>
                  <a:gd name="connsiteX1" fmla="*/ 4 w 10000"/>
                  <a:gd name="connsiteY1" fmla="*/ 10647 h 10647"/>
                  <a:gd name="connsiteX2" fmla="*/ 4 w 10000"/>
                  <a:gd name="connsiteY2" fmla="*/ 718 h 10647"/>
                  <a:gd name="connsiteX3" fmla="*/ 189 w 10000"/>
                  <a:gd name="connsiteY3" fmla="*/ 725 h 10647"/>
                  <a:gd name="connsiteX4" fmla="*/ 181 w 10000"/>
                  <a:gd name="connsiteY4" fmla="*/ 10481 h 10647"/>
                  <a:gd name="connsiteX5" fmla="*/ 10000 w 10000"/>
                  <a:gd name="connsiteY5" fmla="*/ 10489 h 10647"/>
                  <a:gd name="connsiteX6" fmla="*/ 9995 w 10000"/>
                  <a:gd name="connsiteY6" fmla="*/ 10647 h 10647"/>
                  <a:gd name="connsiteX0" fmla="*/ 9995 w 10000"/>
                  <a:gd name="connsiteY0" fmla="*/ 10647 h 10647"/>
                  <a:gd name="connsiteX1" fmla="*/ 4 w 10000"/>
                  <a:gd name="connsiteY1" fmla="*/ 10647 h 10647"/>
                  <a:gd name="connsiteX2" fmla="*/ 4 w 10000"/>
                  <a:gd name="connsiteY2" fmla="*/ 718 h 10647"/>
                  <a:gd name="connsiteX3" fmla="*/ 189 w 10000"/>
                  <a:gd name="connsiteY3" fmla="*/ 725 h 10647"/>
                  <a:gd name="connsiteX4" fmla="*/ 181 w 10000"/>
                  <a:gd name="connsiteY4" fmla="*/ 10481 h 10647"/>
                  <a:gd name="connsiteX5" fmla="*/ 10000 w 10000"/>
                  <a:gd name="connsiteY5" fmla="*/ 10489 h 10647"/>
                  <a:gd name="connsiteX6" fmla="*/ 9995 w 10000"/>
                  <a:gd name="connsiteY6" fmla="*/ 10647 h 10647"/>
                  <a:gd name="connsiteX0" fmla="*/ 9995 w 10000"/>
                  <a:gd name="connsiteY0" fmla="*/ 9937 h 9937"/>
                  <a:gd name="connsiteX1" fmla="*/ 4 w 10000"/>
                  <a:gd name="connsiteY1" fmla="*/ 9937 h 9937"/>
                  <a:gd name="connsiteX2" fmla="*/ 4 w 10000"/>
                  <a:gd name="connsiteY2" fmla="*/ 8 h 9937"/>
                  <a:gd name="connsiteX3" fmla="*/ 189 w 10000"/>
                  <a:gd name="connsiteY3" fmla="*/ 15 h 9937"/>
                  <a:gd name="connsiteX4" fmla="*/ 181 w 10000"/>
                  <a:gd name="connsiteY4" fmla="*/ 9771 h 9937"/>
                  <a:gd name="connsiteX5" fmla="*/ 10000 w 10000"/>
                  <a:gd name="connsiteY5" fmla="*/ 9779 h 9937"/>
                  <a:gd name="connsiteX6" fmla="*/ 9995 w 10000"/>
                  <a:gd name="connsiteY6" fmla="*/ 9937 h 9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0" h="9937">
                    <a:moveTo>
                      <a:pt x="9995" y="9937"/>
                    </a:moveTo>
                    <a:lnTo>
                      <a:pt x="4" y="9937"/>
                    </a:lnTo>
                    <a:cubicBezTo>
                      <a:pt x="-5" y="8207"/>
                      <a:pt x="4" y="4972"/>
                      <a:pt x="4" y="8"/>
                    </a:cubicBezTo>
                    <a:cubicBezTo>
                      <a:pt x="52" y="8"/>
                      <a:pt x="93" y="-13"/>
                      <a:pt x="189" y="15"/>
                    </a:cubicBezTo>
                    <a:cubicBezTo>
                      <a:pt x="218" y="1642"/>
                      <a:pt x="184" y="6519"/>
                      <a:pt x="181" y="9771"/>
                    </a:cubicBezTo>
                    <a:lnTo>
                      <a:pt x="10000" y="9779"/>
                    </a:lnTo>
                    <a:cubicBezTo>
                      <a:pt x="10005" y="9855"/>
                      <a:pt x="9989" y="9862"/>
                      <a:pt x="9995" y="9937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</p:grp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9B817D7-8712-42FE-B1A7-75B8AD0B2C5F}"/>
              </a:ext>
            </a:extLst>
          </p:cNvPr>
          <p:cNvGrpSpPr/>
          <p:nvPr userDrawn="1"/>
        </p:nvGrpSpPr>
        <p:grpSpPr>
          <a:xfrm>
            <a:off x="1158621" y="1"/>
            <a:ext cx="2282643" cy="2434611"/>
            <a:chOff x="1158620" y="0"/>
            <a:chExt cx="2282643" cy="2434611"/>
          </a:xfrm>
        </p:grpSpPr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FFD035B-4DB2-4462-BBBD-2671132C006F}"/>
                </a:ext>
              </a:extLst>
            </p:cNvPr>
            <p:cNvSpPr/>
            <p:nvPr userDrawn="1"/>
          </p:nvSpPr>
          <p:spPr>
            <a:xfrm>
              <a:off x="2383699" y="0"/>
              <a:ext cx="1057564" cy="840881"/>
            </a:xfrm>
            <a:custGeom>
              <a:avLst/>
              <a:gdLst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1905 h 855345"/>
                <a:gd name="connsiteX1" fmla="*/ 1064895 w 1064895"/>
                <a:gd name="connsiteY1" fmla="*/ 855345 h 855345"/>
                <a:gd name="connsiteX2" fmla="*/ 1062990 w 1064895"/>
                <a:gd name="connsiteY2" fmla="*/ 792480 h 855345"/>
                <a:gd name="connsiteX3" fmla="*/ 72390 w 1064895"/>
                <a:gd name="connsiteY3" fmla="*/ 0 h 855345"/>
                <a:gd name="connsiteX4" fmla="*/ 0 w 1064895"/>
                <a:gd name="connsiteY4" fmla="*/ 1905 h 855345"/>
                <a:gd name="connsiteX0" fmla="*/ 0 w 1064895"/>
                <a:gd name="connsiteY0" fmla="*/ 0 h 853440"/>
                <a:gd name="connsiteX1" fmla="*/ 1064895 w 1064895"/>
                <a:gd name="connsiteY1" fmla="*/ 853440 h 853440"/>
                <a:gd name="connsiteX2" fmla="*/ 1062990 w 1064895"/>
                <a:gd name="connsiteY2" fmla="*/ 790575 h 853440"/>
                <a:gd name="connsiteX3" fmla="*/ 72390 w 1064895"/>
                <a:gd name="connsiteY3" fmla="*/ 5715 h 853440"/>
                <a:gd name="connsiteX4" fmla="*/ 0 w 1064895"/>
                <a:gd name="connsiteY4" fmla="*/ 0 h 85344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4895"/>
                <a:gd name="connsiteY0" fmla="*/ 3810 h 857250"/>
                <a:gd name="connsiteX1" fmla="*/ 1064895 w 1064895"/>
                <a:gd name="connsiteY1" fmla="*/ 857250 h 857250"/>
                <a:gd name="connsiteX2" fmla="*/ 1062990 w 1064895"/>
                <a:gd name="connsiteY2" fmla="*/ 794385 h 857250"/>
                <a:gd name="connsiteX3" fmla="*/ 68580 w 1064895"/>
                <a:gd name="connsiteY3" fmla="*/ 0 h 857250"/>
                <a:gd name="connsiteX4" fmla="*/ 0 w 1064895"/>
                <a:gd name="connsiteY4" fmla="*/ 3810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94385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88670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88670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1068705 w 1068705"/>
                <a:gd name="connsiteY1" fmla="*/ 857250 h 857250"/>
                <a:gd name="connsiteX2" fmla="*/ 1066800 w 1068705"/>
                <a:gd name="connsiteY2" fmla="*/ 788670 h 857250"/>
                <a:gd name="connsiteX3" fmla="*/ 72390 w 1068705"/>
                <a:gd name="connsiteY3" fmla="*/ 0 h 857250"/>
                <a:gd name="connsiteX4" fmla="*/ 0 w 1068705"/>
                <a:gd name="connsiteY4" fmla="*/ 1905 h 857250"/>
                <a:gd name="connsiteX0" fmla="*/ 0 w 1068705"/>
                <a:gd name="connsiteY0" fmla="*/ 1905 h 857250"/>
                <a:gd name="connsiteX1" fmla="*/ 554355 w 1068705"/>
                <a:gd name="connsiteY1" fmla="*/ 36956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661035 w 1068705"/>
                <a:gd name="connsiteY1" fmla="*/ 37337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81025 w 1068705"/>
                <a:gd name="connsiteY1" fmla="*/ 38671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79120 w 1068705"/>
                <a:gd name="connsiteY1" fmla="*/ 388619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72390 w 1068705"/>
                <a:gd name="connsiteY4" fmla="*/ 0 h 857250"/>
                <a:gd name="connsiteX5" fmla="*/ 0 w 1068705"/>
                <a:gd name="connsiteY5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580695 w 1068705"/>
                <a:gd name="connsiteY4" fmla="*/ 348614 h 857250"/>
                <a:gd name="connsiteX5" fmla="*/ 72390 w 1068705"/>
                <a:gd name="connsiteY5" fmla="*/ 0 h 857250"/>
                <a:gd name="connsiteX6" fmla="*/ 0 w 1068705"/>
                <a:gd name="connsiteY6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592156 w 1068705"/>
                <a:gd name="connsiteY4" fmla="*/ 348614 h 857250"/>
                <a:gd name="connsiteX5" fmla="*/ 72390 w 1068705"/>
                <a:gd name="connsiteY5" fmla="*/ 0 h 857250"/>
                <a:gd name="connsiteX6" fmla="*/ 0 w 1068705"/>
                <a:gd name="connsiteY6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592156 w 1068705"/>
                <a:gd name="connsiteY4" fmla="*/ 348614 h 857250"/>
                <a:gd name="connsiteX5" fmla="*/ 72390 w 1068705"/>
                <a:gd name="connsiteY5" fmla="*/ 0 h 857250"/>
                <a:gd name="connsiteX6" fmla="*/ 0 w 1068705"/>
                <a:gd name="connsiteY6" fmla="*/ 1905 h 857250"/>
                <a:gd name="connsiteX0" fmla="*/ 0 w 1068705"/>
                <a:gd name="connsiteY0" fmla="*/ 1905 h 857250"/>
                <a:gd name="connsiteX1" fmla="*/ 567659 w 1068705"/>
                <a:gd name="connsiteY1" fmla="*/ 382904 h 857250"/>
                <a:gd name="connsiteX2" fmla="*/ 1068705 w 1068705"/>
                <a:gd name="connsiteY2" fmla="*/ 857250 h 857250"/>
                <a:gd name="connsiteX3" fmla="*/ 1066800 w 1068705"/>
                <a:gd name="connsiteY3" fmla="*/ 788670 h 857250"/>
                <a:gd name="connsiteX4" fmla="*/ 592156 w 1068705"/>
                <a:gd name="connsiteY4" fmla="*/ 348614 h 857250"/>
                <a:gd name="connsiteX5" fmla="*/ 72390 w 1068705"/>
                <a:gd name="connsiteY5" fmla="*/ 0 h 857250"/>
                <a:gd name="connsiteX6" fmla="*/ 0 w 1068705"/>
                <a:gd name="connsiteY6" fmla="*/ 1905 h 857250"/>
                <a:gd name="connsiteX0" fmla="*/ 0 w 1070657"/>
                <a:gd name="connsiteY0" fmla="*/ 1905 h 857250"/>
                <a:gd name="connsiteX1" fmla="*/ 567659 w 1070657"/>
                <a:gd name="connsiteY1" fmla="*/ 382904 h 857250"/>
                <a:gd name="connsiteX2" fmla="*/ 1068705 w 1070657"/>
                <a:gd name="connsiteY2" fmla="*/ 857250 h 857250"/>
                <a:gd name="connsiteX3" fmla="*/ 1070657 w 1070657"/>
                <a:gd name="connsiteY3" fmla="*/ 781108 h 857250"/>
                <a:gd name="connsiteX4" fmla="*/ 592156 w 1070657"/>
                <a:gd name="connsiteY4" fmla="*/ 348614 h 857250"/>
                <a:gd name="connsiteX5" fmla="*/ 72390 w 1070657"/>
                <a:gd name="connsiteY5" fmla="*/ 0 h 857250"/>
                <a:gd name="connsiteX6" fmla="*/ 0 w 1070657"/>
                <a:gd name="connsiteY6" fmla="*/ 1905 h 857250"/>
                <a:gd name="connsiteX0" fmla="*/ 0 w 1070657"/>
                <a:gd name="connsiteY0" fmla="*/ 1905 h 857250"/>
                <a:gd name="connsiteX1" fmla="*/ 567659 w 1070657"/>
                <a:gd name="connsiteY1" fmla="*/ 382904 h 857250"/>
                <a:gd name="connsiteX2" fmla="*/ 1068705 w 1070657"/>
                <a:gd name="connsiteY2" fmla="*/ 857250 h 857250"/>
                <a:gd name="connsiteX3" fmla="*/ 1070657 w 1070657"/>
                <a:gd name="connsiteY3" fmla="*/ 781108 h 857250"/>
                <a:gd name="connsiteX4" fmla="*/ 592156 w 1070657"/>
                <a:gd name="connsiteY4" fmla="*/ 348614 h 857250"/>
                <a:gd name="connsiteX5" fmla="*/ 72390 w 1070657"/>
                <a:gd name="connsiteY5" fmla="*/ 0 h 857250"/>
                <a:gd name="connsiteX6" fmla="*/ 0 w 1070657"/>
                <a:gd name="connsiteY6" fmla="*/ 1905 h 857250"/>
                <a:gd name="connsiteX0" fmla="*/ 0 w 1070657"/>
                <a:gd name="connsiteY0" fmla="*/ 1905 h 834562"/>
                <a:gd name="connsiteX1" fmla="*/ 567659 w 1070657"/>
                <a:gd name="connsiteY1" fmla="*/ 382904 h 834562"/>
                <a:gd name="connsiteX2" fmla="*/ 1068705 w 1070657"/>
                <a:gd name="connsiteY2" fmla="*/ 834562 h 834562"/>
                <a:gd name="connsiteX3" fmla="*/ 1070657 w 1070657"/>
                <a:gd name="connsiteY3" fmla="*/ 781108 h 834562"/>
                <a:gd name="connsiteX4" fmla="*/ 592156 w 1070657"/>
                <a:gd name="connsiteY4" fmla="*/ 348614 h 834562"/>
                <a:gd name="connsiteX5" fmla="*/ 72390 w 1070657"/>
                <a:gd name="connsiteY5" fmla="*/ 0 h 834562"/>
                <a:gd name="connsiteX6" fmla="*/ 0 w 1070657"/>
                <a:gd name="connsiteY6" fmla="*/ 1905 h 834562"/>
                <a:gd name="connsiteX0" fmla="*/ 0 w 1070657"/>
                <a:gd name="connsiteY0" fmla="*/ 1905 h 834562"/>
                <a:gd name="connsiteX1" fmla="*/ 567659 w 1070657"/>
                <a:gd name="connsiteY1" fmla="*/ 382904 h 834562"/>
                <a:gd name="connsiteX2" fmla="*/ 1068705 w 1070657"/>
                <a:gd name="connsiteY2" fmla="*/ 834562 h 834562"/>
                <a:gd name="connsiteX3" fmla="*/ 1070657 w 1070657"/>
                <a:gd name="connsiteY3" fmla="*/ 781108 h 834562"/>
                <a:gd name="connsiteX4" fmla="*/ 592156 w 1070657"/>
                <a:gd name="connsiteY4" fmla="*/ 348614 h 834562"/>
                <a:gd name="connsiteX5" fmla="*/ 72390 w 1070657"/>
                <a:gd name="connsiteY5" fmla="*/ 0 h 834562"/>
                <a:gd name="connsiteX6" fmla="*/ 0 w 1070657"/>
                <a:gd name="connsiteY6" fmla="*/ 1905 h 834562"/>
                <a:gd name="connsiteX0" fmla="*/ 0 w 1070657"/>
                <a:gd name="connsiteY0" fmla="*/ 1905 h 834562"/>
                <a:gd name="connsiteX1" fmla="*/ 569587 w 1070657"/>
                <a:gd name="connsiteY1" fmla="*/ 379122 h 834562"/>
                <a:gd name="connsiteX2" fmla="*/ 1068705 w 1070657"/>
                <a:gd name="connsiteY2" fmla="*/ 834562 h 834562"/>
                <a:gd name="connsiteX3" fmla="*/ 1070657 w 1070657"/>
                <a:gd name="connsiteY3" fmla="*/ 781108 h 834562"/>
                <a:gd name="connsiteX4" fmla="*/ 592156 w 1070657"/>
                <a:gd name="connsiteY4" fmla="*/ 348614 h 834562"/>
                <a:gd name="connsiteX5" fmla="*/ 72390 w 1070657"/>
                <a:gd name="connsiteY5" fmla="*/ 0 h 834562"/>
                <a:gd name="connsiteX6" fmla="*/ 0 w 1070657"/>
                <a:gd name="connsiteY6" fmla="*/ 1905 h 834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0657" h="834562">
                  <a:moveTo>
                    <a:pt x="0" y="1905"/>
                  </a:moveTo>
                  <a:cubicBezTo>
                    <a:pt x="110807" y="61595"/>
                    <a:pt x="391470" y="236565"/>
                    <a:pt x="569587" y="379122"/>
                  </a:cubicBezTo>
                  <a:cubicBezTo>
                    <a:pt x="747704" y="521679"/>
                    <a:pt x="954558" y="715110"/>
                    <a:pt x="1068705" y="834562"/>
                  </a:cubicBezTo>
                  <a:cubicBezTo>
                    <a:pt x="1069356" y="809181"/>
                    <a:pt x="1070006" y="806489"/>
                    <a:pt x="1070657" y="781108"/>
                  </a:cubicBezTo>
                  <a:cubicBezTo>
                    <a:pt x="991196" y="690577"/>
                    <a:pt x="757891" y="480059"/>
                    <a:pt x="592156" y="348614"/>
                  </a:cubicBezTo>
                  <a:cubicBezTo>
                    <a:pt x="426421" y="217169"/>
                    <a:pt x="174902" y="52070"/>
                    <a:pt x="72390" y="0"/>
                  </a:cubicBezTo>
                  <a:lnTo>
                    <a:pt x="0" y="1905"/>
                  </a:ln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188" name="Freeform 5">
              <a:extLst>
                <a:ext uri="{FF2B5EF4-FFF2-40B4-BE49-F238E27FC236}">
                  <a16:creationId xmlns:a16="http://schemas.microsoft.com/office/drawing/2014/main" id="{F5623C82-BA0F-497A-8D91-B50FE72F25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8620" y="4273"/>
              <a:ext cx="2280715" cy="2430338"/>
            </a:xfrm>
            <a:custGeom>
              <a:avLst/>
              <a:gdLst>
                <a:gd name="T0" fmla="*/ 1797 w 1797"/>
                <a:gd name="T1" fmla="*/ 1444 h 1444"/>
                <a:gd name="T2" fmla="*/ 0 w 1797"/>
                <a:gd name="T3" fmla="*/ 1444 h 1444"/>
                <a:gd name="T4" fmla="*/ 0 w 1797"/>
                <a:gd name="T5" fmla="*/ 0 h 1444"/>
                <a:gd name="T6" fmla="*/ 24 w 1797"/>
                <a:gd name="T7" fmla="*/ 0 h 1444"/>
                <a:gd name="T8" fmla="*/ 24 w 1797"/>
                <a:gd name="T9" fmla="*/ 1420 h 1444"/>
                <a:gd name="T10" fmla="*/ 1766 w 1797"/>
                <a:gd name="T11" fmla="*/ 1420 h 1444"/>
                <a:gd name="T12" fmla="*/ 1319 w 1797"/>
                <a:gd name="T13" fmla="*/ 531 h 1444"/>
                <a:gd name="T14" fmla="*/ 748 w 1797"/>
                <a:gd name="T15" fmla="*/ 0 h 1444"/>
                <a:gd name="T16" fmla="*/ 788 w 1797"/>
                <a:gd name="T17" fmla="*/ 0 h 1444"/>
                <a:gd name="T18" fmla="*/ 1338 w 1797"/>
                <a:gd name="T19" fmla="*/ 516 h 1444"/>
                <a:gd name="T20" fmla="*/ 1793 w 1797"/>
                <a:gd name="T21" fmla="*/ 1429 h 1444"/>
                <a:gd name="T22" fmla="*/ 1797 w 1797"/>
                <a:gd name="T23" fmla="*/ 1444 h 1444"/>
                <a:gd name="connsiteX0" fmla="*/ 10000 w 10000"/>
                <a:gd name="connsiteY0" fmla="*/ 10000 h 10000"/>
                <a:gd name="connsiteX1" fmla="*/ 0 w 10000"/>
                <a:gd name="connsiteY1" fmla="*/ 10000 h 10000"/>
                <a:gd name="connsiteX2" fmla="*/ 0 w 10000"/>
                <a:gd name="connsiteY2" fmla="*/ 0 h 10000"/>
                <a:gd name="connsiteX3" fmla="*/ 134 w 10000"/>
                <a:gd name="connsiteY3" fmla="*/ 0 h 10000"/>
                <a:gd name="connsiteX4" fmla="*/ 134 w 10000"/>
                <a:gd name="connsiteY4" fmla="*/ 9834 h 10000"/>
                <a:gd name="connsiteX5" fmla="*/ 9827 w 10000"/>
                <a:gd name="connsiteY5" fmla="*/ 9834 h 10000"/>
                <a:gd name="connsiteX6" fmla="*/ 7340 w 10000"/>
                <a:gd name="connsiteY6" fmla="*/ 3677 h 10000"/>
                <a:gd name="connsiteX7" fmla="*/ 4162 w 10000"/>
                <a:gd name="connsiteY7" fmla="*/ 0 h 10000"/>
                <a:gd name="connsiteX8" fmla="*/ 7446 w 10000"/>
                <a:gd name="connsiteY8" fmla="*/ 3573 h 10000"/>
                <a:gd name="connsiteX9" fmla="*/ 9978 w 10000"/>
                <a:gd name="connsiteY9" fmla="*/ 9896 h 10000"/>
                <a:gd name="connsiteX10" fmla="*/ 10000 w 10000"/>
                <a:gd name="connsiteY10" fmla="*/ 10000 h 10000"/>
                <a:gd name="connsiteX0" fmla="*/ 10000 w 10000"/>
                <a:gd name="connsiteY0" fmla="*/ 10000 h 10000"/>
                <a:gd name="connsiteX1" fmla="*/ 0 w 10000"/>
                <a:gd name="connsiteY1" fmla="*/ 10000 h 10000"/>
                <a:gd name="connsiteX2" fmla="*/ 0 w 10000"/>
                <a:gd name="connsiteY2" fmla="*/ 0 h 10000"/>
                <a:gd name="connsiteX3" fmla="*/ 134 w 10000"/>
                <a:gd name="connsiteY3" fmla="*/ 0 h 10000"/>
                <a:gd name="connsiteX4" fmla="*/ 134 w 10000"/>
                <a:gd name="connsiteY4" fmla="*/ 9834 h 10000"/>
                <a:gd name="connsiteX5" fmla="*/ 9827 w 10000"/>
                <a:gd name="connsiteY5" fmla="*/ 9834 h 10000"/>
                <a:gd name="connsiteX6" fmla="*/ 7340 w 10000"/>
                <a:gd name="connsiteY6" fmla="*/ 3677 h 10000"/>
                <a:gd name="connsiteX7" fmla="*/ 7446 w 10000"/>
                <a:gd name="connsiteY7" fmla="*/ 3573 h 10000"/>
                <a:gd name="connsiteX8" fmla="*/ 9978 w 10000"/>
                <a:gd name="connsiteY8" fmla="*/ 9896 h 10000"/>
                <a:gd name="connsiteX9" fmla="*/ 10000 w 10000"/>
                <a:gd name="connsiteY9" fmla="*/ 10000 h 10000"/>
                <a:gd name="connsiteX0" fmla="*/ 10000 w 10000"/>
                <a:gd name="connsiteY0" fmla="*/ 10000 h 10000"/>
                <a:gd name="connsiteX1" fmla="*/ 0 w 10000"/>
                <a:gd name="connsiteY1" fmla="*/ 10000 h 10000"/>
                <a:gd name="connsiteX2" fmla="*/ 0 w 10000"/>
                <a:gd name="connsiteY2" fmla="*/ 0 h 10000"/>
                <a:gd name="connsiteX3" fmla="*/ 134 w 10000"/>
                <a:gd name="connsiteY3" fmla="*/ 0 h 10000"/>
                <a:gd name="connsiteX4" fmla="*/ 134 w 10000"/>
                <a:gd name="connsiteY4" fmla="*/ 9834 h 10000"/>
                <a:gd name="connsiteX5" fmla="*/ 9827 w 10000"/>
                <a:gd name="connsiteY5" fmla="*/ 9834 h 10000"/>
                <a:gd name="connsiteX6" fmla="*/ 7340 w 10000"/>
                <a:gd name="connsiteY6" fmla="*/ 3677 h 10000"/>
                <a:gd name="connsiteX7" fmla="*/ 9978 w 10000"/>
                <a:gd name="connsiteY7" fmla="*/ 9896 h 10000"/>
                <a:gd name="connsiteX8" fmla="*/ 10000 w 10000"/>
                <a:gd name="connsiteY8" fmla="*/ 10000 h 10000"/>
                <a:gd name="connsiteX0" fmla="*/ 10000 w 10590"/>
                <a:gd name="connsiteY0" fmla="*/ 10000 h 10000"/>
                <a:gd name="connsiteX1" fmla="*/ 0 w 10590"/>
                <a:gd name="connsiteY1" fmla="*/ 10000 h 10000"/>
                <a:gd name="connsiteX2" fmla="*/ 0 w 10590"/>
                <a:gd name="connsiteY2" fmla="*/ 0 h 10000"/>
                <a:gd name="connsiteX3" fmla="*/ 134 w 10590"/>
                <a:gd name="connsiteY3" fmla="*/ 0 h 10000"/>
                <a:gd name="connsiteX4" fmla="*/ 134 w 10590"/>
                <a:gd name="connsiteY4" fmla="*/ 9834 h 10000"/>
                <a:gd name="connsiteX5" fmla="*/ 9827 w 10590"/>
                <a:gd name="connsiteY5" fmla="*/ 9834 h 10000"/>
                <a:gd name="connsiteX6" fmla="*/ 9978 w 10590"/>
                <a:gd name="connsiteY6" fmla="*/ 9896 h 10000"/>
                <a:gd name="connsiteX7" fmla="*/ 10000 w 10590"/>
                <a:gd name="connsiteY7" fmla="*/ 10000 h 10000"/>
                <a:gd name="connsiteX0" fmla="*/ 10000 w 11147"/>
                <a:gd name="connsiteY0" fmla="*/ 10000 h 10012"/>
                <a:gd name="connsiteX1" fmla="*/ 0 w 11147"/>
                <a:gd name="connsiteY1" fmla="*/ 10000 h 10012"/>
                <a:gd name="connsiteX2" fmla="*/ 0 w 11147"/>
                <a:gd name="connsiteY2" fmla="*/ 0 h 10012"/>
                <a:gd name="connsiteX3" fmla="*/ 134 w 11147"/>
                <a:gd name="connsiteY3" fmla="*/ 0 h 10012"/>
                <a:gd name="connsiteX4" fmla="*/ 134 w 11147"/>
                <a:gd name="connsiteY4" fmla="*/ 9834 h 10012"/>
                <a:gd name="connsiteX5" fmla="*/ 9827 w 11147"/>
                <a:gd name="connsiteY5" fmla="*/ 9834 h 10012"/>
                <a:gd name="connsiteX6" fmla="*/ 10000 w 11147"/>
                <a:gd name="connsiteY6" fmla="*/ 10000 h 10012"/>
                <a:gd name="connsiteX0" fmla="*/ 10000 w 10703"/>
                <a:gd name="connsiteY0" fmla="*/ 10000 h 10012"/>
                <a:gd name="connsiteX1" fmla="*/ 0 w 10703"/>
                <a:gd name="connsiteY1" fmla="*/ 10000 h 10012"/>
                <a:gd name="connsiteX2" fmla="*/ 0 w 10703"/>
                <a:gd name="connsiteY2" fmla="*/ 0 h 10012"/>
                <a:gd name="connsiteX3" fmla="*/ 134 w 10703"/>
                <a:gd name="connsiteY3" fmla="*/ 0 h 10012"/>
                <a:gd name="connsiteX4" fmla="*/ 134 w 10703"/>
                <a:gd name="connsiteY4" fmla="*/ 9834 h 10012"/>
                <a:gd name="connsiteX5" fmla="*/ 9827 w 10703"/>
                <a:gd name="connsiteY5" fmla="*/ 9834 h 10012"/>
                <a:gd name="connsiteX6" fmla="*/ 10000 w 10703"/>
                <a:gd name="connsiteY6" fmla="*/ 10000 h 10012"/>
                <a:gd name="connsiteX0" fmla="*/ 10000 w 10686"/>
                <a:gd name="connsiteY0" fmla="*/ 10000 h 10012"/>
                <a:gd name="connsiteX1" fmla="*/ 0 w 10686"/>
                <a:gd name="connsiteY1" fmla="*/ 10000 h 10012"/>
                <a:gd name="connsiteX2" fmla="*/ 0 w 10686"/>
                <a:gd name="connsiteY2" fmla="*/ 0 h 10012"/>
                <a:gd name="connsiteX3" fmla="*/ 134 w 10686"/>
                <a:gd name="connsiteY3" fmla="*/ 0 h 10012"/>
                <a:gd name="connsiteX4" fmla="*/ 134 w 10686"/>
                <a:gd name="connsiteY4" fmla="*/ 9834 h 10012"/>
                <a:gd name="connsiteX5" fmla="*/ 9827 w 10686"/>
                <a:gd name="connsiteY5" fmla="*/ 9834 h 10012"/>
                <a:gd name="connsiteX6" fmla="*/ 10000 w 10686"/>
                <a:gd name="connsiteY6" fmla="*/ 10000 h 10012"/>
                <a:gd name="connsiteX0" fmla="*/ 10000 w 10000"/>
                <a:gd name="connsiteY0" fmla="*/ 10000 h 10012"/>
                <a:gd name="connsiteX1" fmla="*/ 0 w 10000"/>
                <a:gd name="connsiteY1" fmla="*/ 10000 h 10012"/>
                <a:gd name="connsiteX2" fmla="*/ 0 w 10000"/>
                <a:gd name="connsiteY2" fmla="*/ 0 h 10012"/>
                <a:gd name="connsiteX3" fmla="*/ 134 w 10000"/>
                <a:gd name="connsiteY3" fmla="*/ 0 h 10012"/>
                <a:gd name="connsiteX4" fmla="*/ 134 w 10000"/>
                <a:gd name="connsiteY4" fmla="*/ 9834 h 10012"/>
                <a:gd name="connsiteX5" fmla="*/ 9827 w 10000"/>
                <a:gd name="connsiteY5" fmla="*/ 9834 h 10012"/>
                <a:gd name="connsiteX6" fmla="*/ 10000 w 10000"/>
                <a:gd name="connsiteY6" fmla="*/ 10000 h 10012"/>
                <a:gd name="connsiteX0" fmla="*/ 10571 w 10571"/>
                <a:gd name="connsiteY0" fmla="*/ 10000 h 10747"/>
                <a:gd name="connsiteX1" fmla="*/ 728 w 10571"/>
                <a:gd name="connsiteY1" fmla="*/ 10000 h 10747"/>
                <a:gd name="connsiteX2" fmla="*/ 728 w 10571"/>
                <a:gd name="connsiteY2" fmla="*/ 0 h 10747"/>
                <a:gd name="connsiteX3" fmla="*/ 862 w 10571"/>
                <a:gd name="connsiteY3" fmla="*/ 0 h 10747"/>
                <a:gd name="connsiteX4" fmla="*/ 862 w 10571"/>
                <a:gd name="connsiteY4" fmla="*/ 9834 h 10747"/>
                <a:gd name="connsiteX5" fmla="*/ 10555 w 10571"/>
                <a:gd name="connsiteY5" fmla="*/ 9834 h 10747"/>
                <a:gd name="connsiteX6" fmla="*/ 10571 w 10571"/>
                <a:gd name="connsiteY6" fmla="*/ 10000 h 10747"/>
                <a:gd name="connsiteX0" fmla="*/ 10571 w 10571"/>
                <a:gd name="connsiteY0" fmla="*/ 10000 h 10747"/>
                <a:gd name="connsiteX1" fmla="*/ 728 w 10571"/>
                <a:gd name="connsiteY1" fmla="*/ 10000 h 10747"/>
                <a:gd name="connsiteX2" fmla="*/ 728 w 10571"/>
                <a:gd name="connsiteY2" fmla="*/ 0 h 10747"/>
                <a:gd name="connsiteX3" fmla="*/ 862 w 10571"/>
                <a:gd name="connsiteY3" fmla="*/ 0 h 10747"/>
                <a:gd name="connsiteX4" fmla="*/ 862 w 10571"/>
                <a:gd name="connsiteY4" fmla="*/ 9834 h 10747"/>
                <a:gd name="connsiteX5" fmla="*/ 10555 w 10571"/>
                <a:gd name="connsiteY5" fmla="*/ 9834 h 10747"/>
                <a:gd name="connsiteX6" fmla="*/ 10571 w 10571"/>
                <a:gd name="connsiteY6" fmla="*/ 10000 h 10747"/>
                <a:gd name="connsiteX0" fmla="*/ 10558 w 10558"/>
                <a:gd name="connsiteY0" fmla="*/ 10000 h 10747"/>
                <a:gd name="connsiteX1" fmla="*/ 728 w 10558"/>
                <a:gd name="connsiteY1" fmla="*/ 10000 h 10747"/>
                <a:gd name="connsiteX2" fmla="*/ 728 w 10558"/>
                <a:gd name="connsiteY2" fmla="*/ 0 h 10747"/>
                <a:gd name="connsiteX3" fmla="*/ 862 w 10558"/>
                <a:gd name="connsiteY3" fmla="*/ 0 h 10747"/>
                <a:gd name="connsiteX4" fmla="*/ 862 w 10558"/>
                <a:gd name="connsiteY4" fmla="*/ 9834 h 10747"/>
                <a:gd name="connsiteX5" fmla="*/ 10555 w 10558"/>
                <a:gd name="connsiteY5" fmla="*/ 9834 h 10747"/>
                <a:gd name="connsiteX6" fmla="*/ 10558 w 10558"/>
                <a:gd name="connsiteY6" fmla="*/ 10000 h 10747"/>
                <a:gd name="connsiteX0" fmla="*/ 10558 w 10558"/>
                <a:gd name="connsiteY0" fmla="*/ 10000 h 10747"/>
                <a:gd name="connsiteX1" fmla="*/ 728 w 10558"/>
                <a:gd name="connsiteY1" fmla="*/ 10000 h 10747"/>
                <a:gd name="connsiteX2" fmla="*/ 728 w 10558"/>
                <a:gd name="connsiteY2" fmla="*/ 0 h 10747"/>
                <a:gd name="connsiteX3" fmla="*/ 862 w 10558"/>
                <a:gd name="connsiteY3" fmla="*/ 0 h 10747"/>
                <a:gd name="connsiteX4" fmla="*/ 862 w 10558"/>
                <a:gd name="connsiteY4" fmla="*/ 9834 h 10747"/>
                <a:gd name="connsiteX5" fmla="*/ 10555 w 10558"/>
                <a:gd name="connsiteY5" fmla="*/ 9834 h 10747"/>
                <a:gd name="connsiteX6" fmla="*/ 10558 w 10558"/>
                <a:gd name="connsiteY6" fmla="*/ 10000 h 10747"/>
                <a:gd name="connsiteX0" fmla="*/ 10558 w 10558"/>
                <a:gd name="connsiteY0" fmla="*/ 10000 h 10747"/>
                <a:gd name="connsiteX1" fmla="*/ 728 w 10558"/>
                <a:gd name="connsiteY1" fmla="*/ 10000 h 10747"/>
                <a:gd name="connsiteX2" fmla="*/ 728 w 10558"/>
                <a:gd name="connsiteY2" fmla="*/ 0 h 10747"/>
                <a:gd name="connsiteX3" fmla="*/ 862 w 10558"/>
                <a:gd name="connsiteY3" fmla="*/ 0 h 10747"/>
                <a:gd name="connsiteX4" fmla="*/ 862 w 10558"/>
                <a:gd name="connsiteY4" fmla="*/ 9834 h 10747"/>
                <a:gd name="connsiteX5" fmla="*/ 10555 w 10558"/>
                <a:gd name="connsiteY5" fmla="*/ 9834 h 10747"/>
                <a:gd name="connsiteX6" fmla="*/ 10558 w 10558"/>
                <a:gd name="connsiteY6" fmla="*/ 10000 h 10747"/>
                <a:gd name="connsiteX0" fmla="*/ 10558 w 10558"/>
                <a:gd name="connsiteY0" fmla="*/ 10000 h 10013"/>
                <a:gd name="connsiteX1" fmla="*/ 728 w 10558"/>
                <a:gd name="connsiteY1" fmla="*/ 10000 h 10013"/>
                <a:gd name="connsiteX2" fmla="*/ 728 w 10558"/>
                <a:gd name="connsiteY2" fmla="*/ 0 h 10013"/>
                <a:gd name="connsiteX3" fmla="*/ 862 w 10558"/>
                <a:gd name="connsiteY3" fmla="*/ 0 h 10013"/>
                <a:gd name="connsiteX4" fmla="*/ 862 w 10558"/>
                <a:gd name="connsiteY4" fmla="*/ 9834 h 10013"/>
                <a:gd name="connsiteX5" fmla="*/ 10555 w 10558"/>
                <a:gd name="connsiteY5" fmla="*/ 9834 h 10013"/>
                <a:gd name="connsiteX6" fmla="*/ 10558 w 10558"/>
                <a:gd name="connsiteY6" fmla="*/ 10000 h 10013"/>
                <a:gd name="connsiteX0" fmla="*/ 9834 w 9834"/>
                <a:gd name="connsiteY0" fmla="*/ 10000 h 10013"/>
                <a:gd name="connsiteX1" fmla="*/ 4 w 9834"/>
                <a:gd name="connsiteY1" fmla="*/ 10000 h 10013"/>
                <a:gd name="connsiteX2" fmla="*/ 4 w 9834"/>
                <a:gd name="connsiteY2" fmla="*/ 0 h 10013"/>
                <a:gd name="connsiteX3" fmla="*/ 138 w 9834"/>
                <a:gd name="connsiteY3" fmla="*/ 0 h 10013"/>
                <a:gd name="connsiteX4" fmla="*/ 138 w 9834"/>
                <a:gd name="connsiteY4" fmla="*/ 9834 h 10013"/>
                <a:gd name="connsiteX5" fmla="*/ 9831 w 9834"/>
                <a:gd name="connsiteY5" fmla="*/ 9834 h 10013"/>
                <a:gd name="connsiteX6" fmla="*/ 9834 w 9834"/>
                <a:gd name="connsiteY6" fmla="*/ 10000 h 10013"/>
                <a:gd name="connsiteX0" fmla="*/ 7727 w 9997"/>
                <a:gd name="connsiteY0" fmla="*/ 10010 h 10018"/>
                <a:gd name="connsiteX1" fmla="*/ 4 w 9997"/>
                <a:gd name="connsiteY1" fmla="*/ 9987 h 10018"/>
                <a:gd name="connsiteX2" fmla="*/ 4 w 9997"/>
                <a:gd name="connsiteY2" fmla="*/ 0 h 10018"/>
                <a:gd name="connsiteX3" fmla="*/ 140 w 9997"/>
                <a:gd name="connsiteY3" fmla="*/ 0 h 10018"/>
                <a:gd name="connsiteX4" fmla="*/ 140 w 9997"/>
                <a:gd name="connsiteY4" fmla="*/ 9821 h 10018"/>
                <a:gd name="connsiteX5" fmla="*/ 9997 w 9997"/>
                <a:gd name="connsiteY5" fmla="*/ 9821 h 10018"/>
                <a:gd name="connsiteX6" fmla="*/ 7727 w 9997"/>
                <a:gd name="connsiteY6" fmla="*/ 10010 h 10018"/>
                <a:gd name="connsiteX0" fmla="*/ 8146 w 8146"/>
                <a:gd name="connsiteY0" fmla="*/ 9992 h 10531"/>
                <a:gd name="connsiteX1" fmla="*/ 421 w 8146"/>
                <a:gd name="connsiteY1" fmla="*/ 9969 h 10531"/>
                <a:gd name="connsiteX2" fmla="*/ 421 w 8146"/>
                <a:gd name="connsiteY2" fmla="*/ 0 h 10531"/>
                <a:gd name="connsiteX3" fmla="*/ 557 w 8146"/>
                <a:gd name="connsiteY3" fmla="*/ 0 h 10531"/>
                <a:gd name="connsiteX4" fmla="*/ 557 w 8146"/>
                <a:gd name="connsiteY4" fmla="*/ 9803 h 10531"/>
                <a:gd name="connsiteX5" fmla="*/ 8086 w 8146"/>
                <a:gd name="connsiteY5" fmla="*/ 9811 h 10531"/>
                <a:gd name="connsiteX6" fmla="*/ 8146 w 8146"/>
                <a:gd name="connsiteY6" fmla="*/ 9992 h 10531"/>
                <a:gd name="connsiteX0" fmla="*/ 9929 w 9929"/>
                <a:gd name="connsiteY0" fmla="*/ 9503 h 9999"/>
                <a:gd name="connsiteX1" fmla="*/ 517 w 9929"/>
                <a:gd name="connsiteY1" fmla="*/ 9466 h 9999"/>
                <a:gd name="connsiteX2" fmla="*/ 517 w 9929"/>
                <a:gd name="connsiteY2" fmla="*/ 0 h 9999"/>
                <a:gd name="connsiteX3" fmla="*/ 684 w 9929"/>
                <a:gd name="connsiteY3" fmla="*/ 0 h 9999"/>
                <a:gd name="connsiteX4" fmla="*/ 684 w 9929"/>
                <a:gd name="connsiteY4" fmla="*/ 9309 h 9999"/>
                <a:gd name="connsiteX5" fmla="*/ 9926 w 9929"/>
                <a:gd name="connsiteY5" fmla="*/ 9316 h 9999"/>
                <a:gd name="connsiteX6" fmla="*/ 9929 w 9929"/>
                <a:gd name="connsiteY6" fmla="*/ 9503 h 9999"/>
                <a:gd name="connsiteX0" fmla="*/ 10000 w 10000"/>
                <a:gd name="connsiteY0" fmla="*/ 9504 h 10000"/>
                <a:gd name="connsiteX1" fmla="*/ 521 w 10000"/>
                <a:gd name="connsiteY1" fmla="*/ 9467 h 10000"/>
                <a:gd name="connsiteX2" fmla="*/ 521 w 10000"/>
                <a:gd name="connsiteY2" fmla="*/ 0 h 10000"/>
                <a:gd name="connsiteX3" fmla="*/ 689 w 10000"/>
                <a:gd name="connsiteY3" fmla="*/ 0 h 10000"/>
                <a:gd name="connsiteX4" fmla="*/ 689 w 10000"/>
                <a:gd name="connsiteY4" fmla="*/ 9310 h 10000"/>
                <a:gd name="connsiteX5" fmla="*/ 9997 w 10000"/>
                <a:gd name="connsiteY5" fmla="*/ 9317 h 10000"/>
                <a:gd name="connsiteX6" fmla="*/ 10000 w 10000"/>
                <a:gd name="connsiteY6" fmla="*/ 9504 h 10000"/>
                <a:gd name="connsiteX0" fmla="*/ 10000 w 10000"/>
                <a:gd name="connsiteY0" fmla="*/ 9504 h 10002"/>
                <a:gd name="connsiteX1" fmla="*/ 521 w 10000"/>
                <a:gd name="connsiteY1" fmla="*/ 9467 h 10002"/>
                <a:gd name="connsiteX2" fmla="*/ 521 w 10000"/>
                <a:gd name="connsiteY2" fmla="*/ 0 h 10002"/>
                <a:gd name="connsiteX3" fmla="*/ 689 w 10000"/>
                <a:gd name="connsiteY3" fmla="*/ 0 h 10002"/>
                <a:gd name="connsiteX4" fmla="*/ 689 w 10000"/>
                <a:gd name="connsiteY4" fmla="*/ 9310 h 10002"/>
                <a:gd name="connsiteX5" fmla="*/ 9997 w 10000"/>
                <a:gd name="connsiteY5" fmla="*/ 9317 h 10002"/>
                <a:gd name="connsiteX6" fmla="*/ 10000 w 10000"/>
                <a:gd name="connsiteY6" fmla="*/ 9504 h 10002"/>
                <a:gd name="connsiteX0" fmla="*/ 9483 w 9483"/>
                <a:gd name="connsiteY0" fmla="*/ 9504 h 10002"/>
                <a:gd name="connsiteX1" fmla="*/ 4 w 9483"/>
                <a:gd name="connsiteY1" fmla="*/ 9467 h 10002"/>
                <a:gd name="connsiteX2" fmla="*/ 4 w 9483"/>
                <a:gd name="connsiteY2" fmla="*/ 0 h 10002"/>
                <a:gd name="connsiteX3" fmla="*/ 172 w 9483"/>
                <a:gd name="connsiteY3" fmla="*/ 0 h 10002"/>
                <a:gd name="connsiteX4" fmla="*/ 172 w 9483"/>
                <a:gd name="connsiteY4" fmla="*/ 9310 h 10002"/>
                <a:gd name="connsiteX5" fmla="*/ 9480 w 9483"/>
                <a:gd name="connsiteY5" fmla="*/ 9317 h 10002"/>
                <a:gd name="connsiteX6" fmla="*/ 9483 w 9483"/>
                <a:gd name="connsiteY6" fmla="*/ 9504 h 10002"/>
                <a:gd name="connsiteX0" fmla="*/ 10000 w 10000"/>
                <a:gd name="connsiteY0" fmla="*/ 9502 h 9502"/>
                <a:gd name="connsiteX1" fmla="*/ 4 w 10000"/>
                <a:gd name="connsiteY1" fmla="*/ 9465 h 9502"/>
                <a:gd name="connsiteX2" fmla="*/ 4 w 10000"/>
                <a:gd name="connsiteY2" fmla="*/ 0 h 9502"/>
                <a:gd name="connsiteX3" fmla="*/ 181 w 10000"/>
                <a:gd name="connsiteY3" fmla="*/ 0 h 9502"/>
                <a:gd name="connsiteX4" fmla="*/ 181 w 10000"/>
                <a:gd name="connsiteY4" fmla="*/ 9308 h 9502"/>
                <a:gd name="connsiteX5" fmla="*/ 9997 w 10000"/>
                <a:gd name="connsiteY5" fmla="*/ 9315 h 9502"/>
                <a:gd name="connsiteX6" fmla="*/ 10000 w 10000"/>
                <a:gd name="connsiteY6" fmla="*/ 9502 h 9502"/>
                <a:gd name="connsiteX0" fmla="*/ 10000 w 10000"/>
                <a:gd name="connsiteY0" fmla="*/ 9992 h 9992"/>
                <a:gd name="connsiteX1" fmla="*/ 4 w 10000"/>
                <a:gd name="connsiteY1" fmla="*/ 9961 h 9992"/>
                <a:gd name="connsiteX2" fmla="*/ 4 w 10000"/>
                <a:gd name="connsiteY2" fmla="*/ 0 h 9992"/>
                <a:gd name="connsiteX3" fmla="*/ 181 w 10000"/>
                <a:gd name="connsiteY3" fmla="*/ 0 h 9992"/>
                <a:gd name="connsiteX4" fmla="*/ 181 w 10000"/>
                <a:gd name="connsiteY4" fmla="*/ 9796 h 9992"/>
                <a:gd name="connsiteX5" fmla="*/ 9997 w 10000"/>
                <a:gd name="connsiteY5" fmla="*/ 9803 h 9992"/>
                <a:gd name="connsiteX6" fmla="*/ 10000 w 10000"/>
                <a:gd name="connsiteY6" fmla="*/ 9992 h 9992"/>
                <a:gd name="connsiteX0" fmla="*/ 9992 w 9997"/>
                <a:gd name="connsiteY0" fmla="*/ 9969 h 9969"/>
                <a:gd name="connsiteX1" fmla="*/ 4 w 9997"/>
                <a:gd name="connsiteY1" fmla="*/ 9969 h 9969"/>
                <a:gd name="connsiteX2" fmla="*/ 4 w 9997"/>
                <a:gd name="connsiteY2" fmla="*/ 0 h 9969"/>
                <a:gd name="connsiteX3" fmla="*/ 181 w 9997"/>
                <a:gd name="connsiteY3" fmla="*/ 0 h 9969"/>
                <a:gd name="connsiteX4" fmla="*/ 181 w 9997"/>
                <a:gd name="connsiteY4" fmla="*/ 9804 h 9969"/>
                <a:gd name="connsiteX5" fmla="*/ 9997 w 9997"/>
                <a:gd name="connsiteY5" fmla="*/ 9811 h 9969"/>
                <a:gd name="connsiteX6" fmla="*/ 9992 w 9997"/>
                <a:gd name="connsiteY6" fmla="*/ 9969 h 9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97" h="9969">
                  <a:moveTo>
                    <a:pt x="9992" y="9969"/>
                  </a:moveTo>
                  <a:lnTo>
                    <a:pt x="4" y="9969"/>
                  </a:lnTo>
                  <a:cubicBezTo>
                    <a:pt x="-5" y="8244"/>
                    <a:pt x="4" y="3322"/>
                    <a:pt x="4" y="0"/>
                  </a:cubicBezTo>
                  <a:lnTo>
                    <a:pt x="181" y="0"/>
                  </a:lnTo>
                  <a:lnTo>
                    <a:pt x="181" y="9804"/>
                  </a:lnTo>
                  <a:lnTo>
                    <a:pt x="9997" y="9811"/>
                  </a:lnTo>
                  <a:cubicBezTo>
                    <a:pt x="10002" y="9887"/>
                    <a:pt x="9986" y="9894"/>
                    <a:pt x="9992" y="9969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859B16E9-DBC8-40B9-930F-759AC963E43B}"/>
              </a:ext>
            </a:extLst>
          </p:cNvPr>
          <p:cNvSpPr txBox="1"/>
          <p:nvPr userDrawn="1"/>
        </p:nvSpPr>
        <p:spPr>
          <a:xfrm>
            <a:off x="1498633" y="6488050"/>
            <a:ext cx="28288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C36559-2DE4-4C8B-8C67-51DC41FD4C7C}"/>
              </a:ext>
            </a:extLst>
          </p:cNvPr>
          <p:cNvSpPr txBox="1"/>
          <p:nvPr userDrawn="1"/>
        </p:nvSpPr>
        <p:spPr>
          <a:xfrm>
            <a:off x="587810" y="6485637"/>
            <a:ext cx="3371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©2022 Nordic</a:t>
            </a:r>
            <a:r>
              <a:rPr lang="en-US" sz="1000" b="0" i="0" kern="1200" baseline="300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™</a:t>
            </a:r>
            <a:r>
              <a:rPr lang="en-US" sz="1000" b="0" i="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. All rights reserved. Confidential.</a:t>
            </a:r>
            <a:endParaRPr lang="en-US" sz="100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8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Right Side Tex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4694A50-6B1D-4C1C-AEFC-7956AF2594B8}"/>
              </a:ext>
            </a:extLst>
          </p:cNvPr>
          <p:cNvSpPr/>
          <p:nvPr userDrawn="1"/>
        </p:nvSpPr>
        <p:spPr>
          <a:xfrm>
            <a:off x="1" y="1"/>
            <a:ext cx="3443244" cy="6858001"/>
          </a:xfrm>
          <a:prstGeom prst="rect">
            <a:avLst/>
          </a:prstGeom>
          <a:solidFill>
            <a:srgbClr val="3054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3048" y="585216"/>
            <a:ext cx="7964424" cy="8595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3813048" y="2066544"/>
            <a:ext cx="7964424" cy="3941064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813048" y="1444752"/>
            <a:ext cx="7955280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83B89E-DE4D-4C78-BB05-132D0EDD4E56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accent3"/>
                </a:solidFill>
                <a:latin typeface="+mj-lt"/>
              </a:rPr>
              <a:t>‹#›</a:t>
            </a:fld>
            <a:endParaRPr lang="en-US" sz="160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DA313B-97A4-49CA-B987-D2A9C641884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33286" y="6463062"/>
            <a:ext cx="1381500" cy="272839"/>
            <a:chOff x="13039725" y="3148013"/>
            <a:chExt cx="4814888" cy="950913"/>
          </a:xfrm>
          <a:solidFill>
            <a:srgbClr val="999999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AA5E231-F100-4974-BC26-3FD1E21817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39725" y="3162300"/>
              <a:ext cx="744538" cy="920750"/>
            </a:xfrm>
            <a:custGeom>
              <a:avLst/>
              <a:gdLst>
                <a:gd name="T0" fmla="*/ 505 w 647"/>
                <a:gd name="T1" fmla="*/ 798 h 798"/>
                <a:gd name="T2" fmla="*/ 212 w 647"/>
                <a:gd name="T3" fmla="*/ 363 h 798"/>
                <a:gd name="T4" fmla="*/ 180 w 647"/>
                <a:gd name="T5" fmla="*/ 314 h 798"/>
                <a:gd name="T6" fmla="*/ 156 w 647"/>
                <a:gd name="T7" fmla="*/ 273 h 798"/>
                <a:gd name="T8" fmla="*/ 156 w 647"/>
                <a:gd name="T9" fmla="*/ 306 h 798"/>
                <a:gd name="T10" fmla="*/ 157 w 647"/>
                <a:gd name="T11" fmla="*/ 355 h 798"/>
                <a:gd name="T12" fmla="*/ 158 w 647"/>
                <a:gd name="T13" fmla="*/ 405 h 798"/>
                <a:gd name="T14" fmla="*/ 158 w 647"/>
                <a:gd name="T15" fmla="*/ 447 h 798"/>
                <a:gd name="T16" fmla="*/ 158 w 647"/>
                <a:gd name="T17" fmla="*/ 798 h 798"/>
                <a:gd name="T18" fmla="*/ 0 w 647"/>
                <a:gd name="T19" fmla="*/ 798 h 798"/>
                <a:gd name="T20" fmla="*/ 0 w 647"/>
                <a:gd name="T21" fmla="*/ 0 h 798"/>
                <a:gd name="T22" fmla="*/ 154 w 647"/>
                <a:gd name="T23" fmla="*/ 0 h 798"/>
                <a:gd name="T24" fmla="*/ 435 w 647"/>
                <a:gd name="T25" fmla="*/ 422 h 798"/>
                <a:gd name="T26" fmla="*/ 467 w 647"/>
                <a:gd name="T27" fmla="*/ 471 h 798"/>
                <a:gd name="T28" fmla="*/ 491 w 647"/>
                <a:gd name="T29" fmla="*/ 512 h 798"/>
                <a:gd name="T30" fmla="*/ 491 w 647"/>
                <a:gd name="T31" fmla="*/ 479 h 798"/>
                <a:gd name="T32" fmla="*/ 490 w 647"/>
                <a:gd name="T33" fmla="*/ 431 h 798"/>
                <a:gd name="T34" fmla="*/ 489 w 647"/>
                <a:gd name="T35" fmla="*/ 380 h 798"/>
                <a:gd name="T36" fmla="*/ 489 w 647"/>
                <a:gd name="T37" fmla="*/ 338 h 798"/>
                <a:gd name="T38" fmla="*/ 489 w 647"/>
                <a:gd name="T39" fmla="*/ 0 h 798"/>
                <a:gd name="T40" fmla="*/ 647 w 647"/>
                <a:gd name="T41" fmla="*/ 0 h 798"/>
                <a:gd name="T42" fmla="*/ 647 w 647"/>
                <a:gd name="T43" fmla="*/ 798 h 798"/>
                <a:gd name="T44" fmla="*/ 505 w 647"/>
                <a:gd name="T45" fmla="*/ 798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7" h="798">
                  <a:moveTo>
                    <a:pt x="505" y="798"/>
                  </a:moveTo>
                  <a:cubicBezTo>
                    <a:pt x="212" y="363"/>
                    <a:pt x="212" y="363"/>
                    <a:pt x="212" y="363"/>
                  </a:cubicBezTo>
                  <a:cubicBezTo>
                    <a:pt x="202" y="348"/>
                    <a:pt x="191" y="331"/>
                    <a:pt x="180" y="314"/>
                  </a:cubicBezTo>
                  <a:cubicBezTo>
                    <a:pt x="169" y="297"/>
                    <a:pt x="161" y="283"/>
                    <a:pt x="156" y="273"/>
                  </a:cubicBezTo>
                  <a:cubicBezTo>
                    <a:pt x="156" y="280"/>
                    <a:pt x="156" y="291"/>
                    <a:pt x="156" y="306"/>
                  </a:cubicBezTo>
                  <a:cubicBezTo>
                    <a:pt x="157" y="321"/>
                    <a:pt x="157" y="337"/>
                    <a:pt x="157" y="355"/>
                  </a:cubicBezTo>
                  <a:cubicBezTo>
                    <a:pt x="157" y="372"/>
                    <a:pt x="157" y="388"/>
                    <a:pt x="158" y="405"/>
                  </a:cubicBezTo>
                  <a:cubicBezTo>
                    <a:pt x="158" y="422"/>
                    <a:pt x="158" y="436"/>
                    <a:pt x="158" y="447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435" y="422"/>
                    <a:pt x="435" y="422"/>
                    <a:pt x="435" y="422"/>
                  </a:cubicBezTo>
                  <a:cubicBezTo>
                    <a:pt x="445" y="437"/>
                    <a:pt x="456" y="453"/>
                    <a:pt x="467" y="471"/>
                  </a:cubicBezTo>
                  <a:cubicBezTo>
                    <a:pt x="478" y="488"/>
                    <a:pt x="486" y="502"/>
                    <a:pt x="491" y="512"/>
                  </a:cubicBezTo>
                  <a:cubicBezTo>
                    <a:pt x="491" y="505"/>
                    <a:pt x="491" y="493"/>
                    <a:pt x="491" y="479"/>
                  </a:cubicBezTo>
                  <a:cubicBezTo>
                    <a:pt x="490" y="464"/>
                    <a:pt x="490" y="448"/>
                    <a:pt x="490" y="431"/>
                  </a:cubicBezTo>
                  <a:cubicBezTo>
                    <a:pt x="490" y="414"/>
                    <a:pt x="490" y="397"/>
                    <a:pt x="489" y="380"/>
                  </a:cubicBezTo>
                  <a:cubicBezTo>
                    <a:pt x="489" y="363"/>
                    <a:pt x="489" y="349"/>
                    <a:pt x="489" y="338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647" y="0"/>
                    <a:pt x="647" y="0"/>
                    <a:pt x="647" y="0"/>
                  </a:cubicBezTo>
                  <a:cubicBezTo>
                    <a:pt x="647" y="798"/>
                    <a:pt x="647" y="798"/>
                    <a:pt x="647" y="798"/>
                  </a:cubicBezTo>
                  <a:lnTo>
                    <a:pt x="505" y="79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A0CC029-0E18-4C36-8007-F17BFAA094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989175" y="3162300"/>
              <a:ext cx="744538" cy="920750"/>
            </a:xfrm>
            <a:custGeom>
              <a:avLst/>
              <a:gdLst>
                <a:gd name="T0" fmla="*/ 608 w 647"/>
                <a:gd name="T1" fmla="*/ 401 h 798"/>
                <a:gd name="T2" fmla="*/ 647 w 647"/>
                <a:gd name="T3" fmla="*/ 253 h 798"/>
                <a:gd name="T4" fmla="*/ 625 w 647"/>
                <a:gd name="T5" fmla="*/ 142 h 798"/>
                <a:gd name="T6" fmla="*/ 565 w 647"/>
                <a:gd name="T7" fmla="*/ 63 h 798"/>
                <a:gd name="T8" fmla="*/ 478 w 647"/>
                <a:gd name="T9" fmla="*/ 15 h 798"/>
                <a:gd name="T10" fmla="*/ 372 w 647"/>
                <a:gd name="T11" fmla="*/ 0 h 798"/>
                <a:gd name="T12" fmla="*/ 0 w 647"/>
                <a:gd name="T13" fmla="*/ 0 h 798"/>
                <a:gd name="T14" fmla="*/ 0 w 647"/>
                <a:gd name="T15" fmla="*/ 798 h 798"/>
                <a:gd name="T16" fmla="*/ 158 w 647"/>
                <a:gd name="T17" fmla="*/ 798 h 798"/>
                <a:gd name="T18" fmla="*/ 158 w 647"/>
                <a:gd name="T19" fmla="*/ 511 h 798"/>
                <a:gd name="T20" fmla="*/ 320 w 647"/>
                <a:gd name="T21" fmla="*/ 511 h 798"/>
                <a:gd name="T22" fmla="*/ 462 w 647"/>
                <a:gd name="T23" fmla="*/ 798 h 798"/>
                <a:gd name="T24" fmla="*/ 647 w 647"/>
                <a:gd name="T25" fmla="*/ 798 h 798"/>
                <a:gd name="T26" fmla="*/ 494 w 647"/>
                <a:gd name="T27" fmla="*/ 488 h 798"/>
                <a:gd name="T28" fmla="*/ 608 w 647"/>
                <a:gd name="T29" fmla="*/ 401 h 798"/>
                <a:gd name="T30" fmla="*/ 368 w 647"/>
                <a:gd name="T31" fmla="*/ 360 h 798"/>
                <a:gd name="T32" fmla="*/ 158 w 647"/>
                <a:gd name="T33" fmla="*/ 360 h 798"/>
                <a:gd name="T34" fmla="*/ 158 w 647"/>
                <a:gd name="T35" fmla="*/ 156 h 798"/>
                <a:gd name="T36" fmla="*/ 368 w 647"/>
                <a:gd name="T37" fmla="*/ 156 h 798"/>
                <a:gd name="T38" fmla="*/ 452 w 647"/>
                <a:gd name="T39" fmla="*/ 180 h 798"/>
                <a:gd name="T40" fmla="*/ 482 w 647"/>
                <a:gd name="T41" fmla="*/ 257 h 798"/>
                <a:gd name="T42" fmla="*/ 368 w 647"/>
                <a:gd name="T43" fmla="*/ 36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08" y="401"/>
                  </a:moveTo>
                  <a:cubicBezTo>
                    <a:pt x="634" y="363"/>
                    <a:pt x="647" y="313"/>
                    <a:pt x="647" y="253"/>
                  </a:cubicBezTo>
                  <a:cubicBezTo>
                    <a:pt x="647" y="211"/>
                    <a:pt x="639" y="174"/>
                    <a:pt x="625" y="142"/>
                  </a:cubicBezTo>
                  <a:cubicBezTo>
                    <a:pt x="610" y="111"/>
                    <a:pt x="591" y="84"/>
                    <a:pt x="565" y="63"/>
                  </a:cubicBezTo>
                  <a:cubicBezTo>
                    <a:pt x="540" y="42"/>
                    <a:pt x="511" y="26"/>
                    <a:pt x="478" y="15"/>
                  </a:cubicBezTo>
                  <a:cubicBezTo>
                    <a:pt x="444" y="5"/>
                    <a:pt x="409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158" y="511"/>
                    <a:pt x="158" y="511"/>
                    <a:pt x="158" y="511"/>
                  </a:cubicBezTo>
                  <a:cubicBezTo>
                    <a:pt x="320" y="511"/>
                    <a:pt x="320" y="511"/>
                    <a:pt x="320" y="511"/>
                  </a:cubicBezTo>
                  <a:cubicBezTo>
                    <a:pt x="462" y="798"/>
                    <a:pt x="462" y="798"/>
                    <a:pt x="462" y="798"/>
                  </a:cubicBezTo>
                  <a:cubicBezTo>
                    <a:pt x="647" y="798"/>
                    <a:pt x="647" y="798"/>
                    <a:pt x="647" y="798"/>
                  </a:cubicBezTo>
                  <a:cubicBezTo>
                    <a:pt x="494" y="488"/>
                    <a:pt x="494" y="488"/>
                    <a:pt x="494" y="488"/>
                  </a:cubicBezTo>
                  <a:cubicBezTo>
                    <a:pt x="545" y="468"/>
                    <a:pt x="583" y="439"/>
                    <a:pt x="608" y="401"/>
                  </a:cubicBezTo>
                  <a:close/>
                  <a:moveTo>
                    <a:pt x="368" y="360"/>
                  </a:moveTo>
                  <a:cubicBezTo>
                    <a:pt x="158" y="360"/>
                    <a:pt x="158" y="360"/>
                    <a:pt x="158" y="360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368" y="156"/>
                    <a:pt x="368" y="156"/>
                    <a:pt x="368" y="156"/>
                  </a:cubicBezTo>
                  <a:cubicBezTo>
                    <a:pt x="404" y="156"/>
                    <a:pt x="432" y="164"/>
                    <a:pt x="452" y="180"/>
                  </a:cubicBezTo>
                  <a:cubicBezTo>
                    <a:pt x="472" y="195"/>
                    <a:pt x="482" y="221"/>
                    <a:pt x="482" y="257"/>
                  </a:cubicBezTo>
                  <a:cubicBezTo>
                    <a:pt x="482" y="326"/>
                    <a:pt x="444" y="360"/>
                    <a:pt x="368" y="3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A0BC13B5-92FF-4136-B2CA-8733A5BAD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78175" y="3162300"/>
              <a:ext cx="744538" cy="920750"/>
            </a:xfrm>
            <a:custGeom>
              <a:avLst/>
              <a:gdLst>
                <a:gd name="T0" fmla="*/ 616 w 647"/>
                <a:gd name="T1" fmla="*/ 214 h 798"/>
                <a:gd name="T2" fmla="*/ 533 w 647"/>
                <a:gd name="T3" fmla="*/ 90 h 798"/>
                <a:gd name="T4" fmla="*/ 408 w 647"/>
                <a:gd name="T5" fmla="*/ 21 h 798"/>
                <a:gd name="T6" fmla="*/ 250 w 647"/>
                <a:gd name="T7" fmla="*/ 0 h 798"/>
                <a:gd name="T8" fmla="*/ 0 w 647"/>
                <a:gd name="T9" fmla="*/ 0 h 798"/>
                <a:gd name="T10" fmla="*/ 0 w 647"/>
                <a:gd name="T11" fmla="*/ 798 h 798"/>
                <a:gd name="T12" fmla="*/ 238 w 647"/>
                <a:gd name="T13" fmla="*/ 798 h 798"/>
                <a:gd name="T14" fmla="*/ 388 w 647"/>
                <a:gd name="T15" fmla="*/ 776 h 798"/>
                <a:gd name="T16" fmla="*/ 519 w 647"/>
                <a:gd name="T17" fmla="*/ 704 h 798"/>
                <a:gd name="T18" fmla="*/ 612 w 647"/>
                <a:gd name="T19" fmla="*/ 580 h 798"/>
                <a:gd name="T20" fmla="*/ 647 w 647"/>
                <a:gd name="T21" fmla="*/ 399 h 798"/>
                <a:gd name="T22" fmla="*/ 616 w 647"/>
                <a:gd name="T23" fmla="*/ 214 h 798"/>
                <a:gd name="T24" fmla="*/ 468 w 647"/>
                <a:gd name="T25" fmla="*/ 499 h 798"/>
                <a:gd name="T26" fmla="*/ 423 w 647"/>
                <a:gd name="T27" fmla="*/ 575 h 798"/>
                <a:gd name="T28" fmla="*/ 347 w 647"/>
                <a:gd name="T29" fmla="*/ 625 h 798"/>
                <a:gd name="T30" fmla="*/ 237 w 647"/>
                <a:gd name="T31" fmla="*/ 642 h 798"/>
                <a:gd name="T32" fmla="*/ 158 w 647"/>
                <a:gd name="T33" fmla="*/ 642 h 798"/>
                <a:gd name="T34" fmla="*/ 158 w 647"/>
                <a:gd name="T35" fmla="*/ 156 h 798"/>
                <a:gd name="T36" fmla="*/ 243 w 647"/>
                <a:gd name="T37" fmla="*/ 156 h 798"/>
                <a:gd name="T38" fmla="*/ 426 w 647"/>
                <a:gd name="T39" fmla="*/ 217 h 798"/>
                <a:gd name="T40" fmla="*/ 482 w 647"/>
                <a:gd name="T41" fmla="*/ 399 h 798"/>
                <a:gd name="T42" fmla="*/ 468 w 647"/>
                <a:gd name="T43" fmla="*/ 499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16" y="214"/>
                  </a:moveTo>
                  <a:cubicBezTo>
                    <a:pt x="596" y="163"/>
                    <a:pt x="568" y="122"/>
                    <a:pt x="533" y="90"/>
                  </a:cubicBezTo>
                  <a:cubicBezTo>
                    <a:pt x="498" y="58"/>
                    <a:pt x="456" y="35"/>
                    <a:pt x="408" y="21"/>
                  </a:cubicBezTo>
                  <a:cubicBezTo>
                    <a:pt x="359" y="7"/>
                    <a:pt x="307" y="0"/>
                    <a:pt x="25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238" y="798"/>
                    <a:pt x="238" y="798"/>
                    <a:pt x="238" y="798"/>
                  </a:cubicBezTo>
                  <a:cubicBezTo>
                    <a:pt x="289" y="798"/>
                    <a:pt x="339" y="791"/>
                    <a:pt x="388" y="776"/>
                  </a:cubicBezTo>
                  <a:cubicBezTo>
                    <a:pt x="437" y="760"/>
                    <a:pt x="481" y="737"/>
                    <a:pt x="519" y="704"/>
                  </a:cubicBezTo>
                  <a:cubicBezTo>
                    <a:pt x="558" y="672"/>
                    <a:pt x="589" y="631"/>
                    <a:pt x="612" y="580"/>
                  </a:cubicBezTo>
                  <a:cubicBezTo>
                    <a:pt x="635" y="529"/>
                    <a:pt x="647" y="469"/>
                    <a:pt x="647" y="399"/>
                  </a:cubicBezTo>
                  <a:cubicBezTo>
                    <a:pt x="647" y="326"/>
                    <a:pt x="637" y="264"/>
                    <a:pt x="616" y="214"/>
                  </a:cubicBezTo>
                  <a:close/>
                  <a:moveTo>
                    <a:pt x="468" y="499"/>
                  </a:moveTo>
                  <a:cubicBezTo>
                    <a:pt x="458" y="529"/>
                    <a:pt x="443" y="554"/>
                    <a:pt x="423" y="575"/>
                  </a:cubicBezTo>
                  <a:cubicBezTo>
                    <a:pt x="403" y="596"/>
                    <a:pt x="378" y="613"/>
                    <a:pt x="347" y="625"/>
                  </a:cubicBezTo>
                  <a:cubicBezTo>
                    <a:pt x="316" y="636"/>
                    <a:pt x="279" y="642"/>
                    <a:pt x="237" y="642"/>
                  </a:cubicBezTo>
                  <a:cubicBezTo>
                    <a:pt x="158" y="642"/>
                    <a:pt x="158" y="642"/>
                    <a:pt x="158" y="642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243" y="156"/>
                    <a:pt x="243" y="156"/>
                    <a:pt x="243" y="156"/>
                  </a:cubicBezTo>
                  <a:cubicBezTo>
                    <a:pt x="328" y="156"/>
                    <a:pt x="389" y="177"/>
                    <a:pt x="426" y="217"/>
                  </a:cubicBezTo>
                  <a:cubicBezTo>
                    <a:pt x="464" y="258"/>
                    <a:pt x="482" y="318"/>
                    <a:pt x="482" y="399"/>
                  </a:cubicBezTo>
                  <a:cubicBezTo>
                    <a:pt x="482" y="436"/>
                    <a:pt x="477" y="469"/>
                    <a:pt x="468" y="49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C53F3E18-1CCB-4422-8F42-DB86ACDFC7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746538" y="3162300"/>
              <a:ext cx="182563" cy="9223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72A1AEC-B8A5-498F-A37A-C3F1B8DA3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57688" y="3148013"/>
              <a:ext cx="746125" cy="950913"/>
            </a:xfrm>
            <a:custGeom>
              <a:avLst/>
              <a:gdLst>
                <a:gd name="T0" fmla="*/ 499 w 647"/>
                <a:gd name="T1" fmla="*/ 245 h 823"/>
                <a:gd name="T2" fmla="*/ 442 w 647"/>
                <a:gd name="T3" fmla="*/ 181 h 823"/>
                <a:gd name="T4" fmla="*/ 353 w 647"/>
                <a:gd name="T5" fmla="*/ 158 h 823"/>
                <a:gd name="T6" fmla="*/ 273 w 647"/>
                <a:gd name="T7" fmla="*/ 177 h 823"/>
                <a:gd name="T8" fmla="*/ 213 w 647"/>
                <a:gd name="T9" fmla="*/ 229 h 823"/>
                <a:gd name="T10" fmla="*/ 177 w 647"/>
                <a:gd name="T11" fmla="*/ 309 h 823"/>
                <a:gd name="T12" fmla="*/ 164 w 647"/>
                <a:gd name="T13" fmla="*/ 411 h 823"/>
                <a:gd name="T14" fmla="*/ 177 w 647"/>
                <a:gd name="T15" fmla="*/ 511 h 823"/>
                <a:gd name="T16" fmla="*/ 214 w 647"/>
                <a:gd name="T17" fmla="*/ 592 h 823"/>
                <a:gd name="T18" fmla="*/ 274 w 647"/>
                <a:gd name="T19" fmla="*/ 645 h 823"/>
                <a:gd name="T20" fmla="*/ 354 w 647"/>
                <a:gd name="T21" fmla="*/ 664 h 823"/>
                <a:gd name="T22" fmla="*/ 443 w 647"/>
                <a:gd name="T23" fmla="*/ 641 h 823"/>
                <a:gd name="T24" fmla="*/ 510 w 647"/>
                <a:gd name="T25" fmla="*/ 563 h 823"/>
                <a:gd name="T26" fmla="*/ 645 w 647"/>
                <a:gd name="T27" fmla="*/ 643 h 823"/>
                <a:gd name="T28" fmla="*/ 531 w 647"/>
                <a:gd name="T29" fmla="*/ 776 h 823"/>
                <a:gd name="T30" fmla="*/ 349 w 647"/>
                <a:gd name="T31" fmla="*/ 823 h 823"/>
                <a:gd name="T32" fmla="*/ 207 w 647"/>
                <a:gd name="T33" fmla="*/ 794 h 823"/>
                <a:gd name="T34" fmla="*/ 96 w 647"/>
                <a:gd name="T35" fmla="*/ 711 h 823"/>
                <a:gd name="T36" fmla="*/ 25 w 647"/>
                <a:gd name="T37" fmla="*/ 582 h 823"/>
                <a:gd name="T38" fmla="*/ 0 w 647"/>
                <a:gd name="T39" fmla="*/ 411 h 823"/>
                <a:gd name="T40" fmla="*/ 26 w 647"/>
                <a:gd name="T41" fmla="*/ 244 h 823"/>
                <a:gd name="T42" fmla="*/ 99 w 647"/>
                <a:gd name="T43" fmla="*/ 114 h 823"/>
                <a:gd name="T44" fmla="*/ 211 w 647"/>
                <a:gd name="T45" fmla="*/ 30 h 823"/>
                <a:gd name="T46" fmla="*/ 355 w 647"/>
                <a:gd name="T47" fmla="*/ 0 h 823"/>
                <a:gd name="T48" fmla="*/ 456 w 647"/>
                <a:gd name="T49" fmla="*/ 13 h 823"/>
                <a:gd name="T50" fmla="*/ 538 w 647"/>
                <a:gd name="T51" fmla="*/ 49 h 823"/>
                <a:gd name="T52" fmla="*/ 601 w 647"/>
                <a:gd name="T53" fmla="*/ 105 h 823"/>
                <a:gd name="T54" fmla="*/ 647 w 647"/>
                <a:gd name="T55" fmla="*/ 176 h 823"/>
                <a:gd name="T56" fmla="*/ 499 w 647"/>
                <a:gd name="T57" fmla="*/ 245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7" h="823">
                  <a:moveTo>
                    <a:pt x="499" y="245"/>
                  </a:moveTo>
                  <a:cubicBezTo>
                    <a:pt x="484" y="217"/>
                    <a:pt x="465" y="196"/>
                    <a:pt x="442" y="181"/>
                  </a:cubicBezTo>
                  <a:cubicBezTo>
                    <a:pt x="419" y="166"/>
                    <a:pt x="389" y="158"/>
                    <a:pt x="353" y="158"/>
                  </a:cubicBezTo>
                  <a:cubicBezTo>
                    <a:pt x="323" y="158"/>
                    <a:pt x="296" y="164"/>
                    <a:pt x="273" y="177"/>
                  </a:cubicBezTo>
                  <a:cubicBezTo>
                    <a:pt x="249" y="189"/>
                    <a:pt x="229" y="207"/>
                    <a:pt x="213" y="229"/>
                  </a:cubicBezTo>
                  <a:cubicBezTo>
                    <a:pt x="197" y="252"/>
                    <a:pt x="185" y="278"/>
                    <a:pt x="177" y="309"/>
                  </a:cubicBezTo>
                  <a:cubicBezTo>
                    <a:pt x="168" y="340"/>
                    <a:pt x="164" y="374"/>
                    <a:pt x="164" y="411"/>
                  </a:cubicBezTo>
                  <a:cubicBezTo>
                    <a:pt x="164" y="447"/>
                    <a:pt x="168" y="480"/>
                    <a:pt x="177" y="511"/>
                  </a:cubicBezTo>
                  <a:cubicBezTo>
                    <a:pt x="185" y="542"/>
                    <a:pt x="198" y="569"/>
                    <a:pt x="214" y="592"/>
                  </a:cubicBezTo>
                  <a:cubicBezTo>
                    <a:pt x="230" y="614"/>
                    <a:pt x="250" y="632"/>
                    <a:pt x="274" y="645"/>
                  </a:cubicBezTo>
                  <a:cubicBezTo>
                    <a:pt x="297" y="658"/>
                    <a:pt x="324" y="664"/>
                    <a:pt x="354" y="664"/>
                  </a:cubicBezTo>
                  <a:cubicBezTo>
                    <a:pt x="390" y="664"/>
                    <a:pt x="420" y="656"/>
                    <a:pt x="443" y="641"/>
                  </a:cubicBezTo>
                  <a:cubicBezTo>
                    <a:pt x="466" y="625"/>
                    <a:pt x="489" y="599"/>
                    <a:pt x="510" y="563"/>
                  </a:cubicBezTo>
                  <a:cubicBezTo>
                    <a:pt x="645" y="643"/>
                    <a:pt x="645" y="643"/>
                    <a:pt x="645" y="643"/>
                  </a:cubicBezTo>
                  <a:cubicBezTo>
                    <a:pt x="617" y="700"/>
                    <a:pt x="579" y="744"/>
                    <a:pt x="531" y="776"/>
                  </a:cubicBezTo>
                  <a:cubicBezTo>
                    <a:pt x="483" y="807"/>
                    <a:pt x="422" y="823"/>
                    <a:pt x="349" y="823"/>
                  </a:cubicBezTo>
                  <a:cubicBezTo>
                    <a:pt x="297" y="823"/>
                    <a:pt x="249" y="813"/>
                    <a:pt x="207" y="794"/>
                  </a:cubicBezTo>
                  <a:cubicBezTo>
                    <a:pt x="164" y="775"/>
                    <a:pt x="127" y="747"/>
                    <a:pt x="96" y="711"/>
                  </a:cubicBezTo>
                  <a:cubicBezTo>
                    <a:pt x="66" y="676"/>
                    <a:pt x="42" y="632"/>
                    <a:pt x="25" y="582"/>
                  </a:cubicBezTo>
                  <a:cubicBezTo>
                    <a:pt x="8" y="531"/>
                    <a:pt x="0" y="474"/>
                    <a:pt x="0" y="411"/>
                  </a:cubicBezTo>
                  <a:cubicBezTo>
                    <a:pt x="0" y="350"/>
                    <a:pt x="9" y="295"/>
                    <a:pt x="26" y="244"/>
                  </a:cubicBezTo>
                  <a:cubicBezTo>
                    <a:pt x="44" y="194"/>
                    <a:pt x="68" y="150"/>
                    <a:pt x="99" y="114"/>
                  </a:cubicBezTo>
                  <a:cubicBezTo>
                    <a:pt x="131" y="78"/>
                    <a:pt x="168" y="50"/>
                    <a:pt x="211" y="30"/>
                  </a:cubicBezTo>
                  <a:cubicBezTo>
                    <a:pt x="254" y="10"/>
                    <a:pt x="302" y="0"/>
                    <a:pt x="355" y="0"/>
                  </a:cubicBezTo>
                  <a:cubicBezTo>
                    <a:pt x="392" y="0"/>
                    <a:pt x="426" y="4"/>
                    <a:pt x="456" y="13"/>
                  </a:cubicBezTo>
                  <a:cubicBezTo>
                    <a:pt x="487" y="21"/>
                    <a:pt x="514" y="34"/>
                    <a:pt x="538" y="49"/>
                  </a:cubicBezTo>
                  <a:cubicBezTo>
                    <a:pt x="562" y="65"/>
                    <a:pt x="583" y="83"/>
                    <a:pt x="601" y="105"/>
                  </a:cubicBezTo>
                  <a:cubicBezTo>
                    <a:pt x="619" y="127"/>
                    <a:pt x="634" y="150"/>
                    <a:pt x="647" y="176"/>
                  </a:cubicBezTo>
                  <a:lnTo>
                    <a:pt x="499" y="2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168ADDE-9D4E-4797-A083-5C7C6BF0A9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173413"/>
              <a:ext cx="334963" cy="336550"/>
            </a:xfrm>
            <a:custGeom>
              <a:avLst/>
              <a:gdLst>
                <a:gd name="T0" fmla="*/ 291 w 291"/>
                <a:gd name="T1" fmla="*/ 0 h 292"/>
                <a:gd name="T2" fmla="*/ 0 w 291"/>
                <a:gd name="T3" fmla="*/ 292 h 292"/>
                <a:gd name="T4" fmla="*/ 291 w 291"/>
                <a:gd name="T5" fmla="*/ 292 h 292"/>
                <a:gd name="T6" fmla="*/ 291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291" y="0"/>
                  </a:moveTo>
                  <a:cubicBezTo>
                    <a:pt x="148" y="37"/>
                    <a:pt x="37" y="149"/>
                    <a:pt x="0" y="292"/>
                  </a:cubicBezTo>
                  <a:cubicBezTo>
                    <a:pt x="291" y="292"/>
                    <a:pt x="291" y="292"/>
                    <a:pt x="291" y="292"/>
                  </a:cubicBezTo>
                  <a:lnTo>
                    <a:pt x="291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49544CAA-BB71-4C1E-A9E5-3BF5C07A6D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173413"/>
              <a:ext cx="334963" cy="336550"/>
            </a:xfrm>
            <a:custGeom>
              <a:avLst/>
              <a:gdLst>
                <a:gd name="T0" fmla="*/ 292 w 292"/>
                <a:gd name="T1" fmla="*/ 292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292"/>
                  </a:moveTo>
                  <a:cubicBezTo>
                    <a:pt x="255" y="149"/>
                    <a:pt x="143" y="37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lnTo>
                    <a:pt x="292" y="29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50F98A7E-03E2-43A9-A202-9D9C94394D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746500"/>
              <a:ext cx="334963" cy="336550"/>
            </a:xfrm>
            <a:custGeom>
              <a:avLst/>
              <a:gdLst>
                <a:gd name="T0" fmla="*/ 0 w 291"/>
                <a:gd name="T1" fmla="*/ 0 h 292"/>
                <a:gd name="T2" fmla="*/ 291 w 291"/>
                <a:gd name="T3" fmla="*/ 292 h 292"/>
                <a:gd name="T4" fmla="*/ 291 w 291"/>
                <a:gd name="T5" fmla="*/ 0 h 292"/>
                <a:gd name="T6" fmla="*/ 0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0" y="0"/>
                  </a:moveTo>
                  <a:cubicBezTo>
                    <a:pt x="37" y="143"/>
                    <a:pt x="149" y="255"/>
                    <a:pt x="291" y="292"/>
                  </a:cubicBezTo>
                  <a:cubicBezTo>
                    <a:pt x="291" y="0"/>
                    <a:pt x="291" y="0"/>
                    <a:pt x="29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EDD2B209-83BF-45B8-83B4-40F8B21252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746500"/>
              <a:ext cx="334963" cy="336550"/>
            </a:xfrm>
            <a:custGeom>
              <a:avLst/>
              <a:gdLst>
                <a:gd name="T0" fmla="*/ 292 w 292"/>
                <a:gd name="T1" fmla="*/ 0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cubicBezTo>
                    <a:pt x="143" y="255"/>
                    <a:pt x="255" y="143"/>
                    <a:pt x="292" y="0"/>
                  </a:cubicBezTo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0DC7782C-81CA-439B-87F2-ADC2CFC1BA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  <a:gd name="T16" fmla="*/ 0 w 26"/>
                <a:gd name="T17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9AEE2FF1-234F-4A61-A1A8-D20F363E21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18C168A8-BF79-4736-9F8C-60ED677956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803813" y="3179763"/>
              <a:ext cx="50800" cy="57150"/>
            </a:xfrm>
            <a:custGeom>
              <a:avLst/>
              <a:gdLst>
                <a:gd name="T0" fmla="*/ 36 w 43"/>
                <a:gd name="T1" fmla="*/ 49 h 49"/>
                <a:gd name="T2" fmla="*/ 36 w 43"/>
                <a:gd name="T3" fmla="*/ 23 h 49"/>
                <a:gd name="T4" fmla="*/ 36 w 43"/>
                <a:gd name="T5" fmla="*/ 14 h 49"/>
                <a:gd name="T6" fmla="*/ 33 w 43"/>
                <a:gd name="T7" fmla="*/ 22 h 49"/>
                <a:gd name="T8" fmla="*/ 21 w 43"/>
                <a:gd name="T9" fmla="*/ 49 h 49"/>
                <a:gd name="T10" fmla="*/ 10 w 43"/>
                <a:gd name="T11" fmla="*/ 22 h 49"/>
                <a:gd name="T12" fmla="*/ 6 w 43"/>
                <a:gd name="T13" fmla="*/ 14 h 49"/>
                <a:gd name="T14" fmla="*/ 7 w 43"/>
                <a:gd name="T15" fmla="*/ 23 h 49"/>
                <a:gd name="T16" fmla="*/ 7 w 43"/>
                <a:gd name="T17" fmla="*/ 49 h 49"/>
                <a:gd name="T18" fmla="*/ 0 w 43"/>
                <a:gd name="T19" fmla="*/ 49 h 49"/>
                <a:gd name="T20" fmla="*/ 0 w 43"/>
                <a:gd name="T21" fmla="*/ 0 h 49"/>
                <a:gd name="T22" fmla="*/ 7 w 43"/>
                <a:gd name="T23" fmla="*/ 0 h 49"/>
                <a:gd name="T24" fmla="*/ 18 w 43"/>
                <a:gd name="T25" fmla="*/ 26 h 49"/>
                <a:gd name="T26" fmla="*/ 22 w 43"/>
                <a:gd name="T27" fmla="*/ 34 h 49"/>
                <a:gd name="T28" fmla="*/ 25 w 43"/>
                <a:gd name="T29" fmla="*/ 26 h 49"/>
                <a:gd name="T30" fmla="*/ 35 w 43"/>
                <a:gd name="T31" fmla="*/ 0 h 49"/>
                <a:gd name="T32" fmla="*/ 43 w 43"/>
                <a:gd name="T33" fmla="*/ 0 h 49"/>
                <a:gd name="T34" fmla="*/ 43 w 43"/>
                <a:gd name="T35" fmla="*/ 49 h 49"/>
                <a:gd name="T36" fmla="*/ 36 w 43"/>
                <a:gd name="T3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" h="49">
                  <a:moveTo>
                    <a:pt x="36" y="49"/>
                  </a:moveTo>
                  <a:cubicBezTo>
                    <a:pt x="36" y="23"/>
                    <a:pt x="36" y="23"/>
                    <a:pt x="36" y="23"/>
                  </a:cubicBezTo>
                  <a:cubicBezTo>
                    <a:pt x="36" y="20"/>
                    <a:pt x="36" y="16"/>
                    <a:pt x="36" y="14"/>
                  </a:cubicBezTo>
                  <a:cubicBezTo>
                    <a:pt x="36" y="16"/>
                    <a:pt x="34" y="19"/>
                    <a:pt x="33" y="22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8" y="19"/>
                    <a:pt x="7" y="16"/>
                    <a:pt x="6" y="14"/>
                  </a:cubicBezTo>
                  <a:cubicBezTo>
                    <a:pt x="7" y="16"/>
                    <a:pt x="7" y="20"/>
                    <a:pt x="7" y="23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9"/>
                    <a:pt x="21" y="32"/>
                    <a:pt x="22" y="34"/>
                  </a:cubicBezTo>
                  <a:cubicBezTo>
                    <a:pt x="22" y="32"/>
                    <a:pt x="24" y="29"/>
                    <a:pt x="25" y="26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49"/>
                    <a:pt x="43" y="49"/>
                    <a:pt x="43" y="49"/>
                  </a:cubicBezTo>
                  <a:lnTo>
                    <a:pt x="36" y="4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08122E8-49B8-0041-B707-D51251C5A987}"/>
              </a:ext>
            </a:extLst>
          </p:cNvPr>
          <p:cNvGrpSpPr/>
          <p:nvPr userDrawn="1"/>
        </p:nvGrpSpPr>
        <p:grpSpPr>
          <a:xfrm>
            <a:off x="192541" y="-103478"/>
            <a:ext cx="3058161" cy="6961479"/>
            <a:chOff x="9133839" y="-100965"/>
            <a:chExt cx="3058161" cy="6961478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EDFF3F6-E853-E94B-A144-9C3A54EC734F}"/>
                </a:ext>
              </a:extLst>
            </p:cNvPr>
            <p:cNvSpPr/>
            <p:nvPr userDrawn="1"/>
          </p:nvSpPr>
          <p:spPr>
            <a:xfrm>
              <a:off x="9133839" y="0"/>
              <a:ext cx="3058161" cy="6858001"/>
            </a:xfrm>
            <a:prstGeom prst="rect">
              <a:avLst/>
            </a:prstGeom>
            <a:solidFill>
              <a:srgbClr val="305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C952D29-06CE-0742-ABEE-02DEB9D62299}"/>
                </a:ext>
              </a:extLst>
            </p:cNvPr>
            <p:cNvGrpSpPr/>
            <p:nvPr userDrawn="1"/>
          </p:nvGrpSpPr>
          <p:grpSpPr>
            <a:xfrm>
              <a:off x="9194631" y="-100965"/>
              <a:ext cx="2979920" cy="6961478"/>
              <a:chOff x="9194631" y="-100965"/>
              <a:chExt cx="2979920" cy="6961478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679086BB-69CD-924F-9B9B-13E17E4569AA}"/>
                  </a:ext>
                </a:extLst>
              </p:cNvPr>
              <p:cNvGrpSpPr/>
              <p:nvPr userDrawn="1"/>
            </p:nvGrpSpPr>
            <p:grpSpPr>
              <a:xfrm>
                <a:off x="9194648" y="-100965"/>
                <a:ext cx="2976093" cy="2986724"/>
                <a:chOff x="9194648" y="-100965"/>
                <a:chExt cx="2976093" cy="2986724"/>
              </a:xfrm>
            </p:grpSpPr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157A1287-FF47-DB48-A3C3-668B0D1F30ED}"/>
                    </a:ext>
                  </a:extLst>
                </p:cNvPr>
                <p:cNvSpPr/>
                <p:nvPr userDrawn="1"/>
              </p:nvSpPr>
              <p:spPr>
                <a:xfrm>
                  <a:off x="10725404" y="1170044"/>
                  <a:ext cx="1445337" cy="1445337"/>
                </a:xfrm>
                <a:prstGeom prst="ellipse">
                  <a:avLst/>
                </a:pr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012D7819-671C-D348-8C37-E547FE1C8E4E}"/>
                    </a:ext>
                  </a:extLst>
                </p:cNvPr>
                <p:cNvSpPr/>
                <p:nvPr userDrawn="1"/>
              </p:nvSpPr>
              <p:spPr>
                <a:xfrm>
                  <a:off x="9194648" y="-100965"/>
                  <a:ext cx="1516806" cy="1516806"/>
                </a:xfrm>
                <a:prstGeom prst="ellipse">
                  <a:avLst/>
                </a:pr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81" name="Freeform: Shape 61">
                  <a:extLst>
                    <a:ext uri="{FF2B5EF4-FFF2-40B4-BE49-F238E27FC236}">
                      <a16:creationId xmlns:a16="http://schemas.microsoft.com/office/drawing/2014/main" id="{C5394840-7037-BB4C-996F-752C8BF4DD6D}"/>
                    </a:ext>
                  </a:extLst>
                </p:cNvPr>
                <p:cNvSpPr/>
                <p:nvPr userDrawn="1"/>
              </p:nvSpPr>
              <p:spPr>
                <a:xfrm>
                  <a:off x="10725403" y="-1"/>
                  <a:ext cx="1356107" cy="1288026"/>
                </a:xfrm>
                <a:custGeom>
                  <a:avLst/>
                  <a:gdLst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516" h="1288026">
                      <a:moveTo>
                        <a:pt x="0" y="0"/>
                      </a:moveTo>
                      <a:lnTo>
                        <a:pt x="0" y="1288026"/>
                      </a:lnTo>
                      <a:cubicBezTo>
                        <a:pt x="412431" y="1180629"/>
                        <a:pt x="1058835" y="798912"/>
                        <a:pt x="137651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82" name="Freeform: Shape 62">
                  <a:extLst>
                    <a:ext uri="{FF2B5EF4-FFF2-40B4-BE49-F238E27FC236}">
                      <a16:creationId xmlns:a16="http://schemas.microsoft.com/office/drawing/2014/main" id="{5DED04C9-0E21-CE40-BC33-2FD1B64B62A6}"/>
                    </a:ext>
                  </a:extLst>
                </p:cNvPr>
                <p:cNvSpPr/>
                <p:nvPr userDrawn="1"/>
              </p:nvSpPr>
              <p:spPr>
                <a:xfrm flipH="1" flipV="1">
                  <a:off x="9266115" y="1289578"/>
                  <a:ext cx="1445338" cy="1596181"/>
                </a:xfrm>
                <a:custGeom>
                  <a:avLst/>
                  <a:gdLst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516" h="1288026">
                      <a:moveTo>
                        <a:pt x="0" y="0"/>
                      </a:moveTo>
                      <a:lnTo>
                        <a:pt x="0" y="1288026"/>
                      </a:lnTo>
                      <a:cubicBezTo>
                        <a:pt x="528545" y="1165258"/>
                        <a:pt x="1151364" y="758944"/>
                        <a:pt x="137651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71868E08-3D9F-A743-B7AF-6B5D47194B9D}"/>
                  </a:ext>
                </a:extLst>
              </p:cNvPr>
              <p:cNvGrpSpPr/>
              <p:nvPr userDrawn="1"/>
            </p:nvGrpSpPr>
            <p:grpSpPr>
              <a:xfrm>
                <a:off x="9357359" y="4358680"/>
                <a:ext cx="2817192" cy="1445337"/>
                <a:chOff x="9357359" y="1401080"/>
                <a:chExt cx="2817192" cy="1445337"/>
              </a:xfrm>
              <a:solidFill>
                <a:srgbClr val="E0CD21"/>
              </a:solidFill>
            </p:grpSpPr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A8291CA4-8302-1349-B3C3-F0EDDF0F2B08}"/>
                    </a:ext>
                  </a:extLst>
                </p:cNvPr>
                <p:cNvSpPr/>
                <p:nvPr userDrawn="1"/>
              </p:nvSpPr>
              <p:spPr>
                <a:xfrm>
                  <a:off x="10729214" y="1401080"/>
                  <a:ext cx="1445337" cy="144533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78" name="Freeform: Shape 58">
                  <a:extLst>
                    <a:ext uri="{FF2B5EF4-FFF2-40B4-BE49-F238E27FC236}">
                      <a16:creationId xmlns:a16="http://schemas.microsoft.com/office/drawing/2014/main" id="{10C88999-5F28-A045-A8EF-BA19ED5141CF}"/>
                    </a:ext>
                  </a:extLst>
                </p:cNvPr>
                <p:cNvSpPr/>
                <p:nvPr userDrawn="1"/>
              </p:nvSpPr>
              <p:spPr>
                <a:xfrm flipH="1" flipV="1">
                  <a:off x="9357359" y="1517494"/>
                  <a:ext cx="1354093" cy="1289991"/>
                </a:xfrm>
                <a:custGeom>
                  <a:avLst/>
                  <a:gdLst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516" h="1288026">
                      <a:moveTo>
                        <a:pt x="0" y="0"/>
                      </a:moveTo>
                      <a:lnTo>
                        <a:pt x="0" y="1288026"/>
                      </a:lnTo>
                      <a:cubicBezTo>
                        <a:pt x="358129" y="1199496"/>
                        <a:pt x="1042918" y="846441"/>
                        <a:pt x="137651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7A2527DB-49AB-ED4F-9ED2-53D5792C0D2E}"/>
                  </a:ext>
                </a:extLst>
              </p:cNvPr>
              <p:cNvGrpSpPr/>
              <p:nvPr userDrawn="1"/>
            </p:nvGrpSpPr>
            <p:grpSpPr>
              <a:xfrm>
                <a:off x="9194648" y="2885758"/>
                <a:ext cx="2978302" cy="1716833"/>
                <a:chOff x="9194648" y="2885758"/>
                <a:chExt cx="2978302" cy="1716833"/>
              </a:xfrm>
            </p:grpSpPr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9A90AE24-572F-5348-B2A1-2AF7FDCF1F10}"/>
                    </a:ext>
                  </a:extLst>
                </p:cNvPr>
                <p:cNvSpPr/>
                <p:nvPr userDrawn="1"/>
              </p:nvSpPr>
              <p:spPr>
                <a:xfrm>
                  <a:off x="9194648" y="3085785"/>
                  <a:ext cx="1516806" cy="1516806"/>
                </a:xfrm>
                <a:prstGeom prst="ellipse">
                  <a:avLst/>
                </a:pr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76" name="Freeform: Shape 56">
                  <a:extLst>
                    <a:ext uri="{FF2B5EF4-FFF2-40B4-BE49-F238E27FC236}">
                      <a16:creationId xmlns:a16="http://schemas.microsoft.com/office/drawing/2014/main" id="{81314A9A-C62B-1048-B978-A84668566195}"/>
                    </a:ext>
                  </a:extLst>
                </p:cNvPr>
                <p:cNvSpPr/>
                <p:nvPr userDrawn="1"/>
              </p:nvSpPr>
              <p:spPr>
                <a:xfrm>
                  <a:off x="10725403" y="2885758"/>
                  <a:ext cx="1447547" cy="1589335"/>
                </a:xfrm>
                <a:custGeom>
                  <a:avLst/>
                  <a:gdLst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516" h="1288026">
                      <a:moveTo>
                        <a:pt x="0" y="0"/>
                      </a:moveTo>
                      <a:lnTo>
                        <a:pt x="0" y="1288026"/>
                      </a:lnTo>
                      <a:cubicBezTo>
                        <a:pt x="481269" y="1189892"/>
                        <a:pt x="1171149" y="752596"/>
                        <a:pt x="137651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</p:grpSp>
          <p:sp>
            <p:nvSpPr>
              <p:cNvPr id="73" name="Oval 27">
                <a:extLst>
                  <a:ext uri="{FF2B5EF4-FFF2-40B4-BE49-F238E27FC236}">
                    <a16:creationId xmlns:a16="http://schemas.microsoft.com/office/drawing/2014/main" id="{0A8856E0-A5C6-8A47-87C1-9A440D285DB6}"/>
                  </a:ext>
                </a:extLst>
              </p:cNvPr>
              <p:cNvSpPr/>
              <p:nvPr userDrawn="1"/>
            </p:nvSpPr>
            <p:spPr>
              <a:xfrm>
                <a:off x="9194631" y="5964238"/>
                <a:ext cx="1520034" cy="896275"/>
              </a:xfrm>
              <a:custGeom>
                <a:avLst/>
                <a:gdLst>
                  <a:gd name="connsiteX0" fmla="*/ 0 w 1516806"/>
                  <a:gd name="connsiteY0" fmla="*/ 758403 h 1516806"/>
                  <a:gd name="connsiteX1" fmla="*/ 758403 w 1516806"/>
                  <a:gd name="connsiteY1" fmla="*/ 0 h 1516806"/>
                  <a:gd name="connsiteX2" fmla="*/ 1516806 w 1516806"/>
                  <a:gd name="connsiteY2" fmla="*/ 758403 h 1516806"/>
                  <a:gd name="connsiteX3" fmla="*/ 758403 w 1516806"/>
                  <a:gd name="connsiteY3" fmla="*/ 1516806 h 1516806"/>
                  <a:gd name="connsiteX4" fmla="*/ 0 w 1516806"/>
                  <a:gd name="connsiteY4" fmla="*/ 758403 h 1516806"/>
                  <a:gd name="connsiteX0" fmla="*/ 0 w 1604519"/>
                  <a:gd name="connsiteY0" fmla="*/ 758403 h 1517497"/>
                  <a:gd name="connsiteX1" fmla="*/ 758403 w 1604519"/>
                  <a:gd name="connsiteY1" fmla="*/ 0 h 1517497"/>
                  <a:gd name="connsiteX2" fmla="*/ 1516806 w 1604519"/>
                  <a:gd name="connsiteY2" fmla="*/ 758403 h 1517497"/>
                  <a:gd name="connsiteX3" fmla="*/ 1503832 w 1604519"/>
                  <a:gd name="connsiteY3" fmla="*/ 891856 h 1517497"/>
                  <a:gd name="connsiteX4" fmla="*/ 758403 w 1604519"/>
                  <a:gd name="connsiteY4" fmla="*/ 1516806 h 1517497"/>
                  <a:gd name="connsiteX5" fmla="*/ 0 w 1604519"/>
                  <a:gd name="connsiteY5" fmla="*/ 758403 h 1517497"/>
                  <a:gd name="connsiteX0" fmla="*/ 0 w 1572618"/>
                  <a:gd name="connsiteY0" fmla="*/ 758403 h 1517497"/>
                  <a:gd name="connsiteX1" fmla="*/ 758403 w 1572618"/>
                  <a:gd name="connsiteY1" fmla="*/ 0 h 1517497"/>
                  <a:gd name="connsiteX2" fmla="*/ 1516806 w 1572618"/>
                  <a:gd name="connsiteY2" fmla="*/ 758403 h 1517497"/>
                  <a:gd name="connsiteX3" fmla="*/ 1503832 w 1572618"/>
                  <a:gd name="connsiteY3" fmla="*/ 891856 h 1517497"/>
                  <a:gd name="connsiteX4" fmla="*/ 758403 w 1572618"/>
                  <a:gd name="connsiteY4" fmla="*/ 1516806 h 1517497"/>
                  <a:gd name="connsiteX5" fmla="*/ 0 w 1572618"/>
                  <a:gd name="connsiteY5" fmla="*/ 758403 h 1517497"/>
                  <a:gd name="connsiteX0" fmla="*/ 0 w 1572618"/>
                  <a:gd name="connsiteY0" fmla="*/ 758403 h 1517497"/>
                  <a:gd name="connsiteX1" fmla="*/ 758403 w 1572618"/>
                  <a:gd name="connsiteY1" fmla="*/ 0 h 1517497"/>
                  <a:gd name="connsiteX2" fmla="*/ 1516806 w 1572618"/>
                  <a:gd name="connsiteY2" fmla="*/ 758403 h 1517497"/>
                  <a:gd name="connsiteX3" fmla="*/ 1503832 w 1572618"/>
                  <a:gd name="connsiteY3" fmla="*/ 891856 h 1517497"/>
                  <a:gd name="connsiteX4" fmla="*/ 758403 w 1572618"/>
                  <a:gd name="connsiteY4" fmla="*/ 1516806 h 1517497"/>
                  <a:gd name="connsiteX5" fmla="*/ 0 w 1572618"/>
                  <a:gd name="connsiteY5" fmla="*/ 758403 h 1517497"/>
                  <a:gd name="connsiteX0" fmla="*/ 0 w 1572618"/>
                  <a:gd name="connsiteY0" fmla="*/ 758403 h 1517497"/>
                  <a:gd name="connsiteX1" fmla="*/ 758403 w 1572618"/>
                  <a:gd name="connsiteY1" fmla="*/ 0 h 1517497"/>
                  <a:gd name="connsiteX2" fmla="*/ 1516806 w 1572618"/>
                  <a:gd name="connsiteY2" fmla="*/ 758403 h 1517497"/>
                  <a:gd name="connsiteX3" fmla="*/ 1503832 w 1572618"/>
                  <a:gd name="connsiteY3" fmla="*/ 891856 h 1517497"/>
                  <a:gd name="connsiteX4" fmla="*/ 758403 w 1572618"/>
                  <a:gd name="connsiteY4" fmla="*/ 1516806 h 1517497"/>
                  <a:gd name="connsiteX5" fmla="*/ 0 w 1572618"/>
                  <a:gd name="connsiteY5" fmla="*/ 758403 h 1517497"/>
                  <a:gd name="connsiteX0" fmla="*/ 0 w 1518434"/>
                  <a:gd name="connsiteY0" fmla="*/ 758403 h 1517497"/>
                  <a:gd name="connsiteX1" fmla="*/ 758403 w 1518434"/>
                  <a:gd name="connsiteY1" fmla="*/ 0 h 1517497"/>
                  <a:gd name="connsiteX2" fmla="*/ 1516806 w 1518434"/>
                  <a:gd name="connsiteY2" fmla="*/ 758403 h 1517497"/>
                  <a:gd name="connsiteX3" fmla="*/ 1503832 w 1518434"/>
                  <a:gd name="connsiteY3" fmla="*/ 891856 h 1517497"/>
                  <a:gd name="connsiteX4" fmla="*/ 758403 w 1518434"/>
                  <a:gd name="connsiteY4" fmla="*/ 1516806 h 1517497"/>
                  <a:gd name="connsiteX5" fmla="*/ 0 w 1518434"/>
                  <a:gd name="connsiteY5" fmla="*/ 758403 h 1517497"/>
                  <a:gd name="connsiteX0" fmla="*/ 0 w 1525205"/>
                  <a:gd name="connsiteY0" fmla="*/ 758403 h 1517497"/>
                  <a:gd name="connsiteX1" fmla="*/ 758403 w 1525205"/>
                  <a:gd name="connsiteY1" fmla="*/ 0 h 1517497"/>
                  <a:gd name="connsiteX2" fmla="*/ 1516806 w 1525205"/>
                  <a:gd name="connsiteY2" fmla="*/ 758403 h 1517497"/>
                  <a:gd name="connsiteX3" fmla="*/ 1503832 w 1525205"/>
                  <a:gd name="connsiteY3" fmla="*/ 891856 h 1517497"/>
                  <a:gd name="connsiteX4" fmla="*/ 758403 w 1525205"/>
                  <a:gd name="connsiteY4" fmla="*/ 1516806 h 1517497"/>
                  <a:gd name="connsiteX5" fmla="*/ 0 w 1525205"/>
                  <a:gd name="connsiteY5" fmla="*/ 758403 h 1517497"/>
                  <a:gd name="connsiteX0" fmla="*/ 0 w 1525205"/>
                  <a:gd name="connsiteY0" fmla="*/ 758403 h 1517497"/>
                  <a:gd name="connsiteX1" fmla="*/ 758403 w 1525205"/>
                  <a:gd name="connsiteY1" fmla="*/ 0 h 1517497"/>
                  <a:gd name="connsiteX2" fmla="*/ 1516806 w 1525205"/>
                  <a:gd name="connsiteY2" fmla="*/ 758403 h 1517497"/>
                  <a:gd name="connsiteX3" fmla="*/ 1503832 w 1525205"/>
                  <a:gd name="connsiteY3" fmla="*/ 891856 h 1517497"/>
                  <a:gd name="connsiteX4" fmla="*/ 758403 w 1525205"/>
                  <a:gd name="connsiteY4" fmla="*/ 1516806 h 1517497"/>
                  <a:gd name="connsiteX5" fmla="*/ 0 w 1525205"/>
                  <a:gd name="connsiteY5" fmla="*/ 758403 h 1517497"/>
                  <a:gd name="connsiteX0" fmla="*/ 0 w 1525205"/>
                  <a:gd name="connsiteY0" fmla="*/ 758403 h 1517497"/>
                  <a:gd name="connsiteX1" fmla="*/ 758403 w 1525205"/>
                  <a:gd name="connsiteY1" fmla="*/ 0 h 1517497"/>
                  <a:gd name="connsiteX2" fmla="*/ 1516806 w 1525205"/>
                  <a:gd name="connsiteY2" fmla="*/ 758403 h 1517497"/>
                  <a:gd name="connsiteX3" fmla="*/ 1503832 w 1525205"/>
                  <a:gd name="connsiteY3" fmla="*/ 891856 h 1517497"/>
                  <a:gd name="connsiteX4" fmla="*/ 758403 w 1525205"/>
                  <a:gd name="connsiteY4" fmla="*/ 1516806 h 1517497"/>
                  <a:gd name="connsiteX5" fmla="*/ 0 w 1525205"/>
                  <a:gd name="connsiteY5" fmla="*/ 758403 h 1517497"/>
                  <a:gd name="connsiteX0" fmla="*/ 0 w 1519280"/>
                  <a:gd name="connsiteY0" fmla="*/ 758403 h 1517497"/>
                  <a:gd name="connsiteX1" fmla="*/ 758403 w 1519280"/>
                  <a:gd name="connsiteY1" fmla="*/ 0 h 1517497"/>
                  <a:gd name="connsiteX2" fmla="*/ 1516806 w 1519280"/>
                  <a:gd name="connsiteY2" fmla="*/ 758403 h 1517497"/>
                  <a:gd name="connsiteX3" fmla="*/ 1503832 w 1519280"/>
                  <a:gd name="connsiteY3" fmla="*/ 891856 h 1517497"/>
                  <a:gd name="connsiteX4" fmla="*/ 758403 w 1519280"/>
                  <a:gd name="connsiteY4" fmla="*/ 1516806 h 1517497"/>
                  <a:gd name="connsiteX5" fmla="*/ 0 w 1519280"/>
                  <a:gd name="connsiteY5" fmla="*/ 758403 h 1517497"/>
                  <a:gd name="connsiteX0" fmla="*/ 0 w 1519280"/>
                  <a:gd name="connsiteY0" fmla="*/ 758403 h 1517497"/>
                  <a:gd name="connsiteX1" fmla="*/ 758403 w 1519280"/>
                  <a:gd name="connsiteY1" fmla="*/ 0 h 1517497"/>
                  <a:gd name="connsiteX2" fmla="*/ 1516806 w 1519280"/>
                  <a:gd name="connsiteY2" fmla="*/ 758403 h 1517497"/>
                  <a:gd name="connsiteX3" fmla="*/ 1503832 w 1519280"/>
                  <a:gd name="connsiteY3" fmla="*/ 891856 h 1517497"/>
                  <a:gd name="connsiteX4" fmla="*/ 758403 w 1519280"/>
                  <a:gd name="connsiteY4" fmla="*/ 1516806 h 1517497"/>
                  <a:gd name="connsiteX5" fmla="*/ 0 w 1519280"/>
                  <a:gd name="connsiteY5" fmla="*/ 758403 h 1517497"/>
                  <a:gd name="connsiteX0" fmla="*/ 90159 w 1609439"/>
                  <a:gd name="connsiteY0" fmla="*/ 758403 h 1517497"/>
                  <a:gd name="connsiteX1" fmla="*/ 848562 w 1609439"/>
                  <a:gd name="connsiteY1" fmla="*/ 0 h 1517497"/>
                  <a:gd name="connsiteX2" fmla="*/ 1606965 w 1609439"/>
                  <a:gd name="connsiteY2" fmla="*/ 758403 h 1517497"/>
                  <a:gd name="connsiteX3" fmla="*/ 1593991 w 1609439"/>
                  <a:gd name="connsiteY3" fmla="*/ 891856 h 1517497"/>
                  <a:gd name="connsiteX4" fmla="*/ 848562 w 1609439"/>
                  <a:gd name="connsiteY4" fmla="*/ 1516806 h 1517497"/>
                  <a:gd name="connsiteX5" fmla="*/ 98566 w 1609439"/>
                  <a:gd name="connsiteY5" fmla="*/ 893761 h 1517497"/>
                  <a:gd name="connsiteX6" fmla="*/ 90159 w 1609439"/>
                  <a:gd name="connsiteY6" fmla="*/ 758403 h 1517497"/>
                  <a:gd name="connsiteX0" fmla="*/ 54401 w 1573681"/>
                  <a:gd name="connsiteY0" fmla="*/ 758403 h 1517497"/>
                  <a:gd name="connsiteX1" fmla="*/ 812804 w 1573681"/>
                  <a:gd name="connsiteY1" fmla="*/ 0 h 1517497"/>
                  <a:gd name="connsiteX2" fmla="*/ 1571207 w 1573681"/>
                  <a:gd name="connsiteY2" fmla="*/ 758403 h 1517497"/>
                  <a:gd name="connsiteX3" fmla="*/ 1558233 w 1573681"/>
                  <a:gd name="connsiteY3" fmla="*/ 891856 h 1517497"/>
                  <a:gd name="connsiteX4" fmla="*/ 812804 w 1573681"/>
                  <a:gd name="connsiteY4" fmla="*/ 1516806 h 1517497"/>
                  <a:gd name="connsiteX5" fmla="*/ 62808 w 1573681"/>
                  <a:gd name="connsiteY5" fmla="*/ 893761 h 1517497"/>
                  <a:gd name="connsiteX6" fmla="*/ 54401 w 1573681"/>
                  <a:gd name="connsiteY6" fmla="*/ 758403 h 1517497"/>
                  <a:gd name="connsiteX0" fmla="*/ 1472 w 1520752"/>
                  <a:gd name="connsiteY0" fmla="*/ 758403 h 1517497"/>
                  <a:gd name="connsiteX1" fmla="*/ 759875 w 1520752"/>
                  <a:gd name="connsiteY1" fmla="*/ 0 h 1517497"/>
                  <a:gd name="connsiteX2" fmla="*/ 1518278 w 1520752"/>
                  <a:gd name="connsiteY2" fmla="*/ 758403 h 1517497"/>
                  <a:gd name="connsiteX3" fmla="*/ 1505304 w 1520752"/>
                  <a:gd name="connsiteY3" fmla="*/ 891856 h 1517497"/>
                  <a:gd name="connsiteX4" fmla="*/ 759875 w 1520752"/>
                  <a:gd name="connsiteY4" fmla="*/ 1516806 h 1517497"/>
                  <a:gd name="connsiteX5" fmla="*/ 9879 w 1520752"/>
                  <a:gd name="connsiteY5" fmla="*/ 893761 h 1517497"/>
                  <a:gd name="connsiteX6" fmla="*/ 1472 w 1520752"/>
                  <a:gd name="connsiteY6" fmla="*/ 758403 h 1517497"/>
                  <a:gd name="connsiteX0" fmla="*/ 1472 w 1520752"/>
                  <a:gd name="connsiteY0" fmla="*/ 758403 h 1517497"/>
                  <a:gd name="connsiteX1" fmla="*/ 759875 w 1520752"/>
                  <a:gd name="connsiteY1" fmla="*/ 0 h 1517497"/>
                  <a:gd name="connsiteX2" fmla="*/ 1518278 w 1520752"/>
                  <a:gd name="connsiteY2" fmla="*/ 758403 h 1517497"/>
                  <a:gd name="connsiteX3" fmla="*/ 1505304 w 1520752"/>
                  <a:gd name="connsiteY3" fmla="*/ 891856 h 1517497"/>
                  <a:gd name="connsiteX4" fmla="*/ 759875 w 1520752"/>
                  <a:gd name="connsiteY4" fmla="*/ 1516806 h 1517497"/>
                  <a:gd name="connsiteX5" fmla="*/ 9879 w 1520752"/>
                  <a:gd name="connsiteY5" fmla="*/ 893761 h 1517497"/>
                  <a:gd name="connsiteX6" fmla="*/ 1472 w 1520752"/>
                  <a:gd name="connsiteY6" fmla="*/ 758403 h 1517497"/>
                  <a:gd name="connsiteX0" fmla="*/ 1472 w 1520752"/>
                  <a:gd name="connsiteY0" fmla="*/ 758403 h 1517497"/>
                  <a:gd name="connsiteX1" fmla="*/ 759875 w 1520752"/>
                  <a:gd name="connsiteY1" fmla="*/ 0 h 1517497"/>
                  <a:gd name="connsiteX2" fmla="*/ 1518278 w 1520752"/>
                  <a:gd name="connsiteY2" fmla="*/ 758403 h 1517497"/>
                  <a:gd name="connsiteX3" fmla="*/ 1505304 w 1520752"/>
                  <a:gd name="connsiteY3" fmla="*/ 891856 h 1517497"/>
                  <a:gd name="connsiteX4" fmla="*/ 759875 w 1520752"/>
                  <a:gd name="connsiteY4" fmla="*/ 1516806 h 1517497"/>
                  <a:gd name="connsiteX5" fmla="*/ 9879 w 1520752"/>
                  <a:gd name="connsiteY5" fmla="*/ 893761 h 1517497"/>
                  <a:gd name="connsiteX6" fmla="*/ 1472 w 1520752"/>
                  <a:gd name="connsiteY6" fmla="*/ 758403 h 1517497"/>
                  <a:gd name="connsiteX0" fmla="*/ 1635 w 1520915"/>
                  <a:gd name="connsiteY0" fmla="*/ 758403 h 1517497"/>
                  <a:gd name="connsiteX1" fmla="*/ 760038 w 1520915"/>
                  <a:gd name="connsiteY1" fmla="*/ 0 h 1517497"/>
                  <a:gd name="connsiteX2" fmla="*/ 1518441 w 1520915"/>
                  <a:gd name="connsiteY2" fmla="*/ 758403 h 1517497"/>
                  <a:gd name="connsiteX3" fmla="*/ 1505467 w 1520915"/>
                  <a:gd name="connsiteY3" fmla="*/ 891856 h 1517497"/>
                  <a:gd name="connsiteX4" fmla="*/ 760038 w 1520915"/>
                  <a:gd name="connsiteY4" fmla="*/ 1516806 h 1517497"/>
                  <a:gd name="connsiteX5" fmla="*/ 10042 w 1520915"/>
                  <a:gd name="connsiteY5" fmla="*/ 893761 h 1517497"/>
                  <a:gd name="connsiteX6" fmla="*/ 1635 w 1520915"/>
                  <a:gd name="connsiteY6" fmla="*/ 758403 h 1517497"/>
                  <a:gd name="connsiteX0" fmla="*/ 1635 w 1520915"/>
                  <a:gd name="connsiteY0" fmla="*/ 758403 h 1517497"/>
                  <a:gd name="connsiteX1" fmla="*/ 760038 w 1520915"/>
                  <a:gd name="connsiteY1" fmla="*/ 0 h 1517497"/>
                  <a:gd name="connsiteX2" fmla="*/ 1518441 w 1520915"/>
                  <a:gd name="connsiteY2" fmla="*/ 758403 h 1517497"/>
                  <a:gd name="connsiteX3" fmla="*/ 1505467 w 1520915"/>
                  <a:gd name="connsiteY3" fmla="*/ 891856 h 1517497"/>
                  <a:gd name="connsiteX4" fmla="*/ 760038 w 1520915"/>
                  <a:gd name="connsiteY4" fmla="*/ 1516806 h 1517497"/>
                  <a:gd name="connsiteX5" fmla="*/ 10042 w 1520915"/>
                  <a:gd name="connsiteY5" fmla="*/ 893761 h 1517497"/>
                  <a:gd name="connsiteX6" fmla="*/ 1635 w 1520915"/>
                  <a:gd name="connsiteY6" fmla="*/ 758403 h 1517497"/>
                  <a:gd name="connsiteX0" fmla="*/ 1635 w 1520915"/>
                  <a:gd name="connsiteY0" fmla="*/ 758403 h 909634"/>
                  <a:gd name="connsiteX1" fmla="*/ 760038 w 1520915"/>
                  <a:gd name="connsiteY1" fmla="*/ 0 h 909634"/>
                  <a:gd name="connsiteX2" fmla="*/ 1518441 w 1520915"/>
                  <a:gd name="connsiteY2" fmla="*/ 758403 h 909634"/>
                  <a:gd name="connsiteX3" fmla="*/ 1505467 w 1520915"/>
                  <a:gd name="connsiteY3" fmla="*/ 891856 h 909634"/>
                  <a:gd name="connsiteX4" fmla="*/ 10042 w 1520915"/>
                  <a:gd name="connsiteY4" fmla="*/ 893761 h 909634"/>
                  <a:gd name="connsiteX5" fmla="*/ 1635 w 1520915"/>
                  <a:gd name="connsiteY5" fmla="*/ 758403 h 909634"/>
                  <a:gd name="connsiteX0" fmla="*/ 1635 w 1520915"/>
                  <a:gd name="connsiteY0" fmla="*/ 758403 h 903935"/>
                  <a:gd name="connsiteX1" fmla="*/ 760038 w 1520915"/>
                  <a:gd name="connsiteY1" fmla="*/ 0 h 903935"/>
                  <a:gd name="connsiteX2" fmla="*/ 1518441 w 1520915"/>
                  <a:gd name="connsiteY2" fmla="*/ 758403 h 903935"/>
                  <a:gd name="connsiteX3" fmla="*/ 1505467 w 1520915"/>
                  <a:gd name="connsiteY3" fmla="*/ 891856 h 903935"/>
                  <a:gd name="connsiteX4" fmla="*/ 10042 w 1520915"/>
                  <a:gd name="connsiteY4" fmla="*/ 893761 h 903935"/>
                  <a:gd name="connsiteX5" fmla="*/ 1635 w 1520915"/>
                  <a:gd name="connsiteY5" fmla="*/ 758403 h 903935"/>
                  <a:gd name="connsiteX0" fmla="*/ 1635 w 1520915"/>
                  <a:gd name="connsiteY0" fmla="*/ 758403 h 895486"/>
                  <a:gd name="connsiteX1" fmla="*/ 760038 w 1520915"/>
                  <a:gd name="connsiteY1" fmla="*/ 0 h 895486"/>
                  <a:gd name="connsiteX2" fmla="*/ 1518441 w 1520915"/>
                  <a:gd name="connsiteY2" fmla="*/ 758403 h 895486"/>
                  <a:gd name="connsiteX3" fmla="*/ 1505467 w 1520915"/>
                  <a:gd name="connsiteY3" fmla="*/ 891856 h 895486"/>
                  <a:gd name="connsiteX4" fmla="*/ 10042 w 1520915"/>
                  <a:gd name="connsiteY4" fmla="*/ 893761 h 895486"/>
                  <a:gd name="connsiteX5" fmla="*/ 1635 w 1520915"/>
                  <a:gd name="connsiteY5" fmla="*/ 758403 h 895486"/>
                  <a:gd name="connsiteX0" fmla="*/ 1635 w 1520915"/>
                  <a:gd name="connsiteY0" fmla="*/ 758403 h 896921"/>
                  <a:gd name="connsiteX1" fmla="*/ 760038 w 1520915"/>
                  <a:gd name="connsiteY1" fmla="*/ 0 h 896921"/>
                  <a:gd name="connsiteX2" fmla="*/ 1518441 w 1520915"/>
                  <a:gd name="connsiteY2" fmla="*/ 758403 h 896921"/>
                  <a:gd name="connsiteX3" fmla="*/ 1505467 w 1520915"/>
                  <a:gd name="connsiteY3" fmla="*/ 891856 h 896921"/>
                  <a:gd name="connsiteX4" fmla="*/ 42427 w 1520915"/>
                  <a:gd name="connsiteY4" fmla="*/ 895666 h 896921"/>
                  <a:gd name="connsiteX5" fmla="*/ 1635 w 1520915"/>
                  <a:gd name="connsiteY5" fmla="*/ 758403 h 896921"/>
                  <a:gd name="connsiteX0" fmla="*/ 2052 w 1521332"/>
                  <a:gd name="connsiteY0" fmla="*/ 758403 h 895486"/>
                  <a:gd name="connsiteX1" fmla="*/ 760455 w 1521332"/>
                  <a:gd name="connsiteY1" fmla="*/ 0 h 895486"/>
                  <a:gd name="connsiteX2" fmla="*/ 1518858 w 1521332"/>
                  <a:gd name="connsiteY2" fmla="*/ 758403 h 895486"/>
                  <a:gd name="connsiteX3" fmla="*/ 1505884 w 1521332"/>
                  <a:gd name="connsiteY3" fmla="*/ 891856 h 895486"/>
                  <a:gd name="connsiteX4" fmla="*/ 6649 w 1521332"/>
                  <a:gd name="connsiteY4" fmla="*/ 893761 h 895486"/>
                  <a:gd name="connsiteX5" fmla="*/ 2052 w 1521332"/>
                  <a:gd name="connsiteY5" fmla="*/ 758403 h 895486"/>
                  <a:gd name="connsiteX0" fmla="*/ 1636 w 1520916"/>
                  <a:gd name="connsiteY0" fmla="*/ 758403 h 895486"/>
                  <a:gd name="connsiteX1" fmla="*/ 760039 w 1520916"/>
                  <a:gd name="connsiteY1" fmla="*/ 0 h 895486"/>
                  <a:gd name="connsiteX2" fmla="*/ 1518442 w 1520916"/>
                  <a:gd name="connsiteY2" fmla="*/ 758403 h 895486"/>
                  <a:gd name="connsiteX3" fmla="*/ 1505468 w 1520916"/>
                  <a:gd name="connsiteY3" fmla="*/ 891856 h 895486"/>
                  <a:gd name="connsiteX4" fmla="*/ 6233 w 1520916"/>
                  <a:gd name="connsiteY4" fmla="*/ 893761 h 895486"/>
                  <a:gd name="connsiteX5" fmla="*/ 1636 w 1520916"/>
                  <a:gd name="connsiteY5" fmla="*/ 758403 h 895486"/>
                  <a:gd name="connsiteX0" fmla="*/ 1636 w 1520916"/>
                  <a:gd name="connsiteY0" fmla="*/ 758403 h 895486"/>
                  <a:gd name="connsiteX1" fmla="*/ 760039 w 1520916"/>
                  <a:gd name="connsiteY1" fmla="*/ 0 h 895486"/>
                  <a:gd name="connsiteX2" fmla="*/ 1518442 w 1520916"/>
                  <a:gd name="connsiteY2" fmla="*/ 758403 h 895486"/>
                  <a:gd name="connsiteX3" fmla="*/ 1505468 w 1520916"/>
                  <a:gd name="connsiteY3" fmla="*/ 891856 h 895486"/>
                  <a:gd name="connsiteX4" fmla="*/ 6233 w 1520916"/>
                  <a:gd name="connsiteY4" fmla="*/ 893761 h 895486"/>
                  <a:gd name="connsiteX5" fmla="*/ 1636 w 1520916"/>
                  <a:gd name="connsiteY5" fmla="*/ 758403 h 895486"/>
                  <a:gd name="connsiteX0" fmla="*/ 1636 w 1520916"/>
                  <a:gd name="connsiteY0" fmla="*/ 758403 h 895486"/>
                  <a:gd name="connsiteX1" fmla="*/ 760039 w 1520916"/>
                  <a:gd name="connsiteY1" fmla="*/ 0 h 895486"/>
                  <a:gd name="connsiteX2" fmla="*/ 1518442 w 1520916"/>
                  <a:gd name="connsiteY2" fmla="*/ 758403 h 895486"/>
                  <a:gd name="connsiteX3" fmla="*/ 1505468 w 1520916"/>
                  <a:gd name="connsiteY3" fmla="*/ 891856 h 895486"/>
                  <a:gd name="connsiteX4" fmla="*/ 6233 w 1520916"/>
                  <a:gd name="connsiteY4" fmla="*/ 893761 h 895486"/>
                  <a:gd name="connsiteX5" fmla="*/ 1636 w 1520916"/>
                  <a:gd name="connsiteY5" fmla="*/ 758403 h 895486"/>
                  <a:gd name="connsiteX0" fmla="*/ 0 w 1519280"/>
                  <a:gd name="connsiteY0" fmla="*/ 758403 h 895486"/>
                  <a:gd name="connsiteX1" fmla="*/ 758403 w 1519280"/>
                  <a:gd name="connsiteY1" fmla="*/ 0 h 895486"/>
                  <a:gd name="connsiteX2" fmla="*/ 1516806 w 1519280"/>
                  <a:gd name="connsiteY2" fmla="*/ 758403 h 895486"/>
                  <a:gd name="connsiteX3" fmla="*/ 1503832 w 1519280"/>
                  <a:gd name="connsiteY3" fmla="*/ 891856 h 895486"/>
                  <a:gd name="connsiteX4" fmla="*/ 4597 w 1519280"/>
                  <a:gd name="connsiteY4" fmla="*/ 893761 h 895486"/>
                  <a:gd name="connsiteX5" fmla="*/ 0 w 1519280"/>
                  <a:gd name="connsiteY5" fmla="*/ 758403 h 895486"/>
                  <a:gd name="connsiteX0" fmla="*/ 15 w 1519295"/>
                  <a:gd name="connsiteY0" fmla="*/ 758403 h 895486"/>
                  <a:gd name="connsiteX1" fmla="*/ 758418 w 1519295"/>
                  <a:gd name="connsiteY1" fmla="*/ 0 h 895486"/>
                  <a:gd name="connsiteX2" fmla="*/ 1516821 w 1519295"/>
                  <a:gd name="connsiteY2" fmla="*/ 758403 h 895486"/>
                  <a:gd name="connsiteX3" fmla="*/ 1503847 w 1519295"/>
                  <a:gd name="connsiteY3" fmla="*/ 891856 h 895486"/>
                  <a:gd name="connsiteX4" fmla="*/ 4612 w 1519295"/>
                  <a:gd name="connsiteY4" fmla="*/ 893761 h 895486"/>
                  <a:gd name="connsiteX5" fmla="*/ 15 w 1519295"/>
                  <a:gd name="connsiteY5" fmla="*/ 758403 h 895486"/>
                  <a:gd name="connsiteX0" fmla="*/ 15 w 1518072"/>
                  <a:gd name="connsiteY0" fmla="*/ 758403 h 895486"/>
                  <a:gd name="connsiteX1" fmla="*/ 758418 w 1518072"/>
                  <a:gd name="connsiteY1" fmla="*/ 0 h 895486"/>
                  <a:gd name="connsiteX2" fmla="*/ 1516821 w 1518072"/>
                  <a:gd name="connsiteY2" fmla="*/ 758403 h 895486"/>
                  <a:gd name="connsiteX3" fmla="*/ 1503847 w 1518072"/>
                  <a:gd name="connsiteY3" fmla="*/ 891856 h 895486"/>
                  <a:gd name="connsiteX4" fmla="*/ 4612 w 1518072"/>
                  <a:gd name="connsiteY4" fmla="*/ 893761 h 895486"/>
                  <a:gd name="connsiteX5" fmla="*/ 15 w 1518072"/>
                  <a:gd name="connsiteY5" fmla="*/ 758403 h 895486"/>
                  <a:gd name="connsiteX0" fmla="*/ 15 w 1521508"/>
                  <a:gd name="connsiteY0" fmla="*/ 758403 h 896275"/>
                  <a:gd name="connsiteX1" fmla="*/ 758418 w 1521508"/>
                  <a:gd name="connsiteY1" fmla="*/ 0 h 896275"/>
                  <a:gd name="connsiteX2" fmla="*/ 1516821 w 1521508"/>
                  <a:gd name="connsiteY2" fmla="*/ 758403 h 896275"/>
                  <a:gd name="connsiteX3" fmla="*/ 1515277 w 1521508"/>
                  <a:gd name="connsiteY3" fmla="*/ 893761 h 896275"/>
                  <a:gd name="connsiteX4" fmla="*/ 4612 w 1521508"/>
                  <a:gd name="connsiteY4" fmla="*/ 893761 h 896275"/>
                  <a:gd name="connsiteX5" fmla="*/ 15 w 1521508"/>
                  <a:gd name="connsiteY5" fmla="*/ 758403 h 896275"/>
                  <a:gd name="connsiteX0" fmla="*/ 15 w 1520034"/>
                  <a:gd name="connsiteY0" fmla="*/ 758403 h 896275"/>
                  <a:gd name="connsiteX1" fmla="*/ 758418 w 1520034"/>
                  <a:gd name="connsiteY1" fmla="*/ 0 h 896275"/>
                  <a:gd name="connsiteX2" fmla="*/ 1516821 w 1520034"/>
                  <a:gd name="connsiteY2" fmla="*/ 758403 h 896275"/>
                  <a:gd name="connsiteX3" fmla="*/ 1515277 w 1520034"/>
                  <a:gd name="connsiteY3" fmla="*/ 893761 h 896275"/>
                  <a:gd name="connsiteX4" fmla="*/ 4612 w 1520034"/>
                  <a:gd name="connsiteY4" fmla="*/ 893761 h 896275"/>
                  <a:gd name="connsiteX5" fmla="*/ 15 w 1520034"/>
                  <a:gd name="connsiteY5" fmla="*/ 758403 h 896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0034" h="896275">
                    <a:moveTo>
                      <a:pt x="15" y="758403"/>
                    </a:moveTo>
                    <a:cubicBezTo>
                      <a:pt x="-2621" y="348458"/>
                      <a:pt x="339564" y="0"/>
                      <a:pt x="758418" y="0"/>
                    </a:cubicBezTo>
                    <a:cubicBezTo>
                      <a:pt x="1177272" y="0"/>
                      <a:pt x="1525933" y="369730"/>
                      <a:pt x="1516821" y="758403"/>
                    </a:cubicBezTo>
                    <a:cubicBezTo>
                      <a:pt x="1521044" y="819416"/>
                      <a:pt x="1521662" y="866421"/>
                      <a:pt x="1515277" y="893761"/>
                    </a:cubicBezTo>
                    <a:cubicBezTo>
                      <a:pt x="1275307" y="897271"/>
                      <a:pt x="278111" y="896953"/>
                      <a:pt x="4612" y="893761"/>
                    </a:cubicBezTo>
                    <a:cubicBezTo>
                      <a:pt x="7752" y="853086"/>
                      <a:pt x="746" y="846403"/>
                      <a:pt x="15" y="75840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74" name="Freeform: Shape 54">
                <a:extLst>
                  <a:ext uri="{FF2B5EF4-FFF2-40B4-BE49-F238E27FC236}">
                    <a16:creationId xmlns:a16="http://schemas.microsoft.com/office/drawing/2014/main" id="{9A82CF28-AA26-AC45-824A-3DDCC5225AA5}"/>
                  </a:ext>
                </a:extLst>
              </p:cNvPr>
              <p:cNvSpPr/>
              <p:nvPr userDrawn="1"/>
            </p:nvSpPr>
            <p:spPr>
              <a:xfrm>
                <a:off x="10725149" y="5764212"/>
                <a:ext cx="1447801" cy="1095692"/>
              </a:xfrm>
              <a:custGeom>
                <a:avLst/>
                <a:gdLst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99231"/>
                  <a:gd name="connsiteY0" fmla="*/ 0 h 1324509"/>
                  <a:gd name="connsiteX1" fmla="*/ 0 w 1399231"/>
                  <a:gd name="connsiteY1" fmla="*/ 1288026 h 1324509"/>
                  <a:gd name="connsiteX2" fmla="*/ 796829 w 1399231"/>
                  <a:gd name="connsiteY2" fmla="*/ 886426 h 1324509"/>
                  <a:gd name="connsiteX3" fmla="*/ 1376516 w 1399231"/>
                  <a:gd name="connsiteY3" fmla="*/ 0 h 1324509"/>
                  <a:gd name="connsiteX4" fmla="*/ 0 w 1399231"/>
                  <a:gd name="connsiteY4" fmla="*/ 0 h 1324509"/>
                  <a:gd name="connsiteX0" fmla="*/ 242 w 1399473"/>
                  <a:gd name="connsiteY0" fmla="*/ 0 h 1324509"/>
                  <a:gd name="connsiteX1" fmla="*/ 0 w 1399473"/>
                  <a:gd name="connsiteY1" fmla="*/ 880250 h 1324509"/>
                  <a:gd name="connsiteX2" fmla="*/ 242 w 1399473"/>
                  <a:gd name="connsiteY2" fmla="*/ 1288026 h 1324509"/>
                  <a:gd name="connsiteX3" fmla="*/ 797071 w 1399473"/>
                  <a:gd name="connsiteY3" fmla="*/ 886426 h 1324509"/>
                  <a:gd name="connsiteX4" fmla="*/ 1376758 w 1399473"/>
                  <a:gd name="connsiteY4" fmla="*/ 0 h 1324509"/>
                  <a:gd name="connsiteX5" fmla="*/ 242 w 1399473"/>
                  <a:gd name="connsiteY5" fmla="*/ 0 h 1324509"/>
                  <a:gd name="connsiteX0" fmla="*/ 242 w 1399473"/>
                  <a:gd name="connsiteY0" fmla="*/ 0 h 993796"/>
                  <a:gd name="connsiteX1" fmla="*/ 0 w 1399473"/>
                  <a:gd name="connsiteY1" fmla="*/ 880250 h 993796"/>
                  <a:gd name="connsiteX2" fmla="*/ 797071 w 1399473"/>
                  <a:gd name="connsiteY2" fmla="*/ 886426 h 993796"/>
                  <a:gd name="connsiteX3" fmla="*/ 1376758 w 1399473"/>
                  <a:gd name="connsiteY3" fmla="*/ 0 h 993796"/>
                  <a:gd name="connsiteX4" fmla="*/ 242 w 1399473"/>
                  <a:gd name="connsiteY4" fmla="*/ 0 h 993796"/>
                  <a:gd name="connsiteX0" fmla="*/ 242 w 1399473"/>
                  <a:gd name="connsiteY0" fmla="*/ 0 h 950627"/>
                  <a:gd name="connsiteX1" fmla="*/ 0 w 1399473"/>
                  <a:gd name="connsiteY1" fmla="*/ 880250 h 950627"/>
                  <a:gd name="connsiteX2" fmla="*/ 797071 w 1399473"/>
                  <a:gd name="connsiteY2" fmla="*/ 886426 h 950627"/>
                  <a:gd name="connsiteX3" fmla="*/ 1376758 w 1399473"/>
                  <a:gd name="connsiteY3" fmla="*/ 0 h 950627"/>
                  <a:gd name="connsiteX4" fmla="*/ 242 w 1399473"/>
                  <a:gd name="connsiteY4" fmla="*/ 0 h 950627"/>
                  <a:gd name="connsiteX0" fmla="*/ 242 w 1399473"/>
                  <a:gd name="connsiteY0" fmla="*/ 0 h 886426"/>
                  <a:gd name="connsiteX1" fmla="*/ 0 w 1399473"/>
                  <a:gd name="connsiteY1" fmla="*/ 880250 h 886426"/>
                  <a:gd name="connsiteX2" fmla="*/ 797071 w 1399473"/>
                  <a:gd name="connsiteY2" fmla="*/ 886426 h 886426"/>
                  <a:gd name="connsiteX3" fmla="*/ 1376758 w 1399473"/>
                  <a:gd name="connsiteY3" fmla="*/ 0 h 886426"/>
                  <a:gd name="connsiteX4" fmla="*/ 242 w 1399473"/>
                  <a:gd name="connsiteY4" fmla="*/ 0 h 886426"/>
                  <a:gd name="connsiteX0" fmla="*/ 242 w 1400040"/>
                  <a:gd name="connsiteY0" fmla="*/ 0 h 884882"/>
                  <a:gd name="connsiteX1" fmla="*/ 0 w 1400040"/>
                  <a:gd name="connsiteY1" fmla="*/ 880250 h 884882"/>
                  <a:gd name="connsiteX2" fmla="*/ 811563 w 1400040"/>
                  <a:gd name="connsiteY2" fmla="*/ 884882 h 884882"/>
                  <a:gd name="connsiteX3" fmla="*/ 1376758 w 1400040"/>
                  <a:gd name="connsiteY3" fmla="*/ 0 h 884882"/>
                  <a:gd name="connsiteX4" fmla="*/ 242 w 1400040"/>
                  <a:gd name="connsiteY4" fmla="*/ 0 h 884882"/>
                  <a:gd name="connsiteX0" fmla="*/ 242 w 1376758"/>
                  <a:gd name="connsiteY0" fmla="*/ 0 h 884882"/>
                  <a:gd name="connsiteX1" fmla="*/ 0 w 1376758"/>
                  <a:gd name="connsiteY1" fmla="*/ 880250 h 884882"/>
                  <a:gd name="connsiteX2" fmla="*/ 811563 w 1376758"/>
                  <a:gd name="connsiteY2" fmla="*/ 884882 h 884882"/>
                  <a:gd name="connsiteX3" fmla="*/ 1376758 w 1376758"/>
                  <a:gd name="connsiteY3" fmla="*/ 0 h 884882"/>
                  <a:gd name="connsiteX4" fmla="*/ 242 w 1376758"/>
                  <a:gd name="connsiteY4" fmla="*/ 0 h 884882"/>
                  <a:gd name="connsiteX0" fmla="*/ 242 w 1376758"/>
                  <a:gd name="connsiteY0" fmla="*/ 0 h 884882"/>
                  <a:gd name="connsiteX1" fmla="*/ 0 w 1376758"/>
                  <a:gd name="connsiteY1" fmla="*/ 880250 h 884882"/>
                  <a:gd name="connsiteX2" fmla="*/ 811563 w 1376758"/>
                  <a:gd name="connsiteY2" fmla="*/ 884882 h 884882"/>
                  <a:gd name="connsiteX3" fmla="*/ 1376758 w 1376758"/>
                  <a:gd name="connsiteY3" fmla="*/ 0 h 884882"/>
                  <a:gd name="connsiteX4" fmla="*/ 242 w 1376758"/>
                  <a:gd name="connsiteY4" fmla="*/ 0 h 884882"/>
                  <a:gd name="connsiteX0" fmla="*/ 242 w 1376758"/>
                  <a:gd name="connsiteY0" fmla="*/ 0 h 884882"/>
                  <a:gd name="connsiteX1" fmla="*/ 0 w 1376758"/>
                  <a:gd name="connsiteY1" fmla="*/ 880250 h 884882"/>
                  <a:gd name="connsiteX2" fmla="*/ 811563 w 1376758"/>
                  <a:gd name="connsiteY2" fmla="*/ 884882 h 884882"/>
                  <a:gd name="connsiteX3" fmla="*/ 1376758 w 1376758"/>
                  <a:gd name="connsiteY3" fmla="*/ 0 h 884882"/>
                  <a:gd name="connsiteX4" fmla="*/ 242 w 1376758"/>
                  <a:gd name="connsiteY4" fmla="*/ 0 h 884882"/>
                  <a:gd name="connsiteX0" fmla="*/ 242 w 1376758"/>
                  <a:gd name="connsiteY0" fmla="*/ 0 h 887970"/>
                  <a:gd name="connsiteX1" fmla="*/ 0 w 1376758"/>
                  <a:gd name="connsiteY1" fmla="*/ 887970 h 887970"/>
                  <a:gd name="connsiteX2" fmla="*/ 811563 w 1376758"/>
                  <a:gd name="connsiteY2" fmla="*/ 884882 h 887970"/>
                  <a:gd name="connsiteX3" fmla="*/ 1376758 w 1376758"/>
                  <a:gd name="connsiteY3" fmla="*/ 0 h 887970"/>
                  <a:gd name="connsiteX4" fmla="*/ 242 w 1376758"/>
                  <a:gd name="connsiteY4" fmla="*/ 0 h 887970"/>
                  <a:gd name="connsiteX0" fmla="*/ 242 w 1376758"/>
                  <a:gd name="connsiteY0" fmla="*/ 0 h 887970"/>
                  <a:gd name="connsiteX1" fmla="*/ 0 w 1376758"/>
                  <a:gd name="connsiteY1" fmla="*/ 887970 h 887970"/>
                  <a:gd name="connsiteX2" fmla="*/ 807940 w 1376758"/>
                  <a:gd name="connsiteY2" fmla="*/ 887970 h 887970"/>
                  <a:gd name="connsiteX3" fmla="*/ 1376758 w 1376758"/>
                  <a:gd name="connsiteY3" fmla="*/ 0 h 887970"/>
                  <a:gd name="connsiteX4" fmla="*/ 242 w 1376758"/>
                  <a:gd name="connsiteY4" fmla="*/ 0 h 88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758" h="887970">
                    <a:moveTo>
                      <a:pt x="242" y="0"/>
                    </a:moveTo>
                    <a:cubicBezTo>
                      <a:pt x="161" y="293417"/>
                      <a:pt x="81" y="594553"/>
                      <a:pt x="0" y="887970"/>
                    </a:cubicBezTo>
                    <a:lnTo>
                      <a:pt x="807940" y="887970"/>
                    </a:lnTo>
                    <a:cubicBezTo>
                      <a:pt x="1064531" y="684106"/>
                      <a:pt x="1308485" y="289772"/>
                      <a:pt x="1376758" y="0"/>
                    </a:cubicBezTo>
                    <a:lnTo>
                      <a:pt x="242" y="0"/>
                    </a:lnTo>
                    <a:close/>
                  </a:path>
                </a:pathLst>
              </a:custGeom>
              <a:solidFill>
                <a:srgbClr val="E0CD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55C9023-B7CE-47A1-A65E-944C0B128EA7}"/>
              </a:ext>
            </a:extLst>
          </p:cNvPr>
          <p:cNvSpPr txBox="1"/>
          <p:nvPr userDrawn="1"/>
        </p:nvSpPr>
        <p:spPr>
          <a:xfrm>
            <a:off x="1498633" y="6488050"/>
            <a:ext cx="28288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BF3287-A6E1-4612-BCD7-60023A194440}"/>
              </a:ext>
            </a:extLst>
          </p:cNvPr>
          <p:cNvSpPr txBox="1"/>
          <p:nvPr userDrawn="1"/>
        </p:nvSpPr>
        <p:spPr>
          <a:xfrm>
            <a:off x="587810" y="6485637"/>
            <a:ext cx="3371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©2022 Nordic</a:t>
            </a:r>
            <a:r>
              <a:rPr lang="en-US" sz="1000" b="0" i="0" kern="1200" baseline="300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™</a:t>
            </a:r>
            <a:r>
              <a:rPr lang="en-US" sz="1000" b="0" i="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. All rights reserved. Confidential.</a:t>
            </a:r>
            <a:endParaRPr lang="en-US" sz="100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42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Two Content">
    <p:bg>
      <p:bgPr>
        <a:solidFill>
          <a:srgbClr val="E1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7C45C863-C1C0-470A-8F87-791A670D0C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1" y="2044700"/>
            <a:ext cx="5016500" cy="4089400"/>
          </a:xfrm>
          <a:prstGeom prst="rect">
            <a:avLst/>
          </a:prstGeom>
        </p:spPr>
        <p:txBody>
          <a:bodyPr/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1pPr>
            <a:lvl2pPr marL="685783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2pPr>
            <a:lvl3pPr marL="1142971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3pPr>
            <a:lvl4pPr marL="1600160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4pPr>
            <a:lvl5pPr marL="2057349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34733141-8584-45DE-9DAF-28AF7B60EA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7301" y="2044700"/>
            <a:ext cx="5016500" cy="4089400"/>
          </a:xfrm>
          <a:prstGeom prst="rect">
            <a:avLst/>
          </a:prstGeom>
        </p:spPr>
        <p:txBody>
          <a:bodyPr/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1pPr>
            <a:lvl2pPr marL="685783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2pPr>
            <a:lvl3pPr marL="1142971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3pPr>
            <a:lvl4pPr marL="1600160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4pPr>
            <a:lvl5pPr marL="2057349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50F47A2E-FD88-4251-9DE0-84E12A5FD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14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</p:spTree>
    <p:extLst>
      <p:ext uri="{BB962C8B-B14F-4D97-AF65-F5344CB8AC3E}">
        <p14:creationId xmlns:p14="http://schemas.microsoft.com/office/powerpoint/2010/main" val="2920929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wo Content">
    <p:bg>
      <p:bgPr>
        <a:solidFill>
          <a:srgbClr val="78B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7C45C863-C1C0-470A-8F87-791A670D0C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1" y="2044700"/>
            <a:ext cx="5016500" cy="4089400"/>
          </a:xfrm>
          <a:prstGeom prst="rect">
            <a:avLst/>
          </a:prstGeom>
        </p:spPr>
        <p:txBody>
          <a:bodyPr/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1pPr>
            <a:lvl2pPr marL="685783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2pPr>
            <a:lvl3pPr marL="1142971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3pPr>
            <a:lvl4pPr marL="1600160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4pPr>
            <a:lvl5pPr marL="2057349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34733141-8584-45DE-9DAF-28AF7B60EA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7301" y="2044700"/>
            <a:ext cx="5016500" cy="4089400"/>
          </a:xfrm>
          <a:prstGeom prst="rect">
            <a:avLst/>
          </a:prstGeom>
        </p:spPr>
        <p:txBody>
          <a:bodyPr/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1pPr>
            <a:lvl2pPr marL="685783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2pPr>
            <a:lvl3pPr marL="1142971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3pPr>
            <a:lvl4pPr marL="1600160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4pPr>
            <a:lvl5pPr marL="2057349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50F47A2E-FD88-4251-9DE0-84E12A5FD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14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</p:spTree>
    <p:extLst>
      <p:ext uri="{BB962C8B-B14F-4D97-AF65-F5344CB8AC3E}">
        <p14:creationId xmlns:p14="http://schemas.microsoft.com/office/powerpoint/2010/main" val="143266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Two Content">
    <p:bg>
      <p:bgPr>
        <a:solidFill>
          <a:srgbClr val="78B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3751DB1A-1B04-47EA-AA55-9CFFAE2DD4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056" y="4095233"/>
            <a:ext cx="6678891" cy="2762768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236F0490-D506-45BE-8B38-97EFBFF40C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916534" y="-1"/>
            <a:ext cx="3774133" cy="2269319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6DE0E334-BDEE-433F-839B-0606560026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822011" y="3216142"/>
            <a:ext cx="3774133" cy="2442087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AC9B3372-F38D-42CB-88F2-752B5B2112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858334" y="2237199"/>
            <a:ext cx="6037215" cy="263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ay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7C45C863-C1C0-470A-8F87-791A670D0C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1" y="2044700"/>
            <a:ext cx="5016500" cy="4089400"/>
          </a:xfrm>
          <a:prstGeom prst="rect">
            <a:avLst/>
          </a:prstGeom>
        </p:spPr>
        <p:txBody>
          <a:bodyPr/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1pPr>
            <a:lvl2pPr marL="685783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2pPr>
            <a:lvl3pPr marL="1142971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3pPr>
            <a:lvl4pPr marL="1600160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4pPr>
            <a:lvl5pPr marL="2057349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34733141-8584-45DE-9DAF-28AF7B60EA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7301" y="2044700"/>
            <a:ext cx="5016500" cy="4089400"/>
          </a:xfrm>
          <a:prstGeom prst="rect">
            <a:avLst/>
          </a:prstGeom>
        </p:spPr>
        <p:txBody>
          <a:bodyPr/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1pPr>
            <a:lvl2pPr marL="685783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2pPr>
            <a:lvl3pPr marL="1142971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3pPr>
            <a:lvl4pPr marL="1600160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4pPr>
            <a:lvl5pPr marL="2057349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50F47A2E-FD88-4251-9DE0-84E12A5FD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14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</p:spTree>
    <p:extLst>
      <p:ext uri="{BB962C8B-B14F-4D97-AF65-F5344CB8AC3E}">
        <p14:creationId xmlns:p14="http://schemas.microsoft.com/office/powerpoint/2010/main" val="152692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rk Gray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C28C117A-C739-4692-A641-77B1AAE5B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000"/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9"/>
          <a:stretch/>
        </p:blipFill>
        <p:spPr>
          <a:xfrm>
            <a:off x="0" y="-755673"/>
            <a:ext cx="5955896" cy="7969213"/>
          </a:xfrm>
          <a:prstGeom prst="rect">
            <a:avLst/>
          </a:prstGeom>
          <a:noFill/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55B608C7-B0CF-485B-A71D-F060E4C647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000"/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9"/>
          <a:stretch/>
        </p:blipFill>
        <p:spPr>
          <a:xfrm rot="10800000">
            <a:off x="6687660" y="-784547"/>
            <a:ext cx="5955896" cy="79692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112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ark Gray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4E654E2A-E2C4-442F-BD4E-B1EE07387C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8335" y="4083000"/>
            <a:ext cx="6785325" cy="2775001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84B8D258-AB2B-486D-A6D4-F9A647D58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886542" y="-170564"/>
            <a:ext cx="3834101" cy="2621885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56C2BD42-1C7F-433B-B2AC-74E9BD4B0F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767528" y="3221878"/>
            <a:ext cx="3834101" cy="2621885"/>
          </a:xfrm>
          <a:prstGeom prst="rect">
            <a:avLst/>
          </a:prstGeom>
        </p:spPr>
      </p:pic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CA206F58-CBAF-41C6-B462-30CDFBD3D9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858334" y="2237199"/>
            <a:ext cx="6037215" cy="263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1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ark Gray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7AD2A470-110B-45BC-89F4-89FED8CCE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4979" y="4114594"/>
            <a:ext cx="6619045" cy="2743407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E19D5FD-69A6-4082-B3E3-28EDAA54D9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743945" y="0"/>
            <a:ext cx="4102708" cy="2359331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3631D5E5-BF19-4A2A-83ED-17A5EB0F90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845543" y="3202251"/>
            <a:ext cx="3864096" cy="2469867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5B282EB2-6BDD-4A4F-971C-CE9E85DD1C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855033" y="2211226"/>
            <a:ext cx="6037215" cy="263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0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Gray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58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7C45C863-C1C0-470A-8F87-791A670D0C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1" y="2044700"/>
            <a:ext cx="5016500" cy="4089400"/>
          </a:xfrm>
          <a:prstGeom prst="rect">
            <a:avLst/>
          </a:prstGeom>
        </p:spPr>
        <p:txBody>
          <a:bodyPr/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1pPr>
            <a:lvl2pPr marL="685783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2pPr>
            <a:lvl3pPr marL="1142971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3pPr>
            <a:lvl4pPr marL="1600160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4pPr>
            <a:lvl5pPr marL="2057349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34733141-8584-45DE-9DAF-28AF7B60EA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7301" y="2044700"/>
            <a:ext cx="5016500" cy="4089400"/>
          </a:xfrm>
          <a:prstGeom prst="rect">
            <a:avLst/>
          </a:prstGeom>
        </p:spPr>
        <p:txBody>
          <a:bodyPr/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1pPr>
            <a:lvl2pPr marL="685783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2pPr>
            <a:lvl3pPr marL="1142971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3pPr>
            <a:lvl4pPr marL="1600160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4pPr>
            <a:lvl5pPr marL="2057349" indent="-228594">
              <a:lnSpc>
                <a:spcPct val="114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50F47A2E-FD88-4251-9DE0-84E12A5FD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14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</p:spTree>
    <p:extLst>
      <p:ext uri="{BB962C8B-B14F-4D97-AF65-F5344CB8AC3E}">
        <p14:creationId xmlns:p14="http://schemas.microsoft.com/office/powerpoint/2010/main" val="57868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rang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55E36D07-9E2B-4F9D-BA55-BA0A7F7DFA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9040"/>
            <a:ext cx="8001000" cy="635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Master title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8D4BD26-6288-471F-B619-1F0D6636E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886542" y="-152898"/>
            <a:ext cx="3834116" cy="2480899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0035A0D-A98D-4521-80AC-F036A43EE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056" y="4095232"/>
            <a:ext cx="6691883" cy="2762768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5B837C75-B543-45AD-AB34-2F76087661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824422" y="3226725"/>
            <a:ext cx="3834116" cy="2480899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A0192A6-82B5-4660-9244-37EBEDFD3B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860901" y="2087142"/>
            <a:ext cx="6037215" cy="262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1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i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993778" y="1005763"/>
            <a:ext cx="10204449" cy="2950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Source Sans Pro" panose="020B0503030403020204" pitchFamily="34" charset="0"/>
              </a:defRPr>
            </a:lvl1pPr>
            <a:lvl2pPr marL="457189" indent="0" algn="ctr">
              <a:buNone/>
              <a:defRPr sz="1400">
                <a:latin typeface="Source Sans Pro" panose="020B0503030403020204" pitchFamily="34" charset="0"/>
              </a:defRPr>
            </a:lvl2pPr>
            <a:lvl3pPr marL="914377" indent="0" algn="ctr">
              <a:buNone/>
              <a:defRPr sz="1200">
                <a:latin typeface="Source Sans Pro" panose="020B0503030403020204" pitchFamily="34" charset="0"/>
              </a:defRPr>
            </a:lvl3pPr>
            <a:lvl4pPr marL="1371566" indent="0" algn="ctr">
              <a:buNone/>
              <a:defRPr sz="1100">
                <a:latin typeface="Source Sans Pro" panose="020B0503030403020204" pitchFamily="34" charset="0"/>
              </a:defRPr>
            </a:lvl4pPr>
            <a:lvl5pPr marL="1828754" indent="0" algn="ctr">
              <a:buNone/>
              <a:defRPr sz="11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094320" y="1806575"/>
            <a:ext cx="9977824" cy="4064000"/>
          </a:xfrm>
          <a:prstGeom prst="rect">
            <a:avLst/>
          </a:prstGeom>
        </p:spPr>
        <p:txBody>
          <a:bodyPr/>
          <a:lstStyle>
            <a:lvl1pPr marL="288918" marR="0" indent="-233357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8BE20"/>
              </a:buClr>
              <a:buSzTx/>
              <a:buFont typeface="Times New Roman" panose="02020603050405020304" pitchFamily="18" charset="0"/>
              <a:buChar char="▪"/>
              <a:tabLst/>
              <a:defRPr sz="2400">
                <a:solidFill>
                  <a:schemeClr val="tx2"/>
                </a:solidFill>
                <a:latin typeface="Source Sans Pro" panose="020B0503030403020204" pitchFamily="34" charset="0"/>
              </a:defRPr>
            </a:lvl1pPr>
            <a:lvl2pPr marL="746107" marR="0" indent="-233357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8BE20"/>
              </a:buClr>
              <a:buSzPct val="115000"/>
              <a:buFont typeface="Source Sans Pro" panose="020B0604020202020204" pitchFamily="34" charset="0"/>
              <a:buChar char="▫"/>
              <a:tabLst/>
              <a:defRPr>
                <a:solidFill>
                  <a:schemeClr val="tx2"/>
                </a:solidFill>
                <a:latin typeface="Source Sans Pro" panose="020B0503030403020204" pitchFamily="34" charset="0"/>
              </a:defRPr>
            </a:lvl2pPr>
            <a:lvl3pPr marL="1147734" marR="0" indent="-177796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Source Sans Pro" panose="020B0604020202020204" pitchFamily="34" charset="0"/>
              <a:buChar char="•"/>
              <a:tabLst/>
              <a:defRPr>
                <a:solidFill>
                  <a:schemeClr val="tx2"/>
                </a:solidFill>
                <a:latin typeface="Source Sans Pro" panose="020B0503030403020204" pitchFamily="34" charset="0"/>
              </a:defRPr>
            </a:lvl3pPr>
            <a:lvl4pPr marL="1604923" marR="0" indent="-177796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Times New Roman" panose="02020603050405020304" pitchFamily="18" charset="0"/>
              <a:buChar char="◦"/>
              <a:tabLst/>
              <a:defRPr>
                <a:solidFill>
                  <a:schemeClr val="tx2"/>
                </a:solidFill>
                <a:latin typeface="Source Sans Pro" panose="020B0503030403020204" pitchFamily="34" charset="0"/>
              </a:defRPr>
            </a:lvl4pPr>
            <a:lvl5pPr marL="2062111" marR="0" indent="-177796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–"/>
              <a:tabLst/>
              <a:defRPr>
                <a:solidFill>
                  <a:schemeClr val="tx2"/>
                </a:solidFill>
                <a:latin typeface="Source Sans Pro" panose="020B0503030403020204" pitchFamily="34" charset="0"/>
              </a:defRPr>
            </a:lvl5pPr>
          </a:lstStyle>
          <a:p>
            <a:pPr marL="288918" marR="0" lvl="0" indent="-233357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8BE20"/>
              </a:buClr>
              <a:buSzTx/>
              <a:buFont typeface="Times New Roman" panose="02020603050405020304" pitchFamily="18" charset="0"/>
              <a:buChar char="▪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746107" marR="0" lvl="1" indent="-233357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8BE20"/>
              </a:buClr>
              <a:buSzPct val="115000"/>
              <a:buFont typeface="Source Sans Pro" panose="020B0604020202020204" pitchFamily="34" charset="0"/>
              <a:buChar char="▫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Second level</a:t>
            </a:r>
          </a:p>
          <a:p>
            <a:pPr marL="1147734" marR="0" lvl="2" indent="-177796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Source Sans Pro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Third level</a:t>
            </a:r>
          </a:p>
          <a:p>
            <a:pPr marL="1604923" marR="0" lvl="3" indent="-177796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Times New Roman" panose="02020603050405020304" pitchFamily="18" charset="0"/>
              <a:buChar char="◦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Fourth level</a:t>
            </a:r>
          </a:p>
          <a:p>
            <a:pPr marL="2062111" marR="0" lvl="4" indent="-177796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7CDAE-D7C7-4563-9B3A-45BD50C1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07823-B511-4516-AE3D-BF2CB8E925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75787B"/>
                </a:solidFill>
              </a:rPr>
              <a:t>©2019 Nordic™. All rights reserved. Confidential.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DB6F7-F331-41C4-91D3-4A98E22517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337E7FD-B75E-4D69-AF1E-49B3779A22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47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Geometr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A68CAB7-42D3-455C-8CD5-90BC8FBED62F}"/>
              </a:ext>
            </a:extLst>
          </p:cNvPr>
          <p:cNvGrpSpPr/>
          <p:nvPr userDrawn="1"/>
        </p:nvGrpSpPr>
        <p:grpSpPr>
          <a:xfrm>
            <a:off x="9133841" y="1"/>
            <a:ext cx="3058161" cy="6858001"/>
            <a:chOff x="9133840" y="0"/>
            <a:chExt cx="305816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2538CB-EF41-4BF5-8AE0-9CC49113A540}"/>
                </a:ext>
              </a:extLst>
            </p:cNvPr>
            <p:cNvSpPr/>
            <p:nvPr userDrawn="1"/>
          </p:nvSpPr>
          <p:spPr>
            <a:xfrm>
              <a:off x="9133840" y="0"/>
              <a:ext cx="3058161" cy="6858001"/>
            </a:xfrm>
            <a:prstGeom prst="rect">
              <a:avLst/>
            </a:prstGeom>
            <a:solidFill>
              <a:srgbClr val="EB76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B8B61F7-B595-4124-A670-FD7B46F01418}"/>
                </a:ext>
              </a:extLst>
            </p:cNvPr>
            <p:cNvGrpSpPr/>
            <p:nvPr userDrawn="1"/>
          </p:nvGrpSpPr>
          <p:grpSpPr>
            <a:xfrm>
              <a:off x="9368789" y="739805"/>
              <a:ext cx="2690399" cy="5374581"/>
              <a:chOff x="9368789" y="739805"/>
              <a:chExt cx="2690399" cy="5374581"/>
            </a:xfrm>
            <a:solidFill>
              <a:srgbClr val="00BBC7"/>
            </a:solidFill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52248C0-C189-4FED-BB8F-E4E10695DEC4}"/>
                  </a:ext>
                </a:extLst>
              </p:cNvPr>
              <p:cNvSpPr/>
              <p:nvPr userDrawn="1"/>
            </p:nvSpPr>
            <p:spPr>
              <a:xfrm>
                <a:off x="9409821" y="3465019"/>
                <a:ext cx="2649367" cy="26493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1" name="Flowchart: Delay 2">
                <a:extLst>
                  <a:ext uri="{FF2B5EF4-FFF2-40B4-BE49-F238E27FC236}">
                    <a16:creationId xmlns:a16="http://schemas.microsoft.com/office/drawing/2014/main" id="{9B0BE760-F50D-4110-A11A-F083C15444BB}"/>
                  </a:ext>
                </a:extLst>
              </p:cNvPr>
              <p:cNvSpPr/>
              <p:nvPr userDrawn="1"/>
            </p:nvSpPr>
            <p:spPr>
              <a:xfrm rot="16200000">
                <a:off x="10027555" y="1390888"/>
                <a:ext cx="1306216" cy="2623747"/>
              </a:xfrm>
              <a:custGeom>
                <a:avLst/>
                <a:gdLst>
                  <a:gd name="connsiteX0" fmla="*/ 0 w 1829202"/>
                  <a:gd name="connsiteY0" fmla="*/ 0 h 1659467"/>
                  <a:gd name="connsiteX1" fmla="*/ 914601 w 1829202"/>
                  <a:gd name="connsiteY1" fmla="*/ 0 h 1659467"/>
                  <a:gd name="connsiteX2" fmla="*/ 1829202 w 1829202"/>
                  <a:gd name="connsiteY2" fmla="*/ 829734 h 1659467"/>
                  <a:gd name="connsiteX3" fmla="*/ 914601 w 1829202"/>
                  <a:gd name="connsiteY3" fmla="*/ 1659468 h 1659467"/>
                  <a:gd name="connsiteX4" fmla="*/ 0 w 1829202"/>
                  <a:gd name="connsiteY4" fmla="*/ 1659467 h 1659467"/>
                  <a:gd name="connsiteX5" fmla="*/ 0 w 1829202"/>
                  <a:gd name="connsiteY5" fmla="*/ 0 h 1659467"/>
                  <a:gd name="connsiteX0" fmla="*/ 733778 w 1829202"/>
                  <a:gd name="connsiteY0" fmla="*/ 11289 h 1659468"/>
                  <a:gd name="connsiteX1" fmla="*/ 914601 w 1829202"/>
                  <a:gd name="connsiteY1" fmla="*/ 0 h 1659468"/>
                  <a:gd name="connsiteX2" fmla="*/ 1829202 w 1829202"/>
                  <a:gd name="connsiteY2" fmla="*/ 829734 h 1659468"/>
                  <a:gd name="connsiteX3" fmla="*/ 914601 w 1829202"/>
                  <a:gd name="connsiteY3" fmla="*/ 1659468 h 1659468"/>
                  <a:gd name="connsiteX4" fmla="*/ 0 w 1829202"/>
                  <a:gd name="connsiteY4" fmla="*/ 1659467 h 1659468"/>
                  <a:gd name="connsiteX5" fmla="*/ 733778 w 1829202"/>
                  <a:gd name="connsiteY5" fmla="*/ 11289 h 1659468"/>
                  <a:gd name="connsiteX0" fmla="*/ 22578 w 1118002"/>
                  <a:gd name="connsiteY0" fmla="*/ 11289 h 1659468"/>
                  <a:gd name="connsiteX1" fmla="*/ 203401 w 1118002"/>
                  <a:gd name="connsiteY1" fmla="*/ 0 h 1659468"/>
                  <a:gd name="connsiteX2" fmla="*/ 1118002 w 1118002"/>
                  <a:gd name="connsiteY2" fmla="*/ 829734 h 1659468"/>
                  <a:gd name="connsiteX3" fmla="*/ 203401 w 1118002"/>
                  <a:gd name="connsiteY3" fmla="*/ 1659468 h 1659468"/>
                  <a:gd name="connsiteX4" fmla="*/ 0 w 1118002"/>
                  <a:gd name="connsiteY4" fmla="*/ 1636890 h 1659468"/>
                  <a:gd name="connsiteX5" fmla="*/ 22578 w 1118002"/>
                  <a:gd name="connsiteY5" fmla="*/ 11289 h 1659468"/>
                  <a:gd name="connsiteX0" fmla="*/ 0 w 1095424"/>
                  <a:gd name="connsiteY0" fmla="*/ 11289 h 1659468"/>
                  <a:gd name="connsiteX1" fmla="*/ 180823 w 1095424"/>
                  <a:gd name="connsiteY1" fmla="*/ 0 h 1659468"/>
                  <a:gd name="connsiteX2" fmla="*/ 1095424 w 1095424"/>
                  <a:gd name="connsiteY2" fmla="*/ 829734 h 1659468"/>
                  <a:gd name="connsiteX3" fmla="*/ 180823 w 1095424"/>
                  <a:gd name="connsiteY3" fmla="*/ 1659468 h 1659468"/>
                  <a:gd name="connsiteX4" fmla="*/ 0 w 1095424"/>
                  <a:gd name="connsiteY4" fmla="*/ 11289 h 1659468"/>
                  <a:gd name="connsiteX0" fmla="*/ 0 w 914601"/>
                  <a:gd name="connsiteY0" fmla="*/ 1659468 h 1659468"/>
                  <a:gd name="connsiteX1" fmla="*/ 0 w 914601"/>
                  <a:gd name="connsiteY1" fmla="*/ 0 h 1659468"/>
                  <a:gd name="connsiteX2" fmla="*/ 914601 w 914601"/>
                  <a:gd name="connsiteY2" fmla="*/ 829734 h 1659468"/>
                  <a:gd name="connsiteX3" fmla="*/ 0 w 914601"/>
                  <a:gd name="connsiteY3" fmla="*/ 1659468 h 1659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4601" h="1659468">
                    <a:moveTo>
                      <a:pt x="0" y="1659468"/>
                    </a:moveTo>
                    <a:lnTo>
                      <a:pt x="0" y="0"/>
                    </a:lnTo>
                    <a:cubicBezTo>
                      <a:pt x="505120" y="0"/>
                      <a:pt x="914601" y="371485"/>
                      <a:pt x="914601" y="829734"/>
                    </a:cubicBezTo>
                    <a:cubicBezTo>
                      <a:pt x="914601" y="1287983"/>
                      <a:pt x="505120" y="1659468"/>
                      <a:pt x="0" y="16594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2" name="Flowchart: Delay 2">
                <a:extLst>
                  <a:ext uri="{FF2B5EF4-FFF2-40B4-BE49-F238E27FC236}">
                    <a16:creationId xmlns:a16="http://schemas.microsoft.com/office/drawing/2014/main" id="{A24CFEEA-BDF7-4665-91D9-3BC3AF8DAC78}"/>
                  </a:ext>
                </a:extLst>
              </p:cNvPr>
              <p:cNvSpPr/>
              <p:nvPr userDrawn="1"/>
            </p:nvSpPr>
            <p:spPr>
              <a:xfrm rot="16200000">
                <a:off x="10027556" y="81039"/>
                <a:ext cx="1306216" cy="2623747"/>
              </a:xfrm>
              <a:custGeom>
                <a:avLst/>
                <a:gdLst>
                  <a:gd name="connsiteX0" fmla="*/ 0 w 1829202"/>
                  <a:gd name="connsiteY0" fmla="*/ 0 h 1659467"/>
                  <a:gd name="connsiteX1" fmla="*/ 914601 w 1829202"/>
                  <a:gd name="connsiteY1" fmla="*/ 0 h 1659467"/>
                  <a:gd name="connsiteX2" fmla="*/ 1829202 w 1829202"/>
                  <a:gd name="connsiteY2" fmla="*/ 829734 h 1659467"/>
                  <a:gd name="connsiteX3" fmla="*/ 914601 w 1829202"/>
                  <a:gd name="connsiteY3" fmla="*/ 1659468 h 1659467"/>
                  <a:gd name="connsiteX4" fmla="*/ 0 w 1829202"/>
                  <a:gd name="connsiteY4" fmla="*/ 1659467 h 1659467"/>
                  <a:gd name="connsiteX5" fmla="*/ 0 w 1829202"/>
                  <a:gd name="connsiteY5" fmla="*/ 0 h 1659467"/>
                  <a:gd name="connsiteX0" fmla="*/ 733778 w 1829202"/>
                  <a:gd name="connsiteY0" fmla="*/ 11289 h 1659468"/>
                  <a:gd name="connsiteX1" fmla="*/ 914601 w 1829202"/>
                  <a:gd name="connsiteY1" fmla="*/ 0 h 1659468"/>
                  <a:gd name="connsiteX2" fmla="*/ 1829202 w 1829202"/>
                  <a:gd name="connsiteY2" fmla="*/ 829734 h 1659468"/>
                  <a:gd name="connsiteX3" fmla="*/ 914601 w 1829202"/>
                  <a:gd name="connsiteY3" fmla="*/ 1659468 h 1659468"/>
                  <a:gd name="connsiteX4" fmla="*/ 0 w 1829202"/>
                  <a:gd name="connsiteY4" fmla="*/ 1659467 h 1659468"/>
                  <a:gd name="connsiteX5" fmla="*/ 733778 w 1829202"/>
                  <a:gd name="connsiteY5" fmla="*/ 11289 h 1659468"/>
                  <a:gd name="connsiteX0" fmla="*/ 22578 w 1118002"/>
                  <a:gd name="connsiteY0" fmla="*/ 11289 h 1659468"/>
                  <a:gd name="connsiteX1" fmla="*/ 203401 w 1118002"/>
                  <a:gd name="connsiteY1" fmla="*/ 0 h 1659468"/>
                  <a:gd name="connsiteX2" fmla="*/ 1118002 w 1118002"/>
                  <a:gd name="connsiteY2" fmla="*/ 829734 h 1659468"/>
                  <a:gd name="connsiteX3" fmla="*/ 203401 w 1118002"/>
                  <a:gd name="connsiteY3" fmla="*/ 1659468 h 1659468"/>
                  <a:gd name="connsiteX4" fmla="*/ 0 w 1118002"/>
                  <a:gd name="connsiteY4" fmla="*/ 1636890 h 1659468"/>
                  <a:gd name="connsiteX5" fmla="*/ 22578 w 1118002"/>
                  <a:gd name="connsiteY5" fmla="*/ 11289 h 1659468"/>
                  <a:gd name="connsiteX0" fmla="*/ 0 w 1095424"/>
                  <a:gd name="connsiteY0" fmla="*/ 11289 h 1659468"/>
                  <a:gd name="connsiteX1" fmla="*/ 180823 w 1095424"/>
                  <a:gd name="connsiteY1" fmla="*/ 0 h 1659468"/>
                  <a:gd name="connsiteX2" fmla="*/ 1095424 w 1095424"/>
                  <a:gd name="connsiteY2" fmla="*/ 829734 h 1659468"/>
                  <a:gd name="connsiteX3" fmla="*/ 180823 w 1095424"/>
                  <a:gd name="connsiteY3" fmla="*/ 1659468 h 1659468"/>
                  <a:gd name="connsiteX4" fmla="*/ 0 w 1095424"/>
                  <a:gd name="connsiteY4" fmla="*/ 11289 h 1659468"/>
                  <a:gd name="connsiteX0" fmla="*/ 0 w 914601"/>
                  <a:gd name="connsiteY0" fmla="*/ 1659468 h 1659468"/>
                  <a:gd name="connsiteX1" fmla="*/ 0 w 914601"/>
                  <a:gd name="connsiteY1" fmla="*/ 0 h 1659468"/>
                  <a:gd name="connsiteX2" fmla="*/ 914601 w 914601"/>
                  <a:gd name="connsiteY2" fmla="*/ 829734 h 1659468"/>
                  <a:gd name="connsiteX3" fmla="*/ 0 w 914601"/>
                  <a:gd name="connsiteY3" fmla="*/ 1659468 h 1659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4601" h="1659468">
                    <a:moveTo>
                      <a:pt x="0" y="1659468"/>
                    </a:moveTo>
                    <a:lnTo>
                      <a:pt x="0" y="0"/>
                    </a:lnTo>
                    <a:cubicBezTo>
                      <a:pt x="505120" y="0"/>
                      <a:pt x="914601" y="371485"/>
                      <a:pt x="914601" y="829734"/>
                    </a:cubicBezTo>
                    <a:cubicBezTo>
                      <a:pt x="914601" y="1287983"/>
                      <a:pt x="505120" y="1659468"/>
                      <a:pt x="0" y="16594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</p:grpSp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AAC1F20-A665-4CB7-9DD4-658CC04C9B68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927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ite Geometr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58CD73A-D1A7-43C8-A837-0CFC4086860D}"/>
              </a:ext>
            </a:extLst>
          </p:cNvPr>
          <p:cNvSpPr/>
          <p:nvPr userDrawn="1"/>
        </p:nvSpPr>
        <p:spPr>
          <a:xfrm>
            <a:off x="9133838" y="1"/>
            <a:ext cx="3058161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19DA2EA-38F5-5847-86ED-5FA93089D9D5}"/>
              </a:ext>
            </a:extLst>
          </p:cNvPr>
          <p:cNvSpPr/>
          <p:nvPr userDrawn="1"/>
        </p:nvSpPr>
        <p:spPr>
          <a:xfrm>
            <a:off x="9353329" y="3496711"/>
            <a:ext cx="2701019" cy="27217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5" name="Flowchart: Delay 10">
            <a:extLst>
              <a:ext uri="{FF2B5EF4-FFF2-40B4-BE49-F238E27FC236}">
                <a16:creationId xmlns:a16="http://schemas.microsoft.com/office/drawing/2014/main" id="{C5D820BC-271F-CE47-9B76-4C4A0F6067F7}"/>
              </a:ext>
            </a:extLst>
          </p:cNvPr>
          <p:cNvSpPr/>
          <p:nvPr userDrawn="1"/>
        </p:nvSpPr>
        <p:spPr>
          <a:xfrm rot="5400000">
            <a:off x="8982205" y="322310"/>
            <a:ext cx="3370112" cy="2725493"/>
          </a:xfrm>
          <a:custGeom>
            <a:avLst/>
            <a:gdLst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1290" h="3055776">
                <a:moveTo>
                  <a:pt x="0" y="0"/>
                </a:moveTo>
                <a:lnTo>
                  <a:pt x="1680645" y="0"/>
                </a:lnTo>
                <a:cubicBezTo>
                  <a:pt x="2638336" y="0"/>
                  <a:pt x="3361290" y="615233"/>
                  <a:pt x="3361290" y="1527888"/>
                </a:cubicBezTo>
                <a:cubicBezTo>
                  <a:pt x="3361290" y="2440543"/>
                  <a:pt x="2608840" y="3055776"/>
                  <a:pt x="1680645" y="3055776"/>
                </a:cubicBezTo>
                <a:lnTo>
                  <a:pt x="0" y="30557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92C6FB-4449-4243-8618-5D6D04984EA3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042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hite Geometr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58CD73A-D1A7-43C8-A837-0CFC4086860D}"/>
              </a:ext>
            </a:extLst>
          </p:cNvPr>
          <p:cNvSpPr/>
          <p:nvPr userDrawn="1"/>
        </p:nvSpPr>
        <p:spPr>
          <a:xfrm>
            <a:off x="9133838" y="1"/>
            <a:ext cx="305816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19DA2EA-38F5-5847-86ED-5FA93089D9D5}"/>
              </a:ext>
            </a:extLst>
          </p:cNvPr>
          <p:cNvSpPr/>
          <p:nvPr userDrawn="1"/>
        </p:nvSpPr>
        <p:spPr>
          <a:xfrm>
            <a:off x="9353329" y="3496711"/>
            <a:ext cx="2701019" cy="2721748"/>
          </a:xfrm>
          <a:prstGeom prst="ellipse">
            <a:avLst/>
          </a:prstGeom>
          <a:solidFill>
            <a:srgbClr val="407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5" name="Flowchart: Delay 10">
            <a:extLst>
              <a:ext uri="{FF2B5EF4-FFF2-40B4-BE49-F238E27FC236}">
                <a16:creationId xmlns:a16="http://schemas.microsoft.com/office/drawing/2014/main" id="{C5D820BC-271F-CE47-9B76-4C4A0F6067F7}"/>
              </a:ext>
            </a:extLst>
          </p:cNvPr>
          <p:cNvSpPr/>
          <p:nvPr userDrawn="1"/>
        </p:nvSpPr>
        <p:spPr>
          <a:xfrm rot="5400000">
            <a:off x="8982205" y="322310"/>
            <a:ext cx="3370112" cy="2725493"/>
          </a:xfrm>
          <a:custGeom>
            <a:avLst/>
            <a:gdLst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1290" h="3055776">
                <a:moveTo>
                  <a:pt x="0" y="0"/>
                </a:moveTo>
                <a:lnTo>
                  <a:pt x="1680645" y="0"/>
                </a:lnTo>
                <a:cubicBezTo>
                  <a:pt x="2638336" y="0"/>
                  <a:pt x="3361290" y="615233"/>
                  <a:pt x="3361290" y="1527888"/>
                </a:cubicBezTo>
                <a:cubicBezTo>
                  <a:pt x="3361290" y="2440543"/>
                  <a:pt x="2608840" y="3055776"/>
                  <a:pt x="1680645" y="3055776"/>
                </a:cubicBezTo>
                <a:lnTo>
                  <a:pt x="0" y="3055776"/>
                </a:lnTo>
                <a:lnTo>
                  <a:pt x="0" y="0"/>
                </a:lnTo>
                <a:close/>
              </a:path>
            </a:pathLst>
          </a:custGeom>
          <a:solidFill>
            <a:srgbClr val="407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CFC1D2E-A82D-3C40-8DE3-A18D62642775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368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Geometr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3708B2FC-514E-48CE-A8FE-DAE644EC4819}"/>
              </a:ext>
            </a:extLst>
          </p:cNvPr>
          <p:cNvGrpSpPr/>
          <p:nvPr userDrawn="1"/>
        </p:nvGrpSpPr>
        <p:grpSpPr>
          <a:xfrm>
            <a:off x="9133841" y="1"/>
            <a:ext cx="3058161" cy="6861809"/>
            <a:chOff x="9133840" y="0"/>
            <a:chExt cx="3058161" cy="686180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757707F-408C-4ABA-BA2E-197D82DF482D}"/>
                </a:ext>
              </a:extLst>
            </p:cNvPr>
            <p:cNvSpPr/>
            <p:nvPr userDrawn="1"/>
          </p:nvSpPr>
          <p:spPr>
            <a:xfrm>
              <a:off x="9133840" y="0"/>
              <a:ext cx="3058161" cy="6858001"/>
            </a:xfrm>
            <a:prstGeom prst="rect">
              <a:avLst/>
            </a:prstGeom>
            <a:solidFill>
              <a:srgbClr val="EB76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094E6B-4354-46AA-97E0-B92705CB152D}"/>
                </a:ext>
              </a:extLst>
            </p:cNvPr>
            <p:cNvSpPr/>
            <p:nvPr userDrawn="1"/>
          </p:nvSpPr>
          <p:spPr>
            <a:xfrm>
              <a:off x="9629422" y="0"/>
              <a:ext cx="2562578" cy="2381956"/>
            </a:xfrm>
            <a:custGeom>
              <a:avLst/>
              <a:gdLst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6595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23641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2578" h="2381956">
                  <a:moveTo>
                    <a:pt x="0" y="0"/>
                  </a:moveTo>
                  <a:lnTo>
                    <a:pt x="0" y="2381956"/>
                  </a:lnTo>
                  <a:lnTo>
                    <a:pt x="2562578" y="2381956"/>
                  </a:lnTo>
                  <a:lnTo>
                    <a:pt x="2562578" y="1320800"/>
                  </a:lnTo>
                  <a:cubicBezTo>
                    <a:pt x="2262764" y="831003"/>
                    <a:pt x="1879130" y="375497"/>
                    <a:pt x="134309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A9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25A68A4-C4E0-4ECD-8605-B042634CB5DE}"/>
                </a:ext>
              </a:extLst>
            </p:cNvPr>
            <p:cNvSpPr/>
            <p:nvPr userDrawn="1"/>
          </p:nvSpPr>
          <p:spPr>
            <a:xfrm>
              <a:off x="9136174" y="3063239"/>
              <a:ext cx="3055826" cy="400051"/>
            </a:xfrm>
            <a:prstGeom prst="rect">
              <a:avLst/>
            </a:prstGeom>
            <a:solidFill>
              <a:srgbClr val="F2A9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794AF88-E403-4586-AADD-8225EF4613A8}"/>
                </a:ext>
              </a:extLst>
            </p:cNvPr>
            <p:cNvSpPr/>
            <p:nvPr userDrawn="1"/>
          </p:nvSpPr>
          <p:spPr>
            <a:xfrm flipV="1">
              <a:off x="9629422" y="4424342"/>
              <a:ext cx="2562578" cy="2437467"/>
            </a:xfrm>
            <a:custGeom>
              <a:avLst/>
              <a:gdLst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6595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23641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0 h 2381956"/>
                <a:gd name="connsiteX1" fmla="*/ 0 w 2562578"/>
                <a:gd name="connsiteY1" fmla="*/ 2381956 h 2381956"/>
                <a:gd name="connsiteX2" fmla="*/ 2562578 w 2562578"/>
                <a:gd name="connsiteY2" fmla="*/ 2381956 h 2381956"/>
                <a:gd name="connsiteX3" fmla="*/ 2562578 w 2562578"/>
                <a:gd name="connsiteY3" fmla="*/ 1320800 h 2381956"/>
                <a:gd name="connsiteX4" fmla="*/ 1343096 w 2562578"/>
                <a:gd name="connsiteY4" fmla="*/ 0 h 2381956"/>
                <a:gd name="connsiteX5" fmla="*/ 0 w 2562578"/>
                <a:gd name="connsiteY5" fmla="*/ 0 h 2381956"/>
                <a:gd name="connsiteX0" fmla="*/ 0 w 2562578"/>
                <a:gd name="connsiteY0" fmla="*/ 57098 h 2439054"/>
                <a:gd name="connsiteX1" fmla="*/ 0 w 2562578"/>
                <a:gd name="connsiteY1" fmla="*/ 2439054 h 2439054"/>
                <a:gd name="connsiteX2" fmla="*/ 2562578 w 2562578"/>
                <a:gd name="connsiteY2" fmla="*/ 2439054 h 2439054"/>
                <a:gd name="connsiteX3" fmla="*/ 2562578 w 2562578"/>
                <a:gd name="connsiteY3" fmla="*/ 1377898 h 2439054"/>
                <a:gd name="connsiteX4" fmla="*/ 1282136 w 2562578"/>
                <a:gd name="connsiteY4" fmla="*/ 0 h 2439054"/>
                <a:gd name="connsiteX5" fmla="*/ 0 w 2562578"/>
                <a:gd name="connsiteY5" fmla="*/ 57098 h 2439054"/>
                <a:gd name="connsiteX0" fmla="*/ 0 w 2562578"/>
                <a:gd name="connsiteY0" fmla="*/ 7613 h 2439054"/>
                <a:gd name="connsiteX1" fmla="*/ 0 w 2562578"/>
                <a:gd name="connsiteY1" fmla="*/ 2439054 h 2439054"/>
                <a:gd name="connsiteX2" fmla="*/ 2562578 w 2562578"/>
                <a:gd name="connsiteY2" fmla="*/ 2439054 h 2439054"/>
                <a:gd name="connsiteX3" fmla="*/ 2562578 w 2562578"/>
                <a:gd name="connsiteY3" fmla="*/ 1377898 h 2439054"/>
                <a:gd name="connsiteX4" fmla="*/ 1282136 w 2562578"/>
                <a:gd name="connsiteY4" fmla="*/ 0 h 2439054"/>
                <a:gd name="connsiteX5" fmla="*/ 0 w 2562578"/>
                <a:gd name="connsiteY5" fmla="*/ 7613 h 2439054"/>
                <a:gd name="connsiteX0" fmla="*/ 0 w 2562578"/>
                <a:gd name="connsiteY0" fmla="*/ 7613 h 2439054"/>
                <a:gd name="connsiteX1" fmla="*/ 0 w 2562578"/>
                <a:gd name="connsiteY1" fmla="*/ 2439054 h 2439054"/>
                <a:gd name="connsiteX2" fmla="*/ 2562578 w 2562578"/>
                <a:gd name="connsiteY2" fmla="*/ 2439054 h 2439054"/>
                <a:gd name="connsiteX3" fmla="*/ 2562578 w 2562578"/>
                <a:gd name="connsiteY3" fmla="*/ 1377898 h 2439054"/>
                <a:gd name="connsiteX4" fmla="*/ 1282136 w 2562578"/>
                <a:gd name="connsiteY4" fmla="*/ 0 h 2439054"/>
                <a:gd name="connsiteX5" fmla="*/ 0 w 2562578"/>
                <a:gd name="connsiteY5" fmla="*/ 7613 h 2439054"/>
                <a:gd name="connsiteX0" fmla="*/ 0 w 2562578"/>
                <a:gd name="connsiteY0" fmla="*/ 3806 h 2435247"/>
                <a:gd name="connsiteX1" fmla="*/ 0 w 2562578"/>
                <a:gd name="connsiteY1" fmla="*/ 2435247 h 2435247"/>
                <a:gd name="connsiteX2" fmla="*/ 2562578 w 2562578"/>
                <a:gd name="connsiteY2" fmla="*/ 2435247 h 2435247"/>
                <a:gd name="connsiteX3" fmla="*/ 2562578 w 2562578"/>
                <a:gd name="connsiteY3" fmla="*/ 1374091 h 2435247"/>
                <a:gd name="connsiteX4" fmla="*/ 1282136 w 2562578"/>
                <a:gd name="connsiteY4" fmla="*/ 0 h 2435247"/>
                <a:gd name="connsiteX5" fmla="*/ 0 w 2562578"/>
                <a:gd name="connsiteY5" fmla="*/ 3806 h 2435247"/>
                <a:gd name="connsiteX0" fmla="*/ 0 w 2562578"/>
                <a:gd name="connsiteY0" fmla="*/ 3806 h 2435247"/>
                <a:gd name="connsiteX1" fmla="*/ 0 w 2562578"/>
                <a:gd name="connsiteY1" fmla="*/ 2435247 h 2435247"/>
                <a:gd name="connsiteX2" fmla="*/ 2562578 w 2562578"/>
                <a:gd name="connsiteY2" fmla="*/ 2435247 h 2435247"/>
                <a:gd name="connsiteX3" fmla="*/ 2562578 w 2562578"/>
                <a:gd name="connsiteY3" fmla="*/ 1374091 h 2435247"/>
                <a:gd name="connsiteX4" fmla="*/ 1282136 w 2562578"/>
                <a:gd name="connsiteY4" fmla="*/ 0 h 2435247"/>
                <a:gd name="connsiteX5" fmla="*/ 0 w 2562578"/>
                <a:gd name="connsiteY5" fmla="*/ 3806 h 2435247"/>
                <a:gd name="connsiteX0" fmla="*/ 0 w 2562578"/>
                <a:gd name="connsiteY0" fmla="*/ 3806 h 2435247"/>
                <a:gd name="connsiteX1" fmla="*/ 0 w 2562578"/>
                <a:gd name="connsiteY1" fmla="*/ 2435247 h 2435247"/>
                <a:gd name="connsiteX2" fmla="*/ 2562578 w 2562578"/>
                <a:gd name="connsiteY2" fmla="*/ 2435247 h 2435247"/>
                <a:gd name="connsiteX3" fmla="*/ 2562578 w 2562578"/>
                <a:gd name="connsiteY3" fmla="*/ 1374091 h 2435247"/>
                <a:gd name="connsiteX4" fmla="*/ 1282136 w 2562578"/>
                <a:gd name="connsiteY4" fmla="*/ 0 h 2435247"/>
                <a:gd name="connsiteX5" fmla="*/ 0 w 2562578"/>
                <a:gd name="connsiteY5" fmla="*/ 3806 h 2435247"/>
                <a:gd name="connsiteX0" fmla="*/ 0 w 2562578"/>
                <a:gd name="connsiteY0" fmla="*/ 3806 h 2435247"/>
                <a:gd name="connsiteX1" fmla="*/ 0 w 2562578"/>
                <a:gd name="connsiteY1" fmla="*/ 2435247 h 2435247"/>
                <a:gd name="connsiteX2" fmla="*/ 2562578 w 2562578"/>
                <a:gd name="connsiteY2" fmla="*/ 2435247 h 2435247"/>
                <a:gd name="connsiteX3" fmla="*/ 2562578 w 2562578"/>
                <a:gd name="connsiteY3" fmla="*/ 1374091 h 2435247"/>
                <a:gd name="connsiteX4" fmla="*/ 1282136 w 2562578"/>
                <a:gd name="connsiteY4" fmla="*/ 0 h 2435247"/>
                <a:gd name="connsiteX5" fmla="*/ 0 w 2562578"/>
                <a:gd name="connsiteY5" fmla="*/ 3806 h 243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2578" h="2435247">
                  <a:moveTo>
                    <a:pt x="0" y="3806"/>
                  </a:moveTo>
                  <a:lnTo>
                    <a:pt x="0" y="2435247"/>
                  </a:lnTo>
                  <a:lnTo>
                    <a:pt x="2562578" y="2435247"/>
                  </a:lnTo>
                  <a:lnTo>
                    <a:pt x="2562578" y="1374091"/>
                  </a:lnTo>
                  <a:cubicBezTo>
                    <a:pt x="2236094" y="792937"/>
                    <a:pt x="1753400" y="345044"/>
                    <a:pt x="1282136" y="0"/>
                  </a:cubicBezTo>
                  <a:lnTo>
                    <a:pt x="0" y="3806"/>
                  </a:lnTo>
                  <a:close/>
                </a:path>
              </a:pathLst>
            </a:custGeom>
            <a:solidFill>
              <a:srgbClr val="F2A9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</p:grpSp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2D06B7B-CED3-4330-B41B-26AFB0142F87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3532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Geometr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9B685137-0546-4064-B94D-1C2F2D56C8AA}"/>
              </a:ext>
            </a:extLst>
          </p:cNvPr>
          <p:cNvGrpSpPr/>
          <p:nvPr userDrawn="1"/>
        </p:nvGrpSpPr>
        <p:grpSpPr>
          <a:xfrm>
            <a:off x="9133841" y="-100965"/>
            <a:ext cx="3058161" cy="6961479"/>
            <a:chOff x="9133839" y="-100965"/>
            <a:chExt cx="3058161" cy="696147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90F84AC-95BF-43AA-9758-70F906847451}"/>
                </a:ext>
              </a:extLst>
            </p:cNvPr>
            <p:cNvSpPr/>
            <p:nvPr userDrawn="1"/>
          </p:nvSpPr>
          <p:spPr>
            <a:xfrm>
              <a:off x="9133839" y="0"/>
              <a:ext cx="3058161" cy="6858001"/>
            </a:xfrm>
            <a:prstGeom prst="rect">
              <a:avLst/>
            </a:prstGeom>
            <a:solidFill>
              <a:srgbClr val="305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E77FDA5-551F-4FC6-9E0E-929558E16BCE}"/>
                </a:ext>
              </a:extLst>
            </p:cNvPr>
            <p:cNvGrpSpPr/>
            <p:nvPr userDrawn="1"/>
          </p:nvGrpSpPr>
          <p:grpSpPr>
            <a:xfrm>
              <a:off x="9194631" y="-100965"/>
              <a:ext cx="2979920" cy="6961478"/>
              <a:chOff x="9194631" y="-100965"/>
              <a:chExt cx="2979920" cy="696147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0C20E7A-AF67-4172-A6F7-E973EAE9216D}"/>
                  </a:ext>
                </a:extLst>
              </p:cNvPr>
              <p:cNvGrpSpPr/>
              <p:nvPr userDrawn="1"/>
            </p:nvGrpSpPr>
            <p:grpSpPr>
              <a:xfrm>
                <a:off x="9194648" y="-100965"/>
                <a:ext cx="2976093" cy="2986724"/>
                <a:chOff x="9194648" y="-100965"/>
                <a:chExt cx="2976093" cy="2986724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40653C5E-18A1-4F7F-9CCC-E5FE61F88D55}"/>
                    </a:ext>
                  </a:extLst>
                </p:cNvPr>
                <p:cNvSpPr/>
                <p:nvPr userDrawn="1"/>
              </p:nvSpPr>
              <p:spPr>
                <a:xfrm>
                  <a:off x="10725404" y="1170044"/>
                  <a:ext cx="1445337" cy="1445337"/>
                </a:xfrm>
                <a:prstGeom prst="ellipse">
                  <a:avLst/>
                </a:pr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0A800EC8-9032-474D-A91D-D8ECBD92F956}"/>
                    </a:ext>
                  </a:extLst>
                </p:cNvPr>
                <p:cNvSpPr/>
                <p:nvPr userDrawn="1"/>
              </p:nvSpPr>
              <p:spPr>
                <a:xfrm>
                  <a:off x="9194648" y="-100965"/>
                  <a:ext cx="1516806" cy="1516806"/>
                </a:xfrm>
                <a:prstGeom prst="ellipse">
                  <a:avLst/>
                </a:pr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E6493F42-032F-43A3-B41C-D0FA26CC2978}"/>
                    </a:ext>
                  </a:extLst>
                </p:cNvPr>
                <p:cNvSpPr/>
                <p:nvPr userDrawn="1"/>
              </p:nvSpPr>
              <p:spPr>
                <a:xfrm>
                  <a:off x="10725403" y="-1"/>
                  <a:ext cx="1356107" cy="1288026"/>
                </a:xfrm>
                <a:custGeom>
                  <a:avLst/>
                  <a:gdLst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516" h="1288026">
                      <a:moveTo>
                        <a:pt x="0" y="0"/>
                      </a:moveTo>
                      <a:lnTo>
                        <a:pt x="0" y="1288026"/>
                      </a:lnTo>
                      <a:cubicBezTo>
                        <a:pt x="412431" y="1180629"/>
                        <a:pt x="1058835" y="798912"/>
                        <a:pt x="137651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AB334EEF-1BFF-4AB6-AF10-FB50971087C6}"/>
                    </a:ext>
                  </a:extLst>
                </p:cNvPr>
                <p:cNvSpPr/>
                <p:nvPr userDrawn="1"/>
              </p:nvSpPr>
              <p:spPr>
                <a:xfrm flipH="1" flipV="1">
                  <a:off x="9266115" y="1289578"/>
                  <a:ext cx="1445338" cy="1596181"/>
                </a:xfrm>
                <a:custGeom>
                  <a:avLst/>
                  <a:gdLst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516" h="1288026">
                      <a:moveTo>
                        <a:pt x="0" y="0"/>
                      </a:moveTo>
                      <a:lnTo>
                        <a:pt x="0" y="1288026"/>
                      </a:lnTo>
                      <a:cubicBezTo>
                        <a:pt x="528545" y="1165258"/>
                        <a:pt x="1151364" y="758944"/>
                        <a:pt x="137651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B14BB34-DF7D-4FD5-9D1D-87AD1FA24D66}"/>
                  </a:ext>
                </a:extLst>
              </p:cNvPr>
              <p:cNvGrpSpPr/>
              <p:nvPr userDrawn="1"/>
            </p:nvGrpSpPr>
            <p:grpSpPr>
              <a:xfrm>
                <a:off x="9357359" y="4358680"/>
                <a:ext cx="2817192" cy="1445337"/>
                <a:chOff x="9357359" y="1401080"/>
                <a:chExt cx="2817192" cy="1445337"/>
              </a:xfrm>
              <a:solidFill>
                <a:srgbClr val="E0CD21"/>
              </a:solidFill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A8219210-360F-47AB-9C3A-A8F5B084B803}"/>
                    </a:ext>
                  </a:extLst>
                </p:cNvPr>
                <p:cNvSpPr/>
                <p:nvPr userDrawn="1"/>
              </p:nvSpPr>
              <p:spPr>
                <a:xfrm>
                  <a:off x="10729214" y="1401080"/>
                  <a:ext cx="1445337" cy="144533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047F51B6-04B4-4859-BF7C-5B0C412DD5CE}"/>
                    </a:ext>
                  </a:extLst>
                </p:cNvPr>
                <p:cNvSpPr/>
                <p:nvPr userDrawn="1"/>
              </p:nvSpPr>
              <p:spPr>
                <a:xfrm flipH="1" flipV="1">
                  <a:off x="9357359" y="1517494"/>
                  <a:ext cx="1354093" cy="1289991"/>
                </a:xfrm>
                <a:custGeom>
                  <a:avLst/>
                  <a:gdLst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516" h="1288026">
                      <a:moveTo>
                        <a:pt x="0" y="0"/>
                      </a:moveTo>
                      <a:lnTo>
                        <a:pt x="0" y="1288026"/>
                      </a:lnTo>
                      <a:cubicBezTo>
                        <a:pt x="358129" y="1199496"/>
                        <a:pt x="1042918" y="846441"/>
                        <a:pt x="137651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79B022D-9790-45FB-8565-F20499B39CEF}"/>
                  </a:ext>
                </a:extLst>
              </p:cNvPr>
              <p:cNvGrpSpPr/>
              <p:nvPr userDrawn="1"/>
            </p:nvGrpSpPr>
            <p:grpSpPr>
              <a:xfrm>
                <a:off x="9194648" y="2885758"/>
                <a:ext cx="2978302" cy="1716833"/>
                <a:chOff x="9194648" y="2885758"/>
                <a:chExt cx="2978302" cy="1716833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969B0C55-8920-4F80-9678-CFAEF32F2757}"/>
                    </a:ext>
                  </a:extLst>
                </p:cNvPr>
                <p:cNvSpPr/>
                <p:nvPr userDrawn="1"/>
              </p:nvSpPr>
              <p:spPr>
                <a:xfrm>
                  <a:off x="9194648" y="3085785"/>
                  <a:ext cx="1516806" cy="1516806"/>
                </a:xfrm>
                <a:prstGeom prst="ellipse">
                  <a:avLst/>
                </a:pr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3E1FBFED-254D-4784-8507-DE81EB81C7CC}"/>
                    </a:ext>
                  </a:extLst>
                </p:cNvPr>
                <p:cNvSpPr/>
                <p:nvPr userDrawn="1"/>
              </p:nvSpPr>
              <p:spPr>
                <a:xfrm>
                  <a:off x="10725403" y="2885758"/>
                  <a:ext cx="1447547" cy="1589335"/>
                </a:xfrm>
                <a:custGeom>
                  <a:avLst/>
                  <a:gdLst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  <a:gd name="connsiteX0" fmla="*/ 0 w 1376516"/>
                    <a:gd name="connsiteY0" fmla="*/ 0 h 1288026"/>
                    <a:gd name="connsiteX1" fmla="*/ 0 w 1376516"/>
                    <a:gd name="connsiteY1" fmla="*/ 1288026 h 1288026"/>
                    <a:gd name="connsiteX2" fmla="*/ 1376516 w 1376516"/>
                    <a:gd name="connsiteY2" fmla="*/ 0 h 1288026"/>
                    <a:gd name="connsiteX3" fmla="*/ 0 w 1376516"/>
                    <a:gd name="connsiteY3" fmla="*/ 0 h 1288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516" h="1288026">
                      <a:moveTo>
                        <a:pt x="0" y="0"/>
                      </a:moveTo>
                      <a:lnTo>
                        <a:pt x="0" y="1288026"/>
                      </a:lnTo>
                      <a:cubicBezTo>
                        <a:pt x="481269" y="1189892"/>
                        <a:pt x="1171149" y="752596"/>
                        <a:pt x="137651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CD2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/>
                </a:p>
              </p:txBody>
            </p:sp>
          </p:grpSp>
          <p:sp>
            <p:nvSpPr>
              <p:cNvPr id="54" name="Oval 27">
                <a:extLst>
                  <a:ext uri="{FF2B5EF4-FFF2-40B4-BE49-F238E27FC236}">
                    <a16:creationId xmlns:a16="http://schemas.microsoft.com/office/drawing/2014/main" id="{BEB20496-8EC3-40AC-9C25-3D99E56E27FD}"/>
                  </a:ext>
                </a:extLst>
              </p:cNvPr>
              <p:cNvSpPr/>
              <p:nvPr userDrawn="1"/>
            </p:nvSpPr>
            <p:spPr>
              <a:xfrm>
                <a:off x="9194631" y="5964238"/>
                <a:ext cx="1520034" cy="896275"/>
              </a:xfrm>
              <a:custGeom>
                <a:avLst/>
                <a:gdLst>
                  <a:gd name="connsiteX0" fmla="*/ 0 w 1516806"/>
                  <a:gd name="connsiteY0" fmla="*/ 758403 h 1516806"/>
                  <a:gd name="connsiteX1" fmla="*/ 758403 w 1516806"/>
                  <a:gd name="connsiteY1" fmla="*/ 0 h 1516806"/>
                  <a:gd name="connsiteX2" fmla="*/ 1516806 w 1516806"/>
                  <a:gd name="connsiteY2" fmla="*/ 758403 h 1516806"/>
                  <a:gd name="connsiteX3" fmla="*/ 758403 w 1516806"/>
                  <a:gd name="connsiteY3" fmla="*/ 1516806 h 1516806"/>
                  <a:gd name="connsiteX4" fmla="*/ 0 w 1516806"/>
                  <a:gd name="connsiteY4" fmla="*/ 758403 h 1516806"/>
                  <a:gd name="connsiteX0" fmla="*/ 0 w 1604519"/>
                  <a:gd name="connsiteY0" fmla="*/ 758403 h 1517497"/>
                  <a:gd name="connsiteX1" fmla="*/ 758403 w 1604519"/>
                  <a:gd name="connsiteY1" fmla="*/ 0 h 1517497"/>
                  <a:gd name="connsiteX2" fmla="*/ 1516806 w 1604519"/>
                  <a:gd name="connsiteY2" fmla="*/ 758403 h 1517497"/>
                  <a:gd name="connsiteX3" fmla="*/ 1503832 w 1604519"/>
                  <a:gd name="connsiteY3" fmla="*/ 891856 h 1517497"/>
                  <a:gd name="connsiteX4" fmla="*/ 758403 w 1604519"/>
                  <a:gd name="connsiteY4" fmla="*/ 1516806 h 1517497"/>
                  <a:gd name="connsiteX5" fmla="*/ 0 w 1604519"/>
                  <a:gd name="connsiteY5" fmla="*/ 758403 h 1517497"/>
                  <a:gd name="connsiteX0" fmla="*/ 0 w 1572618"/>
                  <a:gd name="connsiteY0" fmla="*/ 758403 h 1517497"/>
                  <a:gd name="connsiteX1" fmla="*/ 758403 w 1572618"/>
                  <a:gd name="connsiteY1" fmla="*/ 0 h 1517497"/>
                  <a:gd name="connsiteX2" fmla="*/ 1516806 w 1572618"/>
                  <a:gd name="connsiteY2" fmla="*/ 758403 h 1517497"/>
                  <a:gd name="connsiteX3" fmla="*/ 1503832 w 1572618"/>
                  <a:gd name="connsiteY3" fmla="*/ 891856 h 1517497"/>
                  <a:gd name="connsiteX4" fmla="*/ 758403 w 1572618"/>
                  <a:gd name="connsiteY4" fmla="*/ 1516806 h 1517497"/>
                  <a:gd name="connsiteX5" fmla="*/ 0 w 1572618"/>
                  <a:gd name="connsiteY5" fmla="*/ 758403 h 1517497"/>
                  <a:gd name="connsiteX0" fmla="*/ 0 w 1572618"/>
                  <a:gd name="connsiteY0" fmla="*/ 758403 h 1517497"/>
                  <a:gd name="connsiteX1" fmla="*/ 758403 w 1572618"/>
                  <a:gd name="connsiteY1" fmla="*/ 0 h 1517497"/>
                  <a:gd name="connsiteX2" fmla="*/ 1516806 w 1572618"/>
                  <a:gd name="connsiteY2" fmla="*/ 758403 h 1517497"/>
                  <a:gd name="connsiteX3" fmla="*/ 1503832 w 1572618"/>
                  <a:gd name="connsiteY3" fmla="*/ 891856 h 1517497"/>
                  <a:gd name="connsiteX4" fmla="*/ 758403 w 1572618"/>
                  <a:gd name="connsiteY4" fmla="*/ 1516806 h 1517497"/>
                  <a:gd name="connsiteX5" fmla="*/ 0 w 1572618"/>
                  <a:gd name="connsiteY5" fmla="*/ 758403 h 1517497"/>
                  <a:gd name="connsiteX0" fmla="*/ 0 w 1572618"/>
                  <a:gd name="connsiteY0" fmla="*/ 758403 h 1517497"/>
                  <a:gd name="connsiteX1" fmla="*/ 758403 w 1572618"/>
                  <a:gd name="connsiteY1" fmla="*/ 0 h 1517497"/>
                  <a:gd name="connsiteX2" fmla="*/ 1516806 w 1572618"/>
                  <a:gd name="connsiteY2" fmla="*/ 758403 h 1517497"/>
                  <a:gd name="connsiteX3" fmla="*/ 1503832 w 1572618"/>
                  <a:gd name="connsiteY3" fmla="*/ 891856 h 1517497"/>
                  <a:gd name="connsiteX4" fmla="*/ 758403 w 1572618"/>
                  <a:gd name="connsiteY4" fmla="*/ 1516806 h 1517497"/>
                  <a:gd name="connsiteX5" fmla="*/ 0 w 1572618"/>
                  <a:gd name="connsiteY5" fmla="*/ 758403 h 1517497"/>
                  <a:gd name="connsiteX0" fmla="*/ 0 w 1518434"/>
                  <a:gd name="connsiteY0" fmla="*/ 758403 h 1517497"/>
                  <a:gd name="connsiteX1" fmla="*/ 758403 w 1518434"/>
                  <a:gd name="connsiteY1" fmla="*/ 0 h 1517497"/>
                  <a:gd name="connsiteX2" fmla="*/ 1516806 w 1518434"/>
                  <a:gd name="connsiteY2" fmla="*/ 758403 h 1517497"/>
                  <a:gd name="connsiteX3" fmla="*/ 1503832 w 1518434"/>
                  <a:gd name="connsiteY3" fmla="*/ 891856 h 1517497"/>
                  <a:gd name="connsiteX4" fmla="*/ 758403 w 1518434"/>
                  <a:gd name="connsiteY4" fmla="*/ 1516806 h 1517497"/>
                  <a:gd name="connsiteX5" fmla="*/ 0 w 1518434"/>
                  <a:gd name="connsiteY5" fmla="*/ 758403 h 1517497"/>
                  <a:gd name="connsiteX0" fmla="*/ 0 w 1525205"/>
                  <a:gd name="connsiteY0" fmla="*/ 758403 h 1517497"/>
                  <a:gd name="connsiteX1" fmla="*/ 758403 w 1525205"/>
                  <a:gd name="connsiteY1" fmla="*/ 0 h 1517497"/>
                  <a:gd name="connsiteX2" fmla="*/ 1516806 w 1525205"/>
                  <a:gd name="connsiteY2" fmla="*/ 758403 h 1517497"/>
                  <a:gd name="connsiteX3" fmla="*/ 1503832 w 1525205"/>
                  <a:gd name="connsiteY3" fmla="*/ 891856 h 1517497"/>
                  <a:gd name="connsiteX4" fmla="*/ 758403 w 1525205"/>
                  <a:gd name="connsiteY4" fmla="*/ 1516806 h 1517497"/>
                  <a:gd name="connsiteX5" fmla="*/ 0 w 1525205"/>
                  <a:gd name="connsiteY5" fmla="*/ 758403 h 1517497"/>
                  <a:gd name="connsiteX0" fmla="*/ 0 w 1525205"/>
                  <a:gd name="connsiteY0" fmla="*/ 758403 h 1517497"/>
                  <a:gd name="connsiteX1" fmla="*/ 758403 w 1525205"/>
                  <a:gd name="connsiteY1" fmla="*/ 0 h 1517497"/>
                  <a:gd name="connsiteX2" fmla="*/ 1516806 w 1525205"/>
                  <a:gd name="connsiteY2" fmla="*/ 758403 h 1517497"/>
                  <a:gd name="connsiteX3" fmla="*/ 1503832 w 1525205"/>
                  <a:gd name="connsiteY3" fmla="*/ 891856 h 1517497"/>
                  <a:gd name="connsiteX4" fmla="*/ 758403 w 1525205"/>
                  <a:gd name="connsiteY4" fmla="*/ 1516806 h 1517497"/>
                  <a:gd name="connsiteX5" fmla="*/ 0 w 1525205"/>
                  <a:gd name="connsiteY5" fmla="*/ 758403 h 1517497"/>
                  <a:gd name="connsiteX0" fmla="*/ 0 w 1525205"/>
                  <a:gd name="connsiteY0" fmla="*/ 758403 h 1517497"/>
                  <a:gd name="connsiteX1" fmla="*/ 758403 w 1525205"/>
                  <a:gd name="connsiteY1" fmla="*/ 0 h 1517497"/>
                  <a:gd name="connsiteX2" fmla="*/ 1516806 w 1525205"/>
                  <a:gd name="connsiteY2" fmla="*/ 758403 h 1517497"/>
                  <a:gd name="connsiteX3" fmla="*/ 1503832 w 1525205"/>
                  <a:gd name="connsiteY3" fmla="*/ 891856 h 1517497"/>
                  <a:gd name="connsiteX4" fmla="*/ 758403 w 1525205"/>
                  <a:gd name="connsiteY4" fmla="*/ 1516806 h 1517497"/>
                  <a:gd name="connsiteX5" fmla="*/ 0 w 1525205"/>
                  <a:gd name="connsiteY5" fmla="*/ 758403 h 1517497"/>
                  <a:gd name="connsiteX0" fmla="*/ 0 w 1519280"/>
                  <a:gd name="connsiteY0" fmla="*/ 758403 h 1517497"/>
                  <a:gd name="connsiteX1" fmla="*/ 758403 w 1519280"/>
                  <a:gd name="connsiteY1" fmla="*/ 0 h 1517497"/>
                  <a:gd name="connsiteX2" fmla="*/ 1516806 w 1519280"/>
                  <a:gd name="connsiteY2" fmla="*/ 758403 h 1517497"/>
                  <a:gd name="connsiteX3" fmla="*/ 1503832 w 1519280"/>
                  <a:gd name="connsiteY3" fmla="*/ 891856 h 1517497"/>
                  <a:gd name="connsiteX4" fmla="*/ 758403 w 1519280"/>
                  <a:gd name="connsiteY4" fmla="*/ 1516806 h 1517497"/>
                  <a:gd name="connsiteX5" fmla="*/ 0 w 1519280"/>
                  <a:gd name="connsiteY5" fmla="*/ 758403 h 1517497"/>
                  <a:gd name="connsiteX0" fmla="*/ 0 w 1519280"/>
                  <a:gd name="connsiteY0" fmla="*/ 758403 h 1517497"/>
                  <a:gd name="connsiteX1" fmla="*/ 758403 w 1519280"/>
                  <a:gd name="connsiteY1" fmla="*/ 0 h 1517497"/>
                  <a:gd name="connsiteX2" fmla="*/ 1516806 w 1519280"/>
                  <a:gd name="connsiteY2" fmla="*/ 758403 h 1517497"/>
                  <a:gd name="connsiteX3" fmla="*/ 1503832 w 1519280"/>
                  <a:gd name="connsiteY3" fmla="*/ 891856 h 1517497"/>
                  <a:gd name="connsiteX4" fmla="*/ 758403 w 1519280"/>
                  <a:gd name="connsiteY4" fmla="*/ 1516806 h 1517497"/>
                  <a:gd name="connsiteX5" fmla="*/ 0 w 1519280"/>
                  <a:gd name="connsiteY5" fmla="*/ 758403 h 1517497"/>
                  <a:gd name="connsiteX0" fmla="*/ 90159 w 1609439"/>
                  <a:gd name="connsiteY0" fmla="*/ 758403 h 1517497"/>
                  <a:gd name="connsiteX1" fmla="*/ 848562 w 1609439"/>
                  <a:gd name="connsiteY1" fmla="*/ 0 h 1517497"/>
                  <a:gd name="connsiteX2" fmla="*/ 1606965 w 1609439"/>
                  <a:gd name="connsiteY2" fmla="*/ 758403 h 1517497"/>
                  <a:gd name="connsiteX3" fmla="*/ 1593991 w 1609439"/>
                  <a:gd name="connsiteY3" fmla="*/ 891856 h 1517497"/>
                  <a:gd name="connsiteX4" fmla="*/ 848562 w 1609439"/>
                  <a:gd name="connsiteY4" fmla="*/ 1516806 h 1517497"/>
                  <a:gd name="connsiteX5" fmla="*/ 98566 w 1609439"/>
                  <a:gd name="connsiteY5" fmla="*/ 893761 h 1517497"/>
                  <a:gd name="connsiteX6" fmla="*/ 90159 w 1609439"/>
                  <a:gd name="connsiteY6" fmla="*/ 758403 h 1517497"/>
                  <a:gd name="connsiteX0" fmla="*/ 54401 w 1573681"/>
                  <a:gd name="connsiteY0" fmla="*/ 758403 h 1517497"/>
                  <a:gd name="connsiteX1" fmla="*/ 812804 w 1573681"/>
                  <a:gd name="connsiteY1" fmla="*/ 0 h 1517497"/>
                  <a:gd name="connsiteX2" fmla="*/ 1571207 w 1573681"/>
                  <a:gd name="connsiteY2" fmla="*/ 758403 h 1517497"/>
                  <a:gd name="connsiteX3" fmla="*/ 1558233 w 1573681"/>
                  <a:gd name="connsiteY3" fmla="*/ 891856 h 1517497"/>
                  <a:gd name="connsiteX4" fmla="*/ 812804 w 1573681"/>
                  <a:gd name="connsiteY4" fmla="*/ 1516806 h 1517497"/>
                  <a:gd name="connsiteX5" fmla="*/ 62808 w 1573681"/>
                  <a:gd name="connsiteY5" fmla="*/ 893761 h 1517497"/>
                  <a:gd name="connsiteX6" fmla="*/ 54401 w 1573681"/>
                  <a:gd name="connsiteY6" fmla="*/ 758403 h 1517497"/>
                  <a:gd name="connsiteX0" fmla="*/ 1472 w 1520752"/>
                  <a:gd name="connsiteY0" fmla="*/ 758403 h 1517497"/>
                  <a:gd name="connsiteX1" fmla="*/ 759875 w 1520752"/>
                  <a:gd name="connsiteY1" fmla="*/ 0 h 1517497"/>
                  <a:gd name="connsiteX2" fmla="*/ 1518278 w 1520752"/>
                  <a:gd name="connsiteY2" fmla="*/ 758403 h 1517497"/>
                  <a:gd name="connsiteX3" fmla="*/ 1505304 w 1520752"/>
                  <a:gd name="connsiteY3" fmla="*/ 891856 h 1517497"/>
                  <a:gd name="connsiteX4" fmla="*/ 759875 w 1520752"/>
                  <a:gd name="connsiteY4" fmla="*/ 1516806 h 1517497"/>
                  <a:gd name="connsiteX5" fmla="*/ 9879 w 1520752"/>
                  <a:gd name="connsiteY5" fmla="*/ 893761 h 1517497"/>
                  <a:gd name="connsiteX6" fmla="*/ 1472 w 1520752"/>
                  <a:gd name="connsiteY6" fmla="*/ 758403 h 1517497"/>
                  <a:gd name="connsiteX0" fmla="*/ 1472 w 1520752"/>
                  <a:gd name="connsiteY0" fmla="*/ 758403 h 1517497"/>
                  <a:gd name="connsiteX1" fmla="*/ 759875 w 1520752"/>
                  <a:gd name="connsiteY1" fmla="*/ 0 h 1517497"/>
                  <a:gd name="connsiteX2" fmla="*/ 1518278 w 1520752"/>
                  <a:gd name="connsiteY2" fmla="*/ 758403 h 1517497"/>
                  <a:gd name="connsiteX3" fmla="*/ 1505304 w 1520752"/>
                  <a:gd name="connsiteY3" fmla="*/ 891856 h 1517497"/>
                  <a:gd name="connsiteX4" fmla="*/ 759875 w 1520752"/>
                  <a:gd name="connsiteY4" fmla="*/ 1516806 h 1517497"/>
                  <a:gd name="connsiteX5" fmla="*/ 9879 w 1520752"/>
                  <a:gd name="connsiteY5" fmla="*/ 893761 h 1517497"/>
                  <a:gd name="connsiteX6" fmla="*/ 1472 w 1520752"/>
                  <a:gd name="connsiteY6" fmla="*/ 758403 h 1517497"/>
                  <a:gd name="connsiteX0" fmla="*/ 1472 w 1520752"/>
                  <a:gd name="connsiteY0" fmla="*/ 758403 h 1517497"/>
                  <a:gd name="connsiteX1" fmla="*/ 759875 w 1520752"/>
                  <a:gd name="connsiteY1" fmla="*/ 0 h 1517497"/>
                  <a:gd name="connsiteX2" fmla="*/ 1518278 w 1520752"/>
                  <a:gd name="connsiteY2" fmla="*/ 758403 h 1517497"/>
                  <a:gd name="connsiteX3" fmla="*/ 1505304 w 1520752"/>
                  <a:gd name="connsiteY3" fmla="*/ 891856 h 1517497"/>
                  <a:gd name="connsiteX4" fmla="*/ 759875 w 1520752"/>
                  <a:gd name="connsiteY4" fmla="*/ 1516806 h 1517497"/>
                  <a:gd name="connsiteX5" fmla="*/ 9879 w 1520752"/>
                  <a:gd name="connsiteY5" fmla="*/ 893761 h 1517497"/>
                  <a:gd name="connsiteX6" fmla="*/ 1472 w 1520752"/>
                  <a:gd name="connsiteY6" fmla="*/ 758403 h 1517497"/>
                  <a:gd name="connsiteX0" fmla="*/ 1635 w 1520915"/>
                  <a:gd name="connsiteY0" fmla="*/ 758403 h 1517497"/>
                  <a:gd name="connsiteX1" fmla="*/ 760038 w 1520915"/>
                  <a:gd name="connsiteY1" fmla="*/ 0 h 1517497"/>
                  <a:gd name="connsiteX2" fmla="*/ 1518441 w 1520915"/>
                  <a:gd name="connsiteY2" fmla="*/ 758403 h 1517497"/>
                  <a:gd name="connsiteX3" fmla="*/ 1505467 w 1520915"/>
                  <a:gd name="connsiteY3" fmla="*/ 891856 h 1517497"/>
                  <a:gd name="connsiteX4" fmla="*/ 760038 w 1520915"/>
                  <a:gd name="connsiteY4" fmla="*/ 1516806 h 1517497"/>
                  <a:gd name="connsiteX5" fmla="*/ 10042 w 1520915"/>
                  <a:gd name="connsiteY5" fmla="*/ 893761 h 1517497"/>
                  <a:gd name="connsiteX6" fmla="*/ 1635 w 1520915"/>
                  <a:gd name="connsiteY6" fmla="*/ 758403 h 1517497"/>
                  <a:gd name="connsiteX0" fmla="*/ 1635 w 1520915"/>
                  <a:gd name="connsiteY0" fmla="*/ 758403 h 1517497"/>
                  <a:gd name="connsiteX1" fmla="*/ 760038 w 1520915"/>
                  <a:gd name="connsiteY1" fmla="*/ 0 h 1517497"/>
                  <a:gd name="connsiteX2" fmla="*/ 1518441 w 1520915"/>
                  <a:gd name="connsiteY2" fmla="*/ 758403 h 1517497"/>
                  <a:gd name="connsiteX3" fmla="*/ 1505467 w 1520915"/>
                  <a:gd name="connsiteY3" fmla="*/ 891856 h 1517497"/>
                  <a:gd name="connsiteX4" fmla="*/ 760038 w 1520915"/>
                  <a:gd name="connsiteY4" fmla="*/ 1516806 h 1517497"/>
                  <a:gd name="connsiteX5" fmla="*/ 10042 w 1520915"/>
                  <a:gd name="connsiteY5" fmla="*/ 893761 h 1517497"/>
                  <a:gd name="connsiteX6" fmla="*/ 1635 w 1520915"/>
                  <a:gd name="connsiteY6" fmla="*/ 758403 h 1517497"/>
                  <a:gd name="connsiteX0" fmla="*/ 1635 w 1520915"/>
                  <a:gd name="connsiteY0" fmla="*/ 758403 h 909634"/>
                  <a:gd name="connsiteX1" fmla="*/ 760038 w 1520915"/>
                  <a:gd name="connsiteY1" fmla="*/ 0 h 909634"/>
                  <a:gd name="connsiteX2" fmla="*/ 1518441 w 1520915"/>
                  <a:gd name="connsiteY2" fmla="*/ 758403 h 909634"/>
                  <a:gd name="connsiteX3" fmla="*/ 1505467 w 1520915"/>
                  <a:gd name="connsiteY3" fmla="*/ 891856 h 909634"/>
                  <a:gd name="connsiteX4" fmla="*/ 10042 w 1520915"/>
                  <a:gd name="connsiteY4" fmla="*/ 893761 h 909634"/>
                  <a:gd name="connsiteX5" fmla="*/ 1635 w 1520915"/>
                  <a:gd name="connsiteY5" fmla="*/ 758403 h 909634"/>
                  <a:gd name="connsiteX0" fmla="*/ 1635 w 1520915"/>
                  <a:gd name="connsiteY0" fmla="*/ 758403 h 903935"/>
                  <a:gd name="connsiteX1" fmla="*/ 760038 w 1520915"/>
                  <a:gd name="connsiteY1" fmla="*/ 0 h 903935"/>
                  <a:gd name="connsiteX2" fmla="*/ 1518441 w 1520915"/>
                  <a:gd name="connsiteY2" fmla="*/ 758403 h 903935"/>
                  <a:gd name="connsiteX3" fmla="*/ 1505467 w 1520915"/>
                  <a:gd name="connsiteY3" fmla="*/ 891856 h 903935"/>
                  <a:gd name="connsiteX4" fmla="*/ 10042 w 1520915"/>
                  <a:gd name="connsiteY4" fmla="*/ 893761 h 903935"/>
                  <a:gd name="connsiteX5" fmla="*/ 1635 w 1520915"/>
                  <a:gd name="connsiteY5" fmla="*/ 758403 h 903935"/>
                  <a:gd name="connsiteX0" fmla="*/ 1635 w 1520915"/>
                  <a:gd name="connsiteY0" fmla="*/ 758403 h 895486"/>
                  <a:gd name="connsiteX1" fmla="*/ 760038 w 1520915"/>
                  <a:gd name="connsiteY1" fmla="*/ 0 h 895486"/>
                  <a:gd name="connsiteX2" fmla="*/ 1518441 w 1520915"/>
                  <a:gd name="connsiteY2" fmla="*/ 758403 h 895486"/>
                  <a:gd name="connsiteX3" fmla="*/ 1505467 w 1520915"/>
                  <a:gd name="connsiteY3" fmla="*/ 891856 h 895486"/>
                  <a:gd name="connsiteX4" fmla="*/ 10042 w 1520915"/>
                  <a:gd name="connsiteY4" fmla="*/ 893761 h 895486"/>
                  <a:gd name="connsiteX5" fmla="*/ 1635 w 1520915"/>
                  <a:gd name="connsiteY5" fmla="*/ 758403 h 895486"/>
                  <a:gd name="connsiteX0" fmla="*/ 1635 w 1520915"/>
                  <a:gd name="connsiteY0" fmla="*/ 758403 h 896921"/>
                  <a:gd name="connsiteX1" fmla="*/ 760038 w 1520915"/>
                  <a:gd name="connsiteY1" fmla="*/ 0 h 896921"/>
                  <a:gd name="connsiteX2" fmla="*/ 1518441 w 1520915"/>
                  <a:gd name="connsiteY2" fmla="*/ 758403 h 896921"/>
                  <a:gd name="connsiteX3" fmla="*/ 1505467 w 1520915"/>
                  <a:gd name="connsiteY3" fmla="*/ 891856 h 896921"/>
                  <a:gd name="connsiteX4" fmla="*/ 42427 w 1520915"/>
                  <a:gd name="connsiteY4" fmla="*/ 895666 h 896921"/>
                  <a:gd name="connsiteX5" fmla="*/ 1635 w 1520915"/>
                  <a:gd name="connsiteY5" fmla="*/ 758403 h 896921"/>
                  <a:gd name="connsiteX0" fmla="*/ 2052 w 1521332"/>
                  <a:gd name="connsiteY0" fmla="*/ 758403 h 895486"/>
                  <a:gd name="connsiteX1" fmla="*/ 760455 w 1521332"/>
                  <a:gd name="connsiteY1" fmla="*/ 0 h 895486"/>
                  <a:gd name="connsiteX2" fmla="*/ 1518858 w 1521332"/>
                  <a:gd name="connsiteY2" fmla="*/ 758403 h 895486"/>
                  <a:gd name="connsiteX3" fmla="*/ 1505884 w 1521332"/>
                  <a:gd name="connsiteY3" fmla="*/ 891856 h 895486"/>
                  <a:gd name="connsiteX4" fmla="*/ 6649 w 1521332"/>
                  <a:gd name="connsiteY4" fmla="*/ 893761 h 895486"/>
                  <a:gd name="connsiteX5" fmla="*/ 2052 w 1521332"/>
                  <a:gd name="connsiteY5" fmla="*/ 758403 h 895486"/>
                  <a:gd name="connsiteX0" fmla="*/ 1636 w 1520916"/>
                  <a:gd name="connsiteY0" fmla="*/ 758403 h 895486"/>
                  <a:gd name="connsiteX1" fmla="*/ 760039 w 1520916"/>
                  <a:gd name="connsiteY1" fmla="*/ 0 h 895486"/>
                  <a:gd name="connsiteX2" fmla="*/ 1518442 w 1520916"/>
                  <a:gd name="connsiteY2" fmla="*/ 758403 h 895486"/>
                  <a:gd name="connsiteX3" fmla="*/ 1505468 w 1520916"/>
                  <a:gd name="connsiteY3" fmla="*/ 891856 h 895486"/>
                  <a:gd name="connsiteX4" fmla="*/ 6233 w 1520916"/>
                  <a:gd name="connsiteY4" fmla="*/ 893761 h 895486"/>
                  <a:gd name="connsiteX5" fmla="*/ 1636 w 1520916"/>
                  <a:gd name="connsiteY5" fmla="*/ 758403 h 895486"/>
                  <a:gd name="connsiteX0" fmla="*/ 1636 w 1520916"/>
                  <a:gd name="connsiteY0" fmla="*/ 758403 h 895486"/>
                  <a:gd name="connsiteX1" fmla="*/ 760039 w 1520916"/>
                  <a:gd name="connsiteY1" fmla="*/ 0 h 895486"/>
                  <a:gd name="connsiteX2" fmla="*/ 1518442 w 1520916"/>
                  <a:gd name="connsiteY2" fmla="*/ 758403 h 895486"/>
                  <a:gd name="connsiteX3" fmla="*/ 1505468 w 1520916"/>
                  <a:gd name="connsiteY3" fmla="*/ 891856 h 895486"/>
                  <a:gd name="connsiteX4" fmla="*/ 6233 w 1520916"/>
                  <a:gd name="connsiteY4" fmla="*/ 893761 h 895486"/>
                  <a:gd name="connsiteX5" fmla="*/ 1636 w 1520916"/>
                  <a:gd name="connsiteY5" fmla="*/ 758403 h 895486"/>
                  <a:gd name="connsiteX0" fmla="*/ 1636 w 1520916"/>
                  <a:gd name="connsiteY0" fmla="*/ 758403 h 895486"/>
                  <a:gd name="connsiteX1" fmla="*/ 760039 w 1520916"/>
                  <a:gd name="connsiteY1" fmla="*/ 0 h 895486"/>
                  <a:gd name="connsiteX2" fmla="*/ 1518442 w 1520916"/>
                  <a:gd name="connsiteY2" fmla="*/ 758403 h 895486"/>
                  <a:gd name="connsiteX3" fmla="*/ 1505468 w 1520916"/>
                  <a:gd name="connsiteY3" fmla="*/ 891856 h 895486"/>
                  <a:gd name="connsiteX4" fmla="*/ 6233 w 1520916"/>
                  <a:gd name="connsiteY4" fmla="*/ 893761 h 895486"/>
                  <a:gd name="connsiteX5" fmla="*/ 1636 w 1520916"/>
                  <a:gd name="connsiteY5" fmla="*/ 758403 h 895486"/>
                  <a:gd name="connsiteX0" fmla="*/ 0 w 1519280"/>
                  <a:gd name="connsiteY0" fmla="*/ 758403 h 895486"/>
                  <a:gd name="connsiteX1" fmla="*/ 758403 w 1519280"/>
                  <a:gd name="connsiteY1" fmla="*/ 0 h 895486"/>
                  <a:gd name="connsiteX2" fmla="*/ 1516806 w 1519280"/>
                  <a:gd name="connsiteY2" fmla="*/ 758403 h 895486"/>
                  <a:gd name="connsiteX3" fmla="*/ 1503832 w 1519280"/>
                  <a:gd name="connsiteY3" fmla="*/ 891856 h 895486"/>
                  <a:gd name="connsiteX4" fmla="*/ 4597 w 1519280"/>
                  <a:gd name="connsiteY4" fmla="*/ 893761 h 895486"/>
                  <a:gd name="connsiteX5" fmla="*/ 0 w 1519280"/>
                  <a:gd name="connsiteY5" fmla="*/ 758403 h 895486"/>
                  <a:gd name="connsiteX0" fmla="*/ 15 w 1519295"/>
                  <a:gd name="connsiteY0" fmla="*/ 758403 h 895486"/>
                  <a:gd name="connsiteX1" fmla="*/ 758418 w 1519295"/>
                  <a:gd name="connsiteY1" fmla="*/ 0 h 895486"/>
                  <a:gd name="connsiteX2" fmla="*/ 1516821 w 1519295"/>
                  <a:gd name="connsiteY2" fmla="*/ 758403 h 895486"/>
                  <a:gd name="connsiteX3" fmla="*/ 1503847 w 1519295"/>
                  <a:gd name="connsiteY3" fmla="*/ 891856 h 895486"/>
                  <a:gd name="connsiteX4" fmla="*/ 4612 w 1519295"/>
                  <a:gd name="connsiteY4" fmla="*/ 893761 h 895486"/>
                  <a:gd name="connsiteX5" fmla="*/ 15 w 1519295"/>
                  <a:gd name="connsiteY5" fmla="*/ 758403 h 895486"/>
                  <a:gd name="connsiteX0" fmla="*/ 15 w 1518072"/>
                  <a:gd name="connsiteY0" fmla="*/ 758403 h 895486"/>
                  <a:gd name="connsiteX1" fmla="*/ 758418 w 1518072"/>
                  <a:gd name="connsiteY1" fmla="*/ 0 h 895486"/>
                  <a:gd name="connsiteX2" fmla="*/ 1516821 w 1518072"/>
                  <a:gd name="connsiteY2" fmla="*/ 758403 h 895486"/>
                  <a:gd name="connsiteX3" fmla="*/ 1503847 w 1518072"/>
                  <a:gd name="connsiteY3" fmla="*/ 891856 h 895486"/>
                  <a:gd name="connsiteX4" fmla="*/ 4612 w 1518072"/>
                  <a:gd name="connsiteY4" fmla="*/ 893761 h 895486"/>
                  <a:gd name="connsiteX5" fmla="*/ 15 w 1518072"/>
                  <a:gd name="connsiteY5" fmla="*/ 758403 h 895486"/>
                  <a:gd name="connsiteX0" fmla="*/ 15 w 1521508"/>
                  <a:gd name="connsiteY0" fmla="*/ 758403 h 896275"/>
                  <a:gd name="connsiteX1" fmla="*/ 758418 w 1521508"/>
                  <a:gd name="connsiteY1" fmla="*/ 0 h 896275"/>
                  <a:gd name="connsiteX2" fmla="*/ 1516821 w 1521508"/>
                  <a:gd name="connsiteY2" fmla="*/ 758403 h 896275"/>
                  <a:gd name="connsiteX3" fmla="*/ 1515277 w 1521508"/>
                  <a:gd name="connsiteY3" fmla="*/ 893761 h 896275"/>
                  <a:gd name="connsiteX4" fmla="*/ 4612 w 1521508"/>
                  <a:gd name="connsiteY4" fmla="*/ 893761 h 896275"/>
                  <a:gd name="connsiteX5" fmla="*/ 15 w 1521508"/>
                  <a:gd name="connsiteY5" fmla="*/ 758403 h 896275"/>
                  <a:gd name="connsiteX0" fmla="*/ 15 w 1520034"/>
                  <a:gd name="connsiteY0" fmla="*/ 758403 h 896275"/>
                  <a:gd name="connsiteX1" fmla="*/ 758418 w 1520034"/>
                  <a:gd name="connsiteY1" fmla="*/ 0 h 896275"/>
                  <a:gd name="connsiteX2" fmla="*/ 1516821 w 1520034"/>
                  <a:gd name="connsiteY2" fmla="*/ 758403 h 896275"/>
                  <a:gd name="connsiteX3" fmla="*/ 1515277 w 1520034"/>
                  <a:gd name="connsiteY3" fmla="*/ 893761 h 896275"/>
                  <a:gd name="connsiteX4" fmla="*/ 4612 w 1520034"/>
                  <a:gd name="connsiteY4" fmla="*/ 893761 h 896275"/>
                  <a:gd name="connsiteX5" fmla="*/ 15 w 1520034"/>
                  <a:gd name="connsiteY5" fmla="*/ 758403 h 896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0034" h="896275">
                    <a:moveTo>
                      <a:pt x="15" y="758403"/>
                    </a:moveTo>
                    <a:cubicBezTo>
                      <a:pt x="-2621" y="348458"/>
                      <a:pt x="339564" y="0"/>
                      <a:pt x="758418" y="0"/>
                    </a:cubicBezTo>
                    <a:cubicBezTo>
                      <a:pt x="1177272" y="0"/>
                      <a:pt x="1525933" y="369730"/>
                      <a:pt x="1516821" y="758403"/>
                    </a:cubicBezTo>
                    <a:cubicBezTo>
                      <a:pt x="1521044" y="819416"/>
                      <a:pt x="1521662" y="866421"/>
                      <a:pt x="1515277" y="893761"/>
                    </a:cubicBezTo>
                    <a:cubicBezTo>
                      <a:pt x="1275307" y="897271"/>
                      <a:pt x="278111" y="896953"/>
                      <a:pt x="4612" y="893761"/>
                    </a:cubicBezTo>
                    <a:cubicBezTo>
                      <a:pt x="7752" y="853086"/>
                      <a:pt x="746" y="846403"/>
                      <a:pt x="15" y="75840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21D99547-3A84-41BB-9BD7-3C107BC29B6A}"/>
                  </a:ext>
                </a:extLst>
              </p:cNvPr>
              <p:cNvSpPr/>
              <p:nvPr userDrawn="1"/>
            </p:nvSpPr>
            <p:spPr>
              <a:xfrm>
                <a:off x="10725149" y="5764212"/>
                <a:ext cx="1447801" cy="1095692"/>
              </a:xfrm>
              <a:custGeom>
                <a:avLst/>
                <a:gdLst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76516"/>
                  <a:gd name="connsiteY0" fmla="*/ 0 h 1288026"/>
                  <a:gd name="connsiteX1" fmla="*/ 0 w 1376516"/>
                  <a:gd name="connsiteY1" fmla="*/ 1288026 h 1288026"/>
                  <a:gd name="connsiteX2" fmla="*/ 1376516 w 1376516"/>
                  <a:gd name="connsiteY2" fmla="*/ 0 h 1288026"/>
                  <a:gd name="connsiteX3" fmla="*/ 0 w 1376516"/>
                  <a:gd name="connsiteY3" fmla="*/ 0 h 1288026"/>
                  <a:gd name="connsiteX0" fmla="*/ 0 w 1399231"/>
                  <a:gd name="connsiteY0" fmla="*/ 0 h 1324509"/>
                  <a:gd name="connsiteX1" fmla="*/ 0 w 1399231"/>
                  <a:gd name="connsiteY1" fmla="*/ 1288026 h 1324509"/>
                  <a:gd name="connsiteX2" fmla="*/ 796829 w 1399231"/>
                  <a:gd name="connsiteY2" fmla="*/ 886426 h 1324509"/>
                  <a:gd name="connsiteX3" fmla="*/ 1376516 w 1399231"/>
                  <a:gd name="connsiteY3" fmla="*/ 0 h 1324509"/>
                  <a:gd name="connsiteX4" fmla="*/ 0 w 1399231"/>
                  <a:gd name="connsiteY4" fmla="*/ 0 h 1324509"/>
                  <a:gd name="connsiteX0" fmla="*/ 242 w 1399473"/>
                  <a:gd name="connsiteY0" fmla="*/ 0 h 1324509"/>
                  <a:gd name="connsiteX1" fmla="*/ 0 w 1399473"/>
                  <a:gd name="connsiteY1" fmla="*/ 880250 h 1324509"/>
                  <a:gd name="connsiteX2" fmla="*/ 242 w 1399473"/>
                  <a:gd name="connsiteY2" fmla="*/ 1288026 h 1324509"/>
                  <a:gd name="connsiteX3" fmla="*/ 797071 w 1399473"/>
                  <a:gd name="connsiteY3" fmla="*/ 886426 h 1324509"/>
                  <a:gd name="connsiteX4" fmla="*/ 1376758 w 1399473"/>
                  <a:gd name="connsiteY4" fmla="*/ 0 h 1324509"/>
                  <a:gd name="connsiteX5" fmla="*/ 242 w 1399473"/>
                  <a:gd name="connsiteY5" fmla="*/ 0 h 1324509"/>
                  <a:gd name="connsiteX0" fmla="*/ 242 w 1399473"/>
                  <a:gd name="connsiteY0" fmla="*/ 0 h 993796"/>
                  <a:gd name="connsiteX1" fmla="*/ 0 w 1399473"/>
                  <a:gd name="connsiteY1" fmla="*/ 880250 h 993796"/>
                  <a:gd name="connsiteX2" fmla="*/ 797071 w 1399473"/>
                  <a:gd name="connsiteY2" fmla="*/ 886426 h 993796"/>
                  <a:gd name="connsiteX3" fmla="*/ 1376758 w 1399473"/>
                  <a:gd name="connsiteY3" fmla="*/ 0 h 993796"/>
                  <a:gd name="connsiteX4" fmla="*/ 242 w 1399473"/>
                  <a:gd name="connsiteY4" fmla="*/ 0 h 993796"/>
                  <a:gd name="connsiteX0" fmla="*/ 242 w 1399473"/>
                  <a:gd name="connsiteY0" fmla="*/ 0 h 950627"/>
                  <a:gd name="connsiteX1" fmla="*/ 0 w 1399473"/>
                  <a:gd name="connsiteY1" fmla="*/ 880250 h 950627"/>
                  <a:gd name="connsiteX2" fmla="*/ 797071 w 1399473"/>
                  <a:gd name="connsiteY2" fmla="*/ 886426 h 950627"/>
                  <a:gd name="connsiteX3" fmla="*/ 1376758 w 1399473"/>
                  <a:gd name="connsiteY3" fmla="*/ 0 h 950627"/>
                  <a:gd name="connsiteX4" fmla="*/ 242 w 1399473"/>
                  <a:gd name="connsiteY4" fmla="*/ 0 h 950627"/>
                  <a:gd name="connsiteX0" fmla="*/ 242 w 1399473"/>
                  <a:gd name="connsiteY0" fmla="*/ 0 h 886426"/>
                  <a:gd name="connsiteX1" fmla="*/ 0 w 1399473"/>
                  <a:gd name="connsiteY1" fmla="*/ 880250 h 886426"/>
                  <a:gd name="connsiteX2" fmla="*/ 797071 w 1399473"/>
                  <a:gd name="connsiteY2" fmla="*/ 886426 h 886426"/>
                  <a:gd name="connsiteX3" fmla="*/ 1376758 w 1399473"/>
                  <a:gd name="connsiteY3" fmla="*/ 0 h 886426"/>
                  <a:gd name="connsiteX4" fmla="*/ 242 w 1399473"/>
                  <a:gd name="connsiteY4" fmla="*/ 0 h 886426"/>
                  <a:gd name="connsiteX0" fmla="*/ 242 w 1400040"/>
                  <a:gd name="connsiteY0" fmla="*/ 0 h 884882"/>
                  <a:gd name="connsiteX1" fmla="*/ 0 w 1400040"/>
                  <a:gd name="connsiteY1" fmla="*/ 880250 h 884882"/>
                  <a:gd name="connsiteX2" fmla="*/ 811563 w 1400040"/>
                  <a:gd name="connsiteY2" fmla="*/ 884882 h 884882"/>
                  <a:gd name="connsiteX3" fmla="*/ 1376758 w 1400040"/>
                  <a:gd name="connsiteY3" fmla="*/ 0 h 884882"/>
                  <a:gd name="connsiteX4" fmla="*/ 242 w 1400040"/>
                  <a:gd name="connsiteY4" fmla="*/ 0 h 884882"/>
                  <a:gd name="connsiteX0" fmla="*/ 242 w 1376758"/>
                  <a:gd name="connsiteY0" fmla="*/ 0 h 884882"/>
                  <a:gd name="connsiteX1" fmla="*/ 0 w 1376758"/>
                  <a:gd name="connsiteY1" fmla="*/ 880250 h 884882"/>
                  <a:gd name="connsiteX2" fmla="*/ 811563 w 1376758"/>
                  <a:gd name="connsiteY2" fmla="*/ 884882 h 884882"/>
                  <a:gd name="connsiteX3" fmla="*/ 1376758 w 1376758"/>
                  <a:gd name="connsiteY3" fmla="*/ 0 h 884882"/>
                  <a:gd name="connsiteX4" fmla="*/ 242 w 1376758"/>
                  <a:gd name="connsiteY4" fmla="*/ 0 h 884882"/>
                  <a:gd name="connsiteX0" fmla="*/ 242 w 1376758"/>
                  <a:gd name="connsiteY0" fmla="*/ 0 h 884882"/>
                  <a:gd name="connsiteX1" fmla="*/ 0 w 1376758"/>
                  <a:gd name="connsiteY1" fmla="*/ 880250 h 884882"/>
                  <a:gd name="connsiteX2" fmla="*/ 811563 w 1376758"/>
                  <a:gd name="connsiteY2" fmla="*/ 884882 h 884882"/>
                  <a:gd name="connsiteX3" fmla="*/ 1376758 w 1376758"/>
                  <a:gd name="connsiteY3" fmla="*/ 0 h 884882"/>
                  <a:gd name="connsiteX4" fmla="*/ 242 w 1376758"/>
                  <a:gd name="connsiteY4" fmla="*/ 0 h 884882"/>
                  <a:gd name="connsiteX0" fmla="*/ 242 w 1376758"/>
                  <a:gd name="connsiteY0" fmla="*/ 0 h 884882"/>
                  <a:gd name="connsiteX1" fmla="*/ 0 w 1376758"/>
                  <a:gd name="connsiteY1" fmla="*/ 880250 h 884882"/>
                  <a:gd name="connsiteX2" fmla="*/ 811563 w 1376758"/>
                  <a:gd name="connsiteY2" fmla="*/ 884882 h 884882"/>
                  <a:gd name="connsiteX3" fmla="*/ 1376758 w 1376758"/>
                  <a:gd name="connsiteY3" fmla="*/ 0 h 884882"/>
                  <a:gd name="connsiteX4" fmla="*/ 242 w 1376758"/>
                  <a:gd name="connsiteY4" fmla="*/ 0 h 884882"/>
                  <a:gd name="connsiteX0" fmla="*/ 242 w 1376758"/>
                  <a:gd name="connsiteY0" fmla="*/ 0 h 887970"/>
                  <a:gd name="connsiteX1" fmla="*/ 0 w 1376758"/>
                  <a:gd name="connsiteY1" fmla="*/ 887970 h 887970"/>
                  <a:gd name="connsiteX2" fmla="*/ 811563 w 1376758"/>
                  <a:gd name="connsiteY2" fmla="*/ 884882 h 887970"/>
                  <a:gd name="connsiteX3" fmla="*/ 1376758 w 1376758"/>
                  <a:gd name="connsiteY3" fmla="*/ 0 h 887970"/>
                  <a:gd name="connsiteX4" fmla="*/ 242 w 1376758"/>
                  <a:gd name="connsiteY4" fmla="*/ 0 h 887970"/>
                  <a:gd name="connsiteX0" fmla="*/ 242 w 1376758"/>
                  <a:gd name="connsiteY0" fmla="*/ 0 h 887970"/>
                  <a:gd name="connsiteX1" fmla="*/ 0 w 1376758"/>
                  <a:gd name="connsiteY1" fmla="*/ 887970 h 887970"/>
                  <a:gd name="connsiteX2" fmla="*/ 807940 w 1376758"/>
                  <a:gd name="connsiteY2" fmla="*/ 887970 h 887970"/>
                  <a:gd name="connsiteX3" fmla="*/ 1376758 w 1376758"/>
                  <a:gd name="connsiteY3" fmla="*/ 0 h 887970"/>
                  <a:gd name="connsiteX4" fmla="*/ 242 w 1376758"/>
                  <a:gd name="connsiteY4" fmla="*/ 0 h 88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758" h="887970">
                    <a:moveTo>
                      <a:pt x="242" y="0"/>
                    </a:moveTo>
                    <a:cubicBezTo>
                      <a:pt x="161" y="293417"/>
                      <a:pt x="81" y="594553"/>
                      <a:pt x="0" y="887970"/>
                    </a:cubicBezTo>
                    <a:lnTo>
                      <a:pt x="807940" y="887970"/>
                    </a:lnTo>
                    <a:cubicBezTo>
                      <a:pt x="1064531" y="684106"/>
                      <a:pt x="1308485" y="289772"/>
                      <a:pt x="1376758" y="0"/>
                    </a:cubicBezTo>
                    <a:lnTo>
                      <a:pt x="242" y="0"/>
                    </a:lnTo>
                    <a:close/>
                  </a:path>
                </a:pathLst>
              </a:custGeom>
              <a:solidFill>
                <a:srgbClr val="E0CD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</p:grpSp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6BE7BDA-B91B-47BC-8F55-F9E6B9EAEA0A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564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hite Geometr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6FDB018-EB07-437A-AD43-F2DFB5A58DD6}"/>
              </a:ext>
            </a:extLst>
          </p:cNvPr>
          <p:cNvGrpSpPr/>
          <p:nvPr userDrawn="1"/>
        </p:nvGrpSpPr>
        <p:grpSpPr>
          <a:xfrm>
            <a:off x="9133838" y="0"/>
            <a:ext cx="3058161" cy="6858000"/>
            <a:chOff x="9133839" y="0"/>
            <a:chExt cx="3058161" cy="6858001"/>
          </a:xfrm>
          <a:solidFill>
            <a:schemeClr val="accent2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58CD73A-D1A7-43C8-A837-0CFC4086860D}"/>
                </a:ext>
              </a:extLst>
            </p:cNvPr>
            <p:cNvSpPr/>
            <p:nvPr userDrawn="1"/>
          </p:nvSpPr>
          <p:spPr>
            <a:xfrm>
              <a:off x="9133839" y="0"/>
              <a:ext cx="3058161" cy="68580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18C87B8-CAE7-4F62-8315-70C4F457339C}"/>
                </a:ext>
              </a:extLst>
            </p:cNvPr>
            <p:cNvSpPr/>
            <p:nvPr userDrawn="1"/>
          </p:nvSpPr>
          <p:spPr>
            <a:xfrm>
              <a:off x="11604191" y="6353913"/>
              <a:ext cx="488403" cy="488403"/>
            </a:xfrm>
            <a:prstGeom prst="ellipse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fld id="{CA5ED260-20AD-45AD-AFCA-6B0DE0811A5D}" type="slidenum">
                <a:rPr lang="en-US" sz="1600" smtClean="0">
                  <a:solidFill>
                    <a:schemeClr val="bg1"/>
                  </a:solidFill>
                  <a:latin typeface="Overpass" panose="02000803030000020004" pitchFamily="2" charset="0"/>
                </a:rPr>
                <a:t>‹#›</a:t>
              </a:fld>
              <a:endParaRPr lang="en-US" sz="1600">
                <a:solidFill>
                  <a:schemeClr val="bg1"/>
                </a:solidFill>
                <a:latin typeface="Overpass" panose="0200080303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477B1A8-9FEC-4D77-90D3-555FC958C0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33286" y="6463061"/>
              <a:ext cx="1376886" cy="270106"/>
            </a:xfrm>
            <a:prstGeom prst="rect">
              <a:avLst/>
            </a:prstGeom>
            <a:grpFill/>
          </p:spPr>
        </p:pic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F3BA8BB-5494-43A3-AA5C-8FE74BC73162}"/>
                </a:ext>
              </a:extLst>
            </p:cNvPr>
            <p:cNvSpPr/>
            <p:nvPr userDrawn="1"/>
          </p:nvSpPr>
          <p:spPr>
            <a:xfrm>
              <a:off x="11400380" y="0"/>
              <a:ext cx="791620" cy="806246"/>
            </a:xfrm>
            <a:custGeom>
              <a:avLst/>
              <a:gdLst>
                <a:gd name="connsiteX0" fmla="*/ 825910 w 825910"/>
                <a:gd name="connsiteY0" fmla="*/ 806246 h 806246"/>
                <a:gd name="connsiteX1" fmla="*/ 825910 w 825910"/>
                <a:gd name="connsiteY1" fmla="*/ 0 h 806246"/>
                <a:gd name="connsiteX2" fmla="*/ 0 w 825910"/>
                <a:gd name="connsiteY2" fmla="*/ 0 h 806246"/>
                <a:gd name="connsiteX3" fmla="*/ 825910 w 825910"/>
                <a:gd name="connsiteY3" fmla="*/ 806246 h 806246"/>
                <a:gd name="connsiteX0" fmla="*/ 825910 w 825910"/>
                <a:gd name="connsiteY0" fmla="*/ 806246 h 806246"/>
                <a:gd name="connsiteX1" fmla="*/ 825910 w 825910"/>
                <a:gd name="connsiteY1" fmla="*/ 0 h 806246"/>
                <a:gd name="connsiteX2" fmla="*/ 0 w 825910"/>
                <a:gd name="connsiteY2" fmla="*/ 0 h 806246"/>
                <a:gd name="connsiteX3" fmla="*/ 825910 w 825910"/>
                <a:gd name="connsiteY3" fmla="*/ 806246 h 806246"/>
                <a:gd name="connsiteX0" fmla="*/ 764950 w 764950"/>
                <a:gd name="connsiteY0" fmla="*/ 806246 h 806246"/>
                <a:gd name="connsiteX1" fmla="*/ 764950 w 764950"/>
                <a:gd name="connsiteY1" fmla="*/ 0 h 806246"/>
                <a:gd name="connsiteX2" fmla="*/ 0 w 764950"/>
                <a:gd name="connsiteY2" fmla="*/ 0 h 806246"/>
                <a:gd name="connsiteX3" fmla="*/ 764950 w 76495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1620" h="806246">
                  <a:moveTo>
                    <a:pt x="791620" y="806246"/>
                  </a:moveTo>
                  <a:lnTo>
                    <a:pt x="791620" y="0"/>
                  </a:lnTo>
                  <a:lnTo>
                    <a:pt x="0" y="0"/>
                  </a:lnTo>
                  <a:cubicBezTo>
                    <a:pt x="275303" y="327804"/>
                    <a:pt x="510602" y="564167"/>
                    <a:pt x="791620" y="80624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4D27DAF-F03F-4242-9A9B-337D323AD409}"/>
                </a:ext>
              </a:extLst>
            </p:cNvPr>
            <p:cNvSpPr/>
            <p:nvPr userDrawn="1"/>
          </p:nvSpPr>
          <p:spPr>
            <a:xfrm rot="5400000">
              <a:off x="10106977" y="4772977"/>
              <a:ext cx="1156335" cy="3013710"/>
            </a:xfrm>
            <a:custGeom>
              <a:avLst/>
              <a:gdLst>
                <a:gd name="connsiteX0" fmla="*/ 825910 w 825910"/>
                <a:gd name="connsiteY0" fmla="*/ 806246 h 806246"/>
                <a:gd name="connsiteX1" fmla="*/ 825910 w 825910"/>
                <a:gd name="connsiteY1" fmla="*/ 0 h 806246"/>
                <a:gd name="connsiteX2" fmla="*/ 0 w 825910"/>
                <a:gd name="connsiteY2" fmla="*/ 0 h 806246"/>
                <a:gd name="connsiteX3" fmla="*/ 825910 w 825910"/>
                <a:gd name="connsiteY3" fmla="*/ 806246 h 806246"/>
                <a:gd name="connsiteX0" fmla="*/ 825910 w 825910"/>
                <a:gd name="connsiteY0" fmla="*/ 806246 h 806246"/>
                <a:gd name="connsiteX1" fmla="*/ 825910 w 825910"/>
                <a:gd name="connsiteY1" fmla="*/ 0 h 806246"/>
                <a:gd name="connsiteX2" fmla="*/ 0 w 825910"/>
                <a:gd name="connsiteY2" fmla="*/ 0 h 806246"/>
                <a:gd name="connsiteX3" fmla="*/ 825910 w 825910"/>
                <a:gd name="connsiteY3" fmla="*/ 806246 h 806246"/>
                <a:gd name="connsiteX0" fmla="*/ 764950 w 764950"/>
                <a:gd name="connsiteY0" fmla="*/ 806246 h 806246"/>
                <a:gd name="connsiteX1" fmla="*/ 764950 w 764950"/>
                <a:gd name="connsiteY1" fmla="*/ 0 h 806246"/>
                <a:gd name="connsiteX2" fmla="*/ 0 w 764950"/>
                <a:gd name="connsiteY2" fmla="*/ 0 h 806246"/>
                <a:gd name="connsiteX3" fmla="*/ 764950 w 76495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1620" h="806246">
                  <a:moveTo>
                    <a:pt x="791620" y="806246"/>
                  </a:moveTo>
                  <a:lnTo>
                    <a:pt x="791620" y="0"/>
                  </a:lnTo>
                  <a:lnTo>
                    <a:pt x="0" y="0"/>
                  </a:lnTo>
                  <a:cubicBezTo>
                    <a:pt x="66641" y="242185"/>
                    <a:pt x="256297" y="519318"/>
                    <a:pt x="791620" y="80624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5BB9CD4-B672-5D46-86AA-B92E8BC6AABA}"/>
              </a:ext>
            </a:extLst>
          </p:cNvPr>
          <p:cNvGrpSpPr/>
          <p:nvPr userDrawn="1"/>
        </p:nvGrpSpPr>
        <p:grpSpPr>
          <a:xfrm>
            <a:off x="9194632" y="-100965"/>
            <a:ext cx="2979920" cy="6961479"/>
            <a:chOff x="6895974" y="-75724"/>
            <a:chExt cx="2234940" cy="5221109"/>
          </a:xfrm>
          <a:solidFill>
            <a:srgbClr val="028AA0"/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D1545B0-DF8A-7E4C-B43E-481A00959E65}"/>
                </a:ext>
              </a:extLst>
            </p:cNvPr>
            <p:cNvSpPr/>
            <p:nvPr userDrawn="1"/>
          </p:nvSpPr>
          <p:spPr>
            <a:xfrm>
              <a:off x="8044054" y="877533"/>
              <a:ext cx="1084003" cy="10840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ADD3991-0661-E54A-B158-85A10167251A}"/>
                </a:ext>
              </a:extLst>
            </p:cNvPr>
            <p:cNvSpPr/>
            <p:nvPr userDrawn="1"/>
          </p:nvSpPr>
          <p:spPr>
            <a:xfrm>
              <a:off x="6895987" y="-75724"/>
              <a:ext cx="1137605" cy="11376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33" name="Freeform: Shape 61">
              <a:extLst>
                <a:ext uri="{FF2B5EF4-FFF2-40B4-BE49-F238E27FC236}">
                  <a16:creationId xmlns:a16="http://schemas.microsoft.com/office/drawing/2014/main" id="{6B212838-D3BC-A34D-96F0-A0447E45A1CB}"/>
                </a:ext>
              </a:extLst>
            </p:cNvPr>
            <p:cNvSpPr/>
            <p:nvPr userDrawn="1"/>
          </p:nvSpPr>
          <p:spPr>
            <a:xfrm>
              <a:off x="8044053" y="-1"/>
              <a:ext cx="1017080" cy="966020"/>
            </a:xfrm>
            <a:custGeom>
              <a:avLst/>
              <a:gdLst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516" h="1288026">
                  <a:moveTo>
                    <a:pt x="0" y="0"/>
                  </a:moveTo>
                  <a:lnTo>
                    <a:pt x="0" y="1288026"/>
                  </a:lnTo>
                  <a:cubicBezTo>
                    <a:pt x="412431" y="1180629"/>
                    <a:pt x="1058835" y="798912"/>
                    <a:pt x="1376516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34" name="Freeform: Shape 62">
              <a:extLst>
                <a:ext uri="{FF2B5EF4-FFF2-40B4-BE49-F238E27FC236}">
                  <a16:creationId xmlns:a16="http://schemas.microsoft.com/office/drawing/2014/main" id="{F70A2ADE-9303-9F47-B5FA-6C26E2E5D28E}"/>
                </a:ext>
              </a:extLst>
            </p:cNvPr>
            <p:cNvSpPr/>
            <p:nvPr userDrawn="1"/>
          </p:nvSpPr>
          <p:spPr>
            <a:xfrm flipH="1" flipV="1">
              <a:off x="6949587" y="967183"/>
              <a:ext cx="1084004" cy="1197136"/>
            </a:xfrm>
            <a:custGeom>
              <a:avLst/>
              <a:gdLst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516" h="1288026">
                  <a:moveTo>
                    <a:pt x="0" y="0"/>
                  </a:moveTo>
                  <a:lnTo>
                    <a:pt x="0" y="1288026"/>
                  </a:lnTo>
                  <a:cubicBezTo>
                    <a:pt x="528545" y="1165258"/>
                    <a:pt x="1151364" y="758944"/>
                    <a:pt x="1376516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A0C7E62-2BCE-BD47-8F95-C6E674084039}"/>
                </a:ext>
              </a:extLst>
            </p:cNvPr>
            <p:cNvSpPr/>
            <p:nvPr userDrawn="1"/>
          </p:nvSpPr>
          <p:spPr>
            <a:xfrm>
              <a:off x="8046911" y="3269010"/>
              <a:ext cx="1084003" cy="10840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5" name="Freeform: Shape 58">
              <a:extLst>
                <a:ext uri="{FF2B5EF4-FFF2-40B4-BE49-F238E27FC236}">
                  <a16:creationId xmlns:a16="http://schemas.microsoft.com/office/drawing/2014/main" id="{0BD6380C-E513-AF42-A074-1680002CC5F2}"/>
                </a:ext>
              </a:extLst>
            </p:cNvPr>
            <p:cNvSpPr/>
            <p:nvPr userDrawn="1"/>
          </p:nvSpPr>
          <p:spPr>
            <a:xfrm flipH="1" flipV="1">
              <a:off x="7018020" y="3356321"/>
              <a:ext cx="1015570" cy="967493"/>
            </a:xfrm>
            <a:custGeom>
              <a:avLst/>
              <a:gdLst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516" h="1288026">
                  <a:moveTo>
                    <a:pt x="0" y="0"/>
                  </a:moveTo>
                  <a:lnTo>
                    <a:pt x="0" y="1288026"/>
                  </a:lnTo>
                  <a:cubicBezTo>
                    <a:pt x="358129" y="1199496"/>
                    <a:pt x="1042918" y="846441"/>
                    <a:pt x="1376516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775A00F-659D-584A-8BA5-E9678A9E245C}"/>
                </a:ext>
              </a:extLst>
            </p:cNvPr>
            <p:cNvSpPr/>
            <p:nvPr userDrawn="1"/>
          </p:nvSpPr>
          <p:spPr>
            <a:xfrm>
              <a:off x="6895987" y="2314338"/>
              <a:ext cx="1137605" cy="11376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7A0302F-ADCE-5248-95DA-93A7B793503E}"/>
                </a:ext>
              </a:extLst>
            </p:cNvPr>
            <p:cNvSpPr/>
            <p:nvPr userDrawn="1"/>
          </p:nvSpPr>
          <p:spPr>
            <a:xfrm>
              <a:off x="8044054" y="2164318"/>
              <a:ext cx="1085660" cy="1192001"/>
            </a:xfrm>
            <a:custGeom>
              <a:avLst/>
              <a:gdLst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516" h="1288026">
                  <a:moveTo>
                    <a:pt x="0" y="0"/>
                  </a:moveTo>
                  <a:lnTo>
                    <a:pt x="0" y="1288026"/>
                  </a:lnTo>
                  <a:cubicBezTo>
                    <a:pt x="481269" y="1189892"/>
                    <a:pt x="1171149" y="752596"/>
                    <a:pt x="1376516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8" name="Oval 27">
              <a:extLst>
                <a:ext uri="{FF2B5EF4-FFF2-40B4-BE49-F238E27FC236}">
                  <a16:creationId xmlns:a16="http://schemas.microsoft.com/office/drawing/2014/main" id="{982AD50B-0E2D-A042-B7A2-6363C9433B96}"/>
                </a:ext>
              </a:extLst>
            </p:cNvPr>
            <p:cNvSpPr/>
            <p:nvPr userDrawn="1"/>
          </p:nvSpPr>
          <p:spPr>
            <a:xfrm>
              <a:off x="6895974" y="4473179"/>
              <a:ext cx="1140026" cy="672206"/>
            </a:xfrm>
            <a:custGeom>
              <a:avLst/>
              <a:gdLst>
                <a:gd name="connsiteX0" fmla="*/ 0 w 1516806"/>
                <a:gd name="connsiteY0" fmla="*/ 758403 h 1516806"/>
                <a:gd name="connsiteX1" fmla="*/ 758403 w 1516806"/>
                <a:gd name="connsiteY1" fmla="*/ 0 h 1516806"/>
                <a:gd name="connsiteX2" fmla="*/ 1516806 w 1516806"/>
                <a:gd name="connsiteY2" fmla="*/ 758403 h 1516806"/>
                <a:gd name="connsiteX3" fmla="*/ 758403 w 1516806"/>
                <a:gd name="connsiteY3" fmla="*/ 1516806 h 1516806"/>
                <a:gd name="connsiteX4" fmla="*/ 0 w 1516806"/>
                <a:gd name="connsiteY4" fmla="*/ 758403 h 1516806"/>
                <a:gd name="connsiteX0" fmla="*/ 0 w 1604519"/>
                <a:gd name="connsiteY0" fmla="*/ 758403 h 1517497"/>
                <a:gd name="connsiteX1" fmla="*/ 758403 w 1604519"/>
                <a:gd name="connsiteY1" fmla="*/ 0 h 1517497"/>
                <a:gd name="connsiteX2" fmla="*/ 1516806 w 1604519"/>
                <a:gd name="connsiteY2" fmla="*/ 758403 h 1517497"/>
                <a:gd name="connsiteX3" fmla="*/ 1503832 w 1604519"/>
                <a:gd name="connsiteY3" fmla="*/ 891856 h 1517497"/>
                <a:gd name="connsiteX4" fmla="*/ 758403 w 1604519"/>
                <a:gd name="connsiteY4" fmla="*/ 1516806 h 1517497"/>
                <a:gd name="connsiteX5" fmla="*/ 0 w 1604519"/>
                <a:gd name="connsiteY5" fmla="*/ 758403 h 1517497"/>
                <a:gd name="connsiteX0" fmla="*/ 0 w 1572618"/>
                <a:gd name="connsiteY0" fmla="*/ 758403 h 1517497"/>
                <a:gd name="connsiteX1" fmla="*/ 758403 w 1572618"/>
                <a:gd name="connsiteY1" fmla="*/ 0 h 1517497"/>
                <a:gd name="connsiteX2" fmla="*/ 1516806 w 1572618"/>
                <a:gd name="connsiteY2" fmla="*/ 758403 h 1517497"/>
                <a:gd name="connsiteX3" fmla="*/ 1503832 w 1572618"/>
                <a:gd name="connsiteY3" fmla="*/ 891856 h 1517497"/>
                <a:gd name="connsiteX4" fmla="*/ 758403 w 1572618"/>
                <a:gd name="connsiteY4" fmla="*/ 1516806 h 1517497"/>
                <a:gd name="connsiteX5" fmla="*/ 0 w 1572618"/>
                <a:gd name="connsiteY5" fmla="*/ 758403 h 1517497"/>
                <a:gd name="connsiteX0" fmla="*/ 0 w 1572618"/>
                <a:gd name="connsiteY0" fmla="*/ 758403 h 1517497"/>
                <a:gd name="connsiteX1" fmla="*/ 758403 w 1572618"/>
                <a:gd name="connsiteY1" fmla="*/ 0 h 1517497"/>
                <a:gd name="connsiteX2" fmla="*/ 1516806 w 1572618"/>
                <a:gd name="connsiteY2" fmla="*/ 758403 h 1517497"/>
                <a:gd name="connsiteX3" fmla="*/ 1503832 w 1572618"/>
                <a:gd name="connsiteY3" fmla="*/ 891856 h 1517497"/>
                <a:gd name="connsiteX4" fmla="*/ 758403 w 1572618"/>
                <a:gd name="connsiteY4" fmla="*/ 1516806 h 1517497"/>
                <a:gd name="connsiteX5" fmla="*/ 0 w 1572618"/>
                <a:gd name="connsiteY5" fmla="*/ 758403 h 1517497"/>
                <a:gd name="connsiteX0" fmla="*/ 0 w 1572618"/>
                <a:gd name="connsiteY0" fmla="*/ 758403 h 1517497"/>
                <a:gd name="connsiteX1" fmla="*/ 758403 w 1572618"/>
                <a:gd name="connsiteY1" fmla="*/ 0 h 1517497"/>
                <a:gd name="connsiteX2" fmla="*/ 1516806 w 1572618"/>
                <a:gd name="connsiteY2" fmla="*/ 758403 h 1517497"/>
                <a:gd name="connsiteX3" fmla="*/ 1503832 w 1572618"/>
                <a:gd name="connsiteY3" fmla="*/ 891856 h 1517497"/>
                <a:gd name="connsiteX4" fmla="*/ 758403 w 1572618"/>
                <a:gd name="connsiteY4" fmla="*/ 1516806 h 1517497"/>
                <a:gd name="connsiteX5" fmla="*/ 0 w 1572618"/>
                <a:gd name="connsiteY5" fmla="*/ 758403 h 1517497"/>
                <a:gd name="connsiteX0" fmla="*/ 0 w 1518434"/>
                <a:gd name="connsiteY0" fmla="*/ 758403 h 1517497"/>
                <a:gd name="connsiteX1" fmla="*/ 758403 w 1518434"/>
                <a:gd name="connsiteY1" fmla="*/ 0 h 1517497"/>
                <a:gd name="connsiteX2" fmla="*/ 1516806 w 1518434"/>
                <a:gd name="connsiteY2" fmla="*/ 758403 h 1517497"/>
                <a:gd name="connsiteX3" fmla="*/ 1503832 w 1518434"/>
                <a:gd name="connsiteY3" fmla="*/ 891856 h 1517497"/>
                <a:gd name="connsiteX4" fmla="*/ 758403 w 1518434"/>
                <a:gd name="connsiteY4" fmla="*/ 1516806 h 1517497"/>
                <a:gd name="connsiteX5" fmla="*/ 0 w 1518434"/>
                <a:gd name="connsiteY5" fmla="*/ 758403 h 1517497"/>
                <a:gd name="connsiteX0" fmla="*/ 0 w 1525205"/>
                <a:gd name="connsiteY0" fmla="*/ 758403 h 1517497"/>
                <a:gd name="connsiteX1" fmla="*/ 758403 w 1525205"/>
                <a:gd name="connsiteY1" fmla="*/ 0 h 1517497"/>
                <a:gd name="connsiteX2" fmla="*/ 1516806 w 1525205"/>
                <a:gd name="connsiteY2" fmla="*/ 758403 h 1517497"/>
                <a:gd name="connsiteX3" fmla="*/ 1503832 w 1525205"/>
                <a:gd name="connsiteY3" fmla="*/ 891856 h 1517497"/>
                <a:gd name="connsiteX4" fmla="*/ 758403 w 1525205"/>
                <a:gd name="connsiteY4" fmla="*/ 1516806 h 1517497"/>
                <a:gd name="connsiteX5" fmla="*/ 0 w 1525205"/>
                <a:gd name="connsiteY5" fmla="*/ 758403 h 1517497"/>
                <a:gd name="connsiteX0" fmla="*/ 0 w 1525205"/>
                <a:gd name="connsiteY0" fmla="*/ 758403 h 1517497"/>
                <a:gd name="connsiteX1" fmla="*/ 758403 w 1525205"/>
                <a:gd name="connsiteY1" fmla="*/ 0 h 1517497"/>
                <a:gd name="connsiteX2" fmla="*/ 1516806 w 1525205"/>
                <a:gd name="connsiteY2" fmla="*/ 758403 h 1517497"/>
                <a:gd name="connsiteX3" fmla="*/ 1503832 w 1525205"/>
                <a:gd name="connsiteY3" fmla="*/ 891856 h 1517497"/>
                <a:gd name="connsiteX4" fmla="*/ 758403 w 1525205"/>
                <a:gd name="connsiteY4" fmla="*/ 1516806 h 1517497"/>
                <a:gd name="connsiteX5" fmla="*/ 0 w 1525205"/>
                <a:gd name="connsiteY5" fmla="*/ 758403 h 1517497"/>
                <a:gd name="connsiteX0" fmla="*/ 0 w 1525205"/>
                <a:gd name="connsiteY0" fmla="*/ 758403 h 1517497"/>
                <a:gd name="connsiteX1" fmla="*/ 758403 w 1525205"/>
                <a:gd name="connsiteY1" fmla="*/ 0 h 1517497"/>
                <a:gd name="connsiteX2" fmla="*/ 1516806 w 1525205"/>
                <a:gd name="connsiteY2" fmla="*/ 758403 h 1517497"/>
                <a:gd name="connsiteX3" fmla="*/ 1503832 w 1525205"/>
                <a:gd name="connsiteY3" fmla="*/ 891856 h 1517497"/>
                <a:gd name="connsiteX4" fmla="*/ 758403 w 1525205"/>
                <a:gd name="connsiteY4" fmla="*/ 1516806 h 1517497"/>
                <a:gd name="connsiteX5" fmla="*/ 0 w 1525205"/>
                <a:gd name="connsiteY5" fmla="*/ 758403 h 1517497"/>
                <a:gd name="connsiteX0" fmla="*/ 0 w 1519280"/>
                <a:gd name="connsiteY0" fmla="*/ 758403 h 1517497"/>
                <a:gd name="connsiteX1" fmla="*/ 758403 w 1519280"/>
                <a:gd name="connsiteY1" fmla="*/ 0 h 1517497"/>
                <a:gd name="connsiteX2" fmla="*/ 1516806 w 1519280"/>
                <a:gd name="connsiteY2" fmla="*/ 758403 h 1517497"/>
                <a:gd name="connsiteX3" fmla="*/ 1503832 w 1519280"/>
                <a:gd name="connsiteY3" fmla="*/ 891856 h 1517497"/>
                <a:gd name="connsiteX4" fmla="*/ 758403 w 1519280"/>
                <a:gd name="connsiteY4" fmla="*/ 1516806 h 1517497"/>
                <a:gd name="connsiteX5" fmla="*/ 0 w 1519280"/>
                <a:gd name="connsiteY5" fmla="*/ 758403 h 1517497"/>
                <a:gd name="connsiteX0" fmla="*/ 0 w 1519280"/>
                <a:gd name="connsiteY0" fmla="*/ 758403 h 1517497"/>
                <a:gd name="connsiteX1" fmla="*/ 758403 w 1519280"/>
                <a:gd name="connsiteY1" fmla="*/ 0 h 1517497"/>
                <a:gd name="connsiteX2" fmla="*/ 1516806 w 1519280"/>
                <a:gd name="connsiteY2" fmla="*/ 758403 h 1517497"/>
                <a:gd name="connsiteX3" fmla="*/ 1503832 w 1519280"/>
                <a:gd name="connsiteY3" fmla="*/ 891856 h 1517497"/>
                <a:gd name="connsiteX4" fmla="*/ 758403 w 1519280"/>
                <a:gd name="connsiteY4" fmla="*/ 1516806 h 1517497"/>
                <a:gd name="connsiteX5" fmla="*/ 0 w 1519280"/>
                <a:gd name="connsiteY5" fmla="*/ 758403 h 1517497"/>
                <a:gd name="connsiteX0" fmla="*/ 90159 w 1609439"/>
                <a:gd name="connsiteY0" fmla="*/ 758403 h 1517497"/>
                <a:gd name="connsiteX1" fmla="*/ 848562 w 1609439"/>
                <a:gd name="connsiteY1" fmla="*/ 0 h 1517497"/>
                <a:gd name="connsiteX2" fmla="*/ 1606965 w 1609439"/>
                <a:gd name="connsiteY2" fmla="*/ 758403 h 1517497"/>
                <a:gd name="connsiteX3" fmla="*/ 1593991 w 1609439"/>
                <a:gd name="connsiteY3" fmla="*/ 891856 h 1517497"/>
                <a:gd name="connsiteX4" fmla="*/ 848562 w 1609439"/>
                <a:gd name="connsiteY4" fmla="*/ 1516806 h 1517497"/>
                <a:gd name="connsiteX5" fmla="*/ 98566 w 1609439"/>
                <a:gd name="connsiteY5" fmla="*/ 893761 h 1517497"/>
                <a:gd name="connsiteX6" fmla="*/ 90159 w 1609439"/>
                <a:gd name="connsiteY6" fmla="*/ 758403 h 1517497"/>
                <a:gd name="connsiteX0" fmla="*/ 54401 w 1573681"/>
                <a:gd name="connsiteY0" fmla="*/ 758403 h 1517497"/>
                <a:gd name="connsiteX1" fmla="*/ 812804 w 1573681"/>
                <a:gd name="connsiteY1" fmla="*/ 0 h 1517497"/>
                <a:gd name="connsiteX2" fmla="*/ 1571207 w 1573681"/>
                <a:gd name="connsiteY2" fmla="*/ 758403 h 1517497"/>
                <a:gd name="connsiteX3" fmla="*/ 1558233 w 1573681"/>
                <a:gd name="connsiteY3" fmla="*/ 891856 h 1517497"/>
                <a:gd name="connsiteX4" fmla="*/ 812804 w 1573681"/>
                <a:gd name="connsiteY4" fmla="*/ 1516806 h 1517497"/>
                <a:gd name="connsiteX5" fmla="*/ 62808 w 1573681"/>
                <a:gd name="connsiteY5" fmla="*/ 893761 h 1517497"/>
                <a:gd name="connsiteX6" fmla="*/ 54401 w 1573681"/>
                <a:gd name="connsiteY6" fmla="*/ 758403 h 1517497"/>
                <a:gd name="connsiteX0" fmla="*/ 1472 w 1520752"/>
                <a:gd name="connsiteY0" fmla="*/ 758403 h 1517497"/>
                <a:gd name="connsiteX1" fmla="*/ 759875 w 1520752"/>
                <a:gd name="connsiteY1" fmla="*/ 0 h 1517497"/>
                <a:gd name="connsiteX2" fmla="*/ 1518278 w 1520752"/>
                <a:gd name="connsiteY2" fmla="*/ 758403 h 1517497"/>
                <a:gd name="connsiteX3" fmla="*/ 1505304 w 1520752"/>
                <a:gd name="connsiteY3" fmla="*/ 891856 h 1517497"/>
                <a:gd name="connsiteX4" fmla="*/ 759875 w 1520752"/>
                <a:gd name="connsiteY4" fmla="*/ 1516806 h 1517497"/>
                <a:gd name="connsiteX5" fmla="*/ 9879 w 1520752"/>
                <a:gd name="connsiteY5" fmla="*/ 893761 h 1517497"/>
                <a:gd name="connsiteX6" fmla="*/ 1472 w 1520752"/>
                <a:gd name="connsiteY6" fmla="*/ 758403 h 1517497"/>
                <a:gd name="connsiteX0" fmla="*/ 1472 w 1520752"/>
                <a:gd name="connsiteY0" fmla="*/ 758403 h 1517497"/>
                <a:gd name="connsiteX1" fmla="*/ 759875 w 1520752"/>
                <a:gd name="connsiteY1" fmla="*/ 0 h 1517497"/>
                <a:gd name="connsiteX2" fmla="*/ 1518278 w 1520752"/>
                <a:gd name="connsiteY2" fmla="*/ 758403 h 1517497"/>
                <a:gd name="connsiteX3" fmla="*/ 1505304 w 1520752"/>
                <a:gd name="connsiteY3" fmla="*/ 891856 h 1517497"/>
                <a:gd name="connsiteX4" fmla="*/ 759875 w 1520752"/>
                <a:gd name="connsiteY4" fmla="*/ 1516806 h 1517497"/>
                <a:gd name="connsiteX5" fmla="*/ 9879 w 1520752"/>
                <a:gd name="connsiteY5" fmla="*/ 893761 h 1517497"/>
                <a:gd name="connsiteX6" fmla="*/ 1472 w 1520752"/>
                <a:gd name="connsiteY6" fmla="*/ 758403 h 1517497"/>
                <a:gd name="connsiteX0" fmla="*/ 1472 w 1520752"/>
                <a:gd name="connsiteY0" fmla="*/ 758403 h 1517497"/>
                <a:gd name="connsiteX1" fmla="*/ 759875 w 1520752"/>
                <a:gd name="connsiteY1" fmla="*/ 0 h 1517497"/>
                <a:gd name="connsiteX2" fmla="*/ 1518278 w 1520752"/>
                <a:gd name="connsiteY2" fmla="*/ 758403 h 1517497"/>
                <a:gd name="connsiteX3" fmla="*/ 1505304 w 1520752"/>
                <a:gd name="connsiteY3" fmla="*/ 891856 h 1517497"/>
                <a:gd name="connsiteX4" fmla="*/ 759875 w 1520752"/>
                <a:gd name="connsiteY4" fmla="*/ 1516806 h 1517497"/>
                <a:gd name="connsiteX5" fmla="*/ 9879 w 1520752"/>
                <a:gd name="connsiteY5" fmla="*/ 893761 h 1517497"/>
                <a:gd name="connsiteX6" fmla="*/ 1472 w 1520752"/>
                <a:gd name="connsiteY6" fmla="*/ 758403 h 1517497"/>
                <a:gd name="connsiteX0" fmla="*/ 1635 w 1520915"/>
                <a:gd name="connsiteY0" fmla="*/ 758403 h 1517497"/>
                <a:gd name="connsiteX1" fmla="*/ 760038 w 1520915"/>
                <a:gd name="connsiteY1" fmla="*/ 0 h 1517497"/>
                <a:gd name="connsiteX2" fmla="*/ 1518441 w 1520915"/>
                <a:gd name="connsiteY2" fmla="*/ 758403 h 1517497"/>
                <a:gd name="connsiteX3" fmla="*/ 1505467 w 1520915"/>
                <a:gd name="connsiteY3" fmla="*/ 891856 h 1517497"/>
                <a:gd name="connsiteX4" fmla="*/ 760038 w 1520915"/>
                <a:gd name="connsiteY4" fmla="*/ 1516806 h 1517497"/>
                <a:gd name="connsiteX5" fmla="*/ 10042 w 1520915"/>
                <a:gd name="connsiteY5" fmla="*/ 893761 h 1517497"/>
                <a:gd name="connsiteX6" fmla="*/ 1635 w 1520915"/>
                <a:gd name="connsiteY6" fmla="*/ 758403 h 1517497"/>
                <a:gd name="connsiteX0" fmla="*/ 1635 w 1520915"/>
                <a:gd name="connsiteY0" fmla="*/ 758403 h 1517497"/>
                <a:gd name="connsiteX1" fmla="*/ 760038 w 1520915"/>
                <a:gd name="connsiteY1" fmla="*/ 0 h 1517497"/>
                <a:gd name="connsiteX2" fmla="*/ 1518441 w 1520915"/>
                <a:gd name="connsiteY2" fmla="*/ 758403 h 1517497"/>
                <a:gd name="connsiteX3" fmla="*/ 1505467 w 1520915"/>
                <a:gd name="connsiteY3" fmla="*/ 891856 h 1517497"/>
                <a:gd name="connsiteX4" fmla="*/ 760038 w 1520915"/>
                <a:gd name="connsiteY4" fmla="*/ 1516806 h 1517497"/>
                <a:gd name="connsiteX5" fmla="*/ 10042 w 1520915"/>
                <a:gd name="connsiteY5" fmla="*/ 893761 h 1517497"/>
                <a:gd name="connsiteX6" fmla="*/ 1635 w 1520915"/>
                <a:gd name="connsiteY6" fmla="*/ 758403 h 1517497"/>
                <a:gd name="connsiteX0" fmla="*/ 1635 w 1520915"/>
                <a:gd name="connsiteY0" fmla="*/ 758403 h 909634"/>
                <a:gd name="connsiteX1" fmla="*/ 760038 w 1520915"/>
                <a:gd name="connsiteY1" fmla="*/ 0 h 909634"/>
                <a:gd name="connsiteX2" fmla="*/ 1518441 w 1520915"/>
                <a:gd name="connsiteY2" fmla="*/ 758403 h 909634"/>
                <a:gd name="connsiteX3" fmla="*/ 1505467 w 1520915"/>
                <a:gd name="connsiteY3" fmla="*/ 891856 h 909634"/>
                <a:gd name="connsiteX4" fmla="*/ 10042 w 1520915"/>
                <a:gd name="connsiteY4" fmla="*/ 893761 h 909634"/>
                <a:gd name="connsiteX5" fmla="*/ 1635 w 1520915"/>
                <a:gd name="connsiteY5" fmla="*/ 758403 h 909634"/>
                <a:gd name="connsiteX0" fmla="*/ 1635 w 1520915"/>
                <a:gd name="connsiteY0" fmla="*/ 758403 h 903935"/>
                <a:gd name="connsiteX1" fmla="*/ 760038 w 1520915"/>
                <a:gd name="connsiteY1" fmla="*/ 0 h 903935"/>
                <a:gd name="connsiteX2" fmla="*/ 1518441 w 1520915"/>
                <a:gd name="connsiteY2" fmla="*/ 758403 h 903935"/>
                <a:gd name="connsiteX3" fmla="*/ 1505467 w 1520915"/>
                <a:gd name="connsiteY3" fmla="*/ 891856 h 903935"/>
                <a:gd name="connsiteX4" fmla="*/ 10042 w 1520915"/>
                <a:gd name="connsiteY4" fmla="*/ 893761 h 903935"/>
                <a:gd name="connsiteX5" fmla="*/ 1635 w 1520915"/>
                <a:gd name="connsiteY5" fmla="*/ 758403 h 903935"/>
                <a:gd name="connsiteX0" fmla="*/ 1635 w 1520915"/>
                <a:gd name="connsiteY0" fmla="*/ 758403 h 895486"/>
                <a:gd name="connsiteX1" fmla="*/ 760038 w 1520915"/>
                <a:gd name="connsiteY1" fmla="*/ 0 h 895486"/>
                <a:gd name="connsiteX2" fmla="*/ 1518441 w 1520915"/>
                <a:gd name="connsiteY2" fmla="*/ 758403 h 895486"/>
                <a:gd name="connsiteX3" fmla="*/ 1505467 w 1520915"/>
                <a:gd name="connsiteY3" fmla="*/ 891856 h 895486"/>
                <a:gd name="connsiteX4" fmla="*/ 10042 w 1520915"/>
                <a:gd name="connsiteY4" fmla="*/ 893761 h 895486"/>
                <a:gd name="connsiteX5" fmla="*/ 1635 w 1520915"/>
                <a:gd name="connsiteY5" fmla="*/ 758403 h 895486"/>
                <a:gd name="connsiteX0" fmla="*/ 1635 w 1520915"/>
                <a:gd name="connsiteY0" fmla="*/ 758403 h 896921"/>
                <a:gd name="connsiteX1" fmla="*/ 760038 w 1520915"/>
                <a:gd name="connsiteY1" fmla="*/ 0 h 896921"/>
                <a:gd name="connsiteX2" fmla="*/ 1518441 w 1520915"/>
                <a:gd name="connsiteY2" fmla="*/ 758403 h 896921"/>
                <a:gd name="connsiteX3" fmla="*/ 1505467 w 1520915"/>
                <a:gd name="connsiteY3" fmla="*/ 891856 h 896921"/>
                <a:gd name="connsiteX4" fmla="*/ 42427 w 1520915"/>
                <a:gd name="connsiteY4" fmla="*/ 895666 h 896921"/>
                <a:gd name="connsiteX5" fmla="*/ 1635 w 1520915"/>
                <a:gd name="connsiteY5" fmla="*/ 758403 h 896921"/>
                <a:gd name="connsiteX0" fmla="*/ 2052 w 1521332"/>
                <a:gd name="connsiteY0" fmla="*/ 758403 h 895486"/>
                <a:gd name="connsiteX1" fmla="*/ 760455 w 1521332"/>
                <a:gd name="connsiteY1" fmla="*/ 0 h 895486"/>
                <a:gd name="connsiteX2" fmla="*/ 1518858 w 1521332"/>
                <a:gd name="connsiteY2" fmla="*/ 758403 h 895486"/>
                <a:gd name="connsiteX3" fmla="*/ 1505884 w 1521332"/>
                <a:gd name="connsiteY3" fmla="*/ 891856 h 895486"/>
                <a:gd name="connsiteX4" fmla="*/ 6649 w 1521332"/>
                <a:gd name="connsiteY4" fmla="*/ 893761 h 895486"/>
                <a:gd name="connsiteX5" fmla="*/ 2052 w 1521332"/>
                <a:gd name="connsiteY5" fmla="*/ 758403 h 895486"/>
                <a:gd name="connsiteX0" fmla="*/ 1636 w 1520916"/>
                <a:gd name="connsiteY0" fmla="*/ 758403 h 895486"/>
                <a:gd name="connsiteX1" fmla="*/ 760039 w 1520916"/>
                <a:gd name="connsiteY1" fmla="*/ 0 h 895486"/>
                <a:gd name="connsiteX2" fmla="*/ 1518442 w 1520916"/>
                <a:gd name="connsiteY2" fmla="*/ 758403 h 895486"/>
                <a:gd name="connsiteX3" fmla="*/ 1505468 w 1520916"/>
                <a:gd name="connsiteY3" fmla="*/ 891856 h 895486"/>
                <a:gd name="connsiteX4" fmla="*/ 6233 w 1520916"/>
                <a:gd name="connsiteY4" fmla="*/ 893761 h 895486"/>
                <a:gd name="connsiteX5" fmla="*/ 1636 w 1520916"/>
                <a:gd name="connsiteY5" fmla="*/ 758403 h 895486"/>
                <a:gd name="connsiteX0" fmla="*/ 1636 w 1520916"/>
                <a:gd name="connsiteY0" fmla="*/ 758403 h 895486"/>
                <a:gd name="connsiteX1" fmla="*/ 760039 w 1520916"/>
                <a:gd name="connsiteY1" fmla="*/ 0 h 895486"/>
                <a:gd name="connsiteX2" fmla="*/ 1518442 w 1520916"/>
                <a:gd name="connsiteY2" fmla="*/ 758403 h 895486"/>
                <a:gd name="connsiteX3" fmla="*/ 1505468 w 1520916"/>
                <a:gd name="connsiteY3" fmla="*/ 891856 h 895486"/>
                <a:gd name="connsiteX4" fmla="*/ 6233 w 1520916"/>
                <a:gd name="connsiteY4" fmla="*/ 893761 h 895486"/>
                <a:gd name="connsiteX5" fmla="*/ 1636 w 1520916"/>
                <a:gd name="connsiteY5" fmla="*/ 758403 h 895486"/>
                <a:gd name="connsiteX0" fmla="*/ 1636 w 1520916"/>
                <a:gd name="connsiteY0" fmla="*/ 758403 h 895486"/>
                <a:gd name="connsiteX1" fmla="*/ 760039 w 1520916"/>
                <a:gd name="connsiteY1" fmla="*/ 0 h 895486"/>
                <a:gd name="connsiteX2" fmla="*/ 1518442 w 1520916"/>
                <a:gd name="connsiteY2" fmla="*/ 758403 h 895486"/>
                <a:gd name="connsiteX3" fmla="*/ 1505468 w 1520916"/>
                <a:gd name="connsiteY3" fmla="*/ 891856 h 895486"/>
                <a:gd name="connsiteX4" fmla="*/ 6233 w 1520916"/>
                <a:gd name="connsiteY4" fmla="*/ 893761 h 895486"/>
                <a:gd name="connsiteX5" fmla="*/ 1636 w 1520916"/>
                <a:gd name="connsiteY5" fmla="*/ 758403 h 895486"/>
                <a:gd name="connsiteX0" fmla="*/ 0 w 1519280"/>
                <a:gd name="connsiteY0" fmla="*/ 758403 h 895486"/>
                <a:gd name="connsiteX1" fmla="*/ 758403 w 1519280"/>
                <a:gd name="connsiteY1" fmla="*/ 0 h 895486"/>
                <a:gd name="connsiteX2" fmla="*/ 1516806 w 1519280"/>
                <a:gd name="connsiteY2" fmla="*/ 758403 h 895486"/>
                <a:gd name="connsiteX3" fmla="*/ 1503832 w 1519280"/>
                <a:gd name="connsiteY3" fmla="*/ 891856 h 895486"/>
                <a:gd name="connsiteX4" fmla="*/ 4597 w 1519280"/>
                <a:gd name="connsiteY4" fmla="*/ 893761 h 895486"/>
                <a:gd name="connsiteX5" fmla="*/ 0 w 1519280"/>
                <a:gd name="connsiteY5" fmla="*/ 758403 h 895486"/>
                <a:gd name="connsiteX0" fmla="*/ 15 w 1519295"/>
                <a:gd name="connsiteY0" fmla="*/ 758403 h 895486"/>
                <a:gd name="connsiteX1" fmla="*/ 758418 w 1519295"/>
                <a:gd name="connsiteY1" fmla="*/ 0 h 895486"/>
                <a:gd name="connsiteX2" fmla="*/ 1516821 w 1519295"/>
                <a:gd name="connsiteY2" fmla="*/ 758403 h 895486"/>
                <a:gd name="connsiteX3" fmla="*/ 1503847 w 1519295"/>
                <a:gd name="connsiteY3" fmla="*/ 891856 h 895486"/>
                <a:gd name="connsiteX4" fmla="*/ 4612 w 1519295"/>
                <a:gd name="connsiteY4" fmla="*/ 893761 h 895486"/>
                <a:gd name="connsiteX5" fmla="*/ 15 w 1519295"/>
                <a:gd name="connsiteY5" fmla="*/ 758403 h 895486"/>
                <a:gd name="connsiteX0" fmla="*/ 15 w 1518072"/>
                <a:gd name="connsiteY0" fmla="*/ 758403 h 895486"/>
                <a:gd name="connsiteX1" fmla="*/ 758418 w 1518072"/>
                <a:gd name="connsiteY1" fmla="*/ 0 h 895486"/>
                <a:gd name="connsiteX2" fmla="*/ 1516821 w 1518072"/>
                <a:gd name="connsiteY2" fmla="*/ 758403 h 895486"/>
                <a:gd name="connsiteX3" fmla="*/ 1503847 w 1518072"/>
                <a:gd name="connsiteY3" fmla="*/ 891856 h 895486"/>
                <a:gd name="connsiteX4" fmla="*/ 4612 w 1518072"/>
                <a:gd name="connsiteY4" fmla="*/ 893761 h 895486"/>
                <a:gd name="connsiteX5" fmla="*/ 15 w 1518072"/>
                <a:gd name="connsiteY5" fmla="*/ 758403 h 895486"/>
                <a:gd name="connsiteX0" fmla="*/ 15 w 1521508"/>
                <a:gd name="connsiteY0" fmla="*/ 758403 h 896275"/>
                <a:gd name="connsiteX1" fmla="*/ 758418 w 1521508"/>
                <a:gd name="connsiteY1" fmla="*/ 0 h 896275"/>
                <a:gd name="connsiteX2" fmla="*/ 1516821 w 1521508"/>
                <a:gd name="connsiteY2" fmla="*/ 758403 h 896275"/>
                <a:gd name="connsiteX3" fmla="*/ 1515277 w 1521508"/>
                <a:gd name="connsiteY3" fmla="*/ 893761 h 896275"/>
                <a:gd name="connsiteX4" fmla="*/ 4612 w 1521508"/>
                <a:gd name="connsiteY4" fmla="*/ 893761 h 896275"/>
                <a:gd name="connsiteX5" fmla="*/ 15 w 1521508"/>
                <a:gd name="connsiteY5" fmla="*/ 758403 h 896275"/>
                <a:gd name="connsiteX0" fmla="*/ 15 w 1520034"/>
                <a:gd name="connsiteY0" fmla="*/ 758403 h 896275"/>
                <a:gd name="connsiteX1" fmla="*/ 758418 w 1520034"/>
                <a:gd name="connsiteY1" fmla="*/ 0 h 896275"/>
                <a:gd name="connsiteX2" fmla="*/ 1516821 w 1520034"/>
                <a:gd name="connsiteY2" fmla="*/ 758403 h 896275"/>
                <a:gd name="connsiteX3" fmla="*/ 1515277 w 1520034"/>
                <a:gd name="connsiteY3" fmla="*/ 893761 h 896275"/>
                <a:gd name="connsiteX4" fmla="*/ 4612 w 1520034"/>
                <a:gd name="connsiteY4" fmla="*/ 893761 h 896275"/>
                <a:gd name="connsiteX5" fmla="*/ 15 w 1520034"/>
                <a:gd name="connsiteY5" fmla="*/ 758403 h 89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0034" h="896275">
                  <a:moveTo>
                    <a:pt x="15" y="758403"/>
                  </a:moveTo>
                  <a:cubicBezTo>
                    <a:pt x="-2621" y="348458"/>
                    <a:pt x="339564" y="0"/>
                    <a:pt x="758418" y="0"/>
                  </a:cubicBezTo>
                  <a:cubicBezTo>
                    <a:pt x="1177272" y="0"/>
                    <a:pt x="1525933" y="369730"/>
                    <a:pt x="1516821" y="758403"/>
                  </a:cubicBezTo>
                  <a:cubicBezTo>
                    <a:pt x="1521044" y="819416"/>
                    <a:pt x="1521662" y="866421"/>
                    <a:pt x="1515277" y="893761"/>
                  </a:cubicBezTo>
                  <a:cubicBezTo>
                    <a:pt x="1275307" y="897271"/>
                    <a:pt x="278111" y="896953"/>
                    <a:pt x="4612" y="893761"/>
                  </a:cubicBezTo>
                  <a:cubicBezTo>
                    <a:pt x="7752" y="853086"/>
                    <a:pt x="746" y="846403"/>
                    <a:pt x="15" y="7584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9" name="Freeform: Shape 54">
              <a:extLst>
                <a:ext uri="{FF2B5EF4-FFF2-40B4-BE49-F238E27FC236}">
                  <a16:creationId xmlns:a16="http://schemas.microsoft.com/office/drawing/2014/main" id="{B83F713F-D902-0B45-B517-DF736B79B5A5}"/>
                </a:ext>
              </a:extLst>
            </p:cNvPr>
            <p:cNvSpPr/>
            <p:nvPr userDrawn="1"/>
          </p:nvSpPr>
          <p:spPr>
            <a:xfrm>
              <a:off x="8043863" y="4323159"/>
              <a:ext cx="1085851" cy="821769"/>
            </a:xfrm>
            <a:custGeom>
              <a:avLst/>
              <a:gdLst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76516"/>
                <a:gd name="connsiteY0" fmla="*/ 0 h 1288026"/>
                <a:gd name="connsiteX1" fmla="*/ 0 w 1376516"/>
                <a:gd name="connsiteY1" fmla="*/ 1288026 h 1288026"/>
                <a:gd name="connsiteX2" fmla="*/ 1376516 w 1376516"/>
                <a:gd name="connsiteY2" fmla="*/ 0 h 1288026"/>
                <a:gd name="connsiteX3" fmla="*/ 0 w 1376516"/>
                <a:gd name="connsiteY3" fmla="*/ 0 h 1288026"/>
                <a:gd name="connsiteX0" fmla="*/ 0 w 1399231"/>
                <a:gd name="connsiteY0" fmla="*/ 0 h 1324509"/>
                <a:gd name="connsiteX1" fmla="*/ 0 w 1399231"/>
                <a:gd name="connsiteY1" fmla="*/ 1288026 h 1324509"/>
                <a:gd name="connsiteX2" fmla="*/ 796829 w 1399231"/>
                <a:gd name="connsiteY2" fmla="*/ 886426 h 1324509"/>
                <a:gd name="connsiteX3" fmla="*/ 1376516 w 1399231"/>
                <a:gd name="connsiteY3" fmla="*/ 0 h 1324509"/>
                <a:gd name="connsiteX4" fmla="*/ 0 w 1399231"/>
                <a:gd name="connsiteY4" fmla="*/ 0 h 1324509"/>
                <a:gd name="connsiteX0" fmla="*/ 242 w 1399473"/>
                <a:gd name="connsiteY0" fmla="*/ 0 h 1324509"/>
                <a:gd name="connsiteX1" fmla="*/ 0 w 1399473"/>
                <a:gd name="connsiteY1" fmla="*/ 880250 h 1324509"/>
                <a:gd name="connsiteX2" fmla="*/ 242 w 1399473"/>
                <a:gd name="connsiteY2" fmla="*/ 1288026 h 1324509"/>
                <a:gd name="connsiteX3" fmla="*/ 797071 w 1399473"/>
                <a:gd name="connsiteY3" fmla="*/ 886426 h 1324509"/>
                <a:gd name="connsiteX4" fmla="*/ 1376758 w 1399473"/>
                <a:gd name="connsiteY4" fmla="*/ 0 h 1324509"/>
                <a:gd name="connsiteX5" fmla="*/ 242 w 1399473"/>
                <a:gd name="connsiteY5" fmla="*/ 0 h 1324509"/>
                <a:gd name="connsiteX0" fmla="*/ 242 w 1399473"/>
                <a:gd name="connsiteY0" fmla="*/ 0 h 993796"/>
                <a:gd name="connsiteX1" fmla="*/ 0 w 1399473"/>
                <a:gd name="connsiteY1" fmla="*/ 880250 h 993796"/>
                <a:gd name="connsiteX2" fmla="*/ 797071 w 1399473"/>
                <a:gd name="connsiteY2" fmla="*/ 886426 h 993796"/>
                <a:gd name="connsiteX3" fmla="*/ 1376758 w 1399473"/>
                <a:gd name="connsiteY3" fmla="*/ 0 h 993796"/>
                <a:gd name="connsiteX4" fmla="*/ 242 w 1399473"/>
                <a:gd name="connsiteY4" fmla="*/ 0 h 993796"/>
                <a:gd name="connsiteX0" fmla="*/ 242 w 1399473"/>
                <a:gd name="connsiteY0" fmla="*/ 0 h 950627"/>
                <a:gd name="connsiteX1" fmla="*/ 0 w 1399473"/>
                <a:gd name="connsiteY1" fmla="*/ 880250 h 950627"/>
                <a:gd name="connsiteX2" fmla="*/ 797071 w 1399473"/>
                <a:gd name="connsiteY2" fmla="*/ 886426 h 950627"/>
                <a:gd name="connsiteX3" fmla="*/ 1376758 w 1399473"/>
                <a:gd name="connsiteY3" fmla="*/ 0 h 950627"/>
                <a:gd name="connsiteX4" fmla="*/ 242 w 1399473"/>
                <a:gd name="connsiteY4" fmla="*/ 0 h 950627"/>
                <a:gd name="connsiteX0" fmla="*/ 242 w 1399473"/>
                <a:gd name="connsiteY0" fmla="*/ 0 h 886426"/>
                <a:gd name="connsiteX1" fmla="*/ 0 w 1399473"/>
                <a:gd name="connsiteY1" fmla="*/ 880250 h 886426"/>
                <a:gd name="connsiteX2" fmla="*/ 797071 w 1399473"/>
                <a:gd name="connsiteY2" fmla="*/ 886426 h 886426"/>
                <a:gd name="connsiteX3" fmla="*/ 1376758 w 1399473"/>
                <a:gd name="connsiteY3" fmla="*/ 0 h 886426"/>
                <a:gd name="connsiteX4" fmla="*/ 242 w 1399473"/>
                <a:gd name="connsiteY4" fmla="*/ 0 h 886426"/>
                <a:gd name="connsiteX0" fmla="*/ 242 w 1400040"/>
                <a:gd name="connsiteY0" fmla="*/ 0 h 884882"/>
                <a:gd name="connsiteX1" fmla="*/ 0 w 1400040"/>
                <a:gd name="connsiteY1" fmla="*/ 880250 h 884882"/>
                <a:gd name="connsiteX2" fmla="*/ 811563 w 1400040"/>
                <a:gd name="connsiteY2" fmla="*/ 884882 h 884882"/>
                <a:gd name="connsiteX3" fmla="*/ 1376758 w 1400040"/>
                <a:gd name="connsiteY3" fmla="*/ 0 h 884882"/>
                <a:gd name="connsiteX4" fmla="*/ 242 w 1400040"/>
                <a:gd name="connsiteY4" fmla="*/ 0 h 884882"/>
                <a:gd name="connsiteX0" fmla="*/ 242 w 1376758"/>
                <a:gd name="connsiteY0" fmla="*/ 0 h 884882"/>
                <a:gd name="connsiteX1" fmla="*/ 0 w 1376758"/>
                <a:gd name="connsiteY1" fmla="*/ 880250 h 884882"/>
                <a:gd name="connsiteX2" fmla="*/ 811563 w 1376758"/>
                <a:gd name="connsiteY2" fmla="*/ 884882 h 884882"/>
                <a:gd name="connsiteX3" fmla="*/ 1376758 w 1376758"/>
                <a:gd name="connsiteY3" fmla="*/ 0 h 884882"/>
                <a:gd name="connsiteX4" fmla="*/ 242 w 1376758"/>
                <a:gd name="connsiteY4" fmla="*/ 0 h 884882"/>
                <a:gd name="connsiteX0" fmla="*/ 242 w 1376758"/>
                <a:gd name="connsiteY0" fmla="*/ 0 h 884882"/>
                <a:gd name="connsiteX1" fmla="*/ 0 w 1376758"/>
                <a:gd name="connsiteY1" fmla="*/ 880250 h 884882"/>
                <a:gd name="connsiteX2" fmla="*/ 811563 w 1376758"/>
                <a:gd name="connsiteY2" fmla="*/ 884882 h 884882"/>
                <a:gd name="connsiteX3" fmla="*/ 1376758 w 1376758"/>
                <a:gd name="connsiteY3" fmla="*/ 0 h 884882"/>
                <a:gd name="connsiteX4" fmla="*/ 242 w 1376758"/>
                <a:gd name="connsiteY4" fmla="*/ 0 h 884882"/>
                <a:gd name="connsiteX0" fmla="*/ 242 w 1376758"/>
                <a:gd name="connsiteY0" fmla="*/ 0 h 884882"/>
                <a:gd name="connsiteX1" fmla="*/ 0 w 1376758"/>
                <a:gd name="connsiteY1" fmla="*/ 880250 h 884882"/>
                <a:gd name="connsiteX2" fmla="*/ 811563 w 1376758"/>
                <a:gd name="connsiteY2" fmla="*/ 884882 h 884882"/>
                <a:gd name="connsiteX3" fmla="*/ 1376758 w 1376758"/>
                <a:gd name="connsiteY3" fmla="*/ 0 h 884882"/>
                <a:gd name="connsiteX4" fmla="*/ 242 w 1376758"/>
                <a:gd name="connsiteY4" fmla="*/ 0 h 884882"/>
                <a:gd name="connsiteX0" fmla="*/ 242 w 1376758"/>
                <a:gd name="connsiteY0" fmla="*/ 0 h 887970"/>
                <a:gd name="connsiteX1" fmla="*/ 0 w 1376758"/>
                <a:gd name="connsiteY1" fmla="*/ 887970 h 887970"/>
                <a:gd name="connsiteX2" fmla="*/ 811563 w 1376758"/>
                <a:gd name="connsiteY2" fmla="*/ 884882 h 887970"/>
                <a:gd name="connsiteX3" fmla="*/ 1376758 w 1376758"/>
                <a:gd name="connsiteY3" fmla="*/ 0 h 887970"/>
                <a:gd name="connsiteX4" fmla="*/ 242 w 1376758"/>
                <a:gd name="connsiteY4" fmla="*/ 0 h 887970"/>
                <a:gd name="connsiteX0" fmla="*/ 242 w 1376758"/>
                <a:gd name="connsiteY0" fmla="*/ 0 h 887970"/>
                <a:gd name="connsiteX1" fmla="*/ 0 w 1376758"/>
                <a:gd name="connsiteY1" fmla="*/ 887970 h 887970"/>
                <a:gd name="connsiteX2" fmla="*/ 807940 w 1376758"/>
                <a:gd name="connsiteY2" fmla="*/ 887970 h 887970"/>
                <a:gd name="connsiteX3" fmla="*/ 1376758 w 1376758"/>
                <a:gd name="connsiteY3" fmla="*/ 0 h 887970"/>
                <a:gd name="connsiteX4" fmla="*/ 242 w 1376758"/>
                <a:gd name="connsiteY4" fmla="*/ 0 h 88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6758" h="887970">
                  <a:moveTo>
                    <a:pt x="242" y="0"/>
                  </a:moveTo>
                  <a:cubicBezTo>
                    <a:pt x="161" y="293417"/>
                    <a:pt x="81" y="594553"/>
                    <a:pt x="0" y="887970"/>
                  </a:cubicBezTo>
                  <a:lnTo>
                    <a:pt x="807940" y="887970"/>
                  </a:lnTo>
                  <a:cubicBezTo>
                    <a:pt x="1064531" y="684106"/>
                    <a:pt x="1308485" y="289772"/>
                    <a:pt x="1376758" y="0"/>
                  </a:cubicBezTo>
                  <a:lnTo>
                    <a:pt x="24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</p:grpSp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E23D8EC-B8DB-EA44-A35B-97C753292CD0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73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Geometr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6FDB018-EB07-437A-AD43-F2DFB5A58DD6}"/>
              </a:ext>
            </a:extLst>
          </p:cNvPr>
          <p:cNvGrpSpPr/>
          <p:nvPr userDrawn="1"/>
        </p:nvGrpSpPr>
        <p:grpSpPr>
          <a:xfrm>
            <a:off x="9133839" y="1"/>
            <a:ext cx="3066227" cy="6858001"/>
            <a:chOff x="9133839" y="0"/>
            <a:chExt cx="3066226" cy="685800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58CD73A-D1A7-43C8-A837-0CFC4086860D}"/>
                </a:ext>
              </a:extLst>
            </p:cNvPr>
            <p:cNvSpPr/>
            <p:nvPr userDrawn="1"/>
          </p:nvSpPr>
          <p:spPr>
            <a:xfrm>
              <a:off x="9133839" y="0"/>
              <a:ext cx="3058161" cy="6858001"/>
            </a:xfrm>
            <a:prstGeom prst="rect">
              <a:avLst/>
            </a:prstGeom>
            <a:solidFill>
              <a:srgbClr val="78BE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18C87B8-CAE7-4F62-8315-70C4F457339C}"/>
                </a:ext>
              </a:extLst>
            </p:cNvPr>
            <p:cNvSpPr/>
            <p:nvPr userDrawn="1"/>
          </p:nvSpPr>
          <p:spPr>
            <a:xfrm>
              <a:off x="11604191" y="6353913"/>
              <a:ext cx="488403" cy="488403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fld id="{CA5ED260-20AD-45AD-AFCA-6B0DE0811A5D}" type="slidenum">
                <a:rPr lang="en-US" sz="1600" smtClean="0">
                  <a:solidFill>
                    <a:schemeClr val="bg1"/>
                  </a:solidFill>
                  <a:latin typeface="Overpass" panose="02000803030000020004" pitchFamily="2" charset="0"/>
                </a:rPr>
                <a:t>‹#›</a:t>
              </a:fld>
              <a:endParaRPr lang="en-US" sz="1600">
                <a:solidFill>
                  <a:schemeClr val="bg1"/>
                </a:solidFill>
                <a:latin typeface="Overpass" panose="0200080303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477B1A8-9FEC-4D77-90D3-555FC958C0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33286" y="6463061"/>
              <a:ext cx="1376886" cy="270106"/>
            </a:xfrm>
            <a:prstGeom prst="rect">
              <a:avLst/>
            </a:prstGeom>
          </p:spPr>
        </p:pic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4261BC3-76BE-4E3F-8F4F-D3F4A5E70CA9}"/>
                </a:ext>
              </a:extLst>
            </p:cNvPr>
            <p:cNvSpPr/>
            <p:nvPr userDrawn="1"/>
          </p:nvSpPr>
          <p:spPr>
            <a:xfrm>
              <a:off x="10874477" y="0"/>
              <a:ext cx="1325588" cy="2900516"/>
            </a:xfrm>
            <a:custGeom>
              <a:avLst/>
              <a:gdLst>
                <a:gd name="connsiteX0" fmla="*/ 0 w 1307691"/>
                <a:gd name="connsiteY0" fmla="*/ 0 h 2900516"/>
                <a:gd name="connsiteX1" fmla="*/ 0 w 1307691"/>
                <a:gd name="connsiteY1" fmla="*/ 2900516 h 2900516"/>
                <a:gd name="connsiteX2" fmla="*/ 1307691 w 1307691"/>
                <a:gd name="connsiteY2" fmla="*/ 2900516 h 290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07691" h="2900516">
                  <a:moveTo>
                    <a:pt x="0" y="0"/>
                  </a:moveTo>
                  <a:lnTo>
                    <a:pt x="0" y="2900516"/>
                  </a:lnTo>
                  <a:lnTo>
                    <a:pt x="1307691" y="2900516"/>
                  </a:lnTo>
                </a:path>
              </a:pathLst>
            </a:custGeom>
            <a:noFill/>
            <a:ln w="165100">
              <a:solidFill>
                <a:srgbClr val="AFD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A4F5189-34CF-4805-B5CF-AF25D8CA0D1D}"/>
                </a:ext>
              </a:extLst>
            </p:cNvPr>
            <p:cNvSpPr/>
            <p:nvPr userDrawn="1"/>
          </p:nvSpPr>
          <p:spPr>
            <a:xfrm>
              <a:off x="10247339" y="0"/>
              <a:ext cx="1952725" cy="3549445"/>
            </a:xfrm>
            <a:custGeom>
              <a:avLst/>
              <a:gdLst>
                <a:gd name="connsiteX0" fmla="*/ 0 w 1307691"/>
                <a:gd name="connsiteY0" fmla="*/ 0 h 2900516"/>
                <a:gd name="connsiteX1" fmla="*/ 0 w 1307691"/>
                <a:gd name="connsiteY1" fmla="*/ 2900516 h 2900516"/>
                <a:gd name="connsiteX2" fmla="*/ 1307691 w 1307691"/>
                <a:gd name="connsiteY2" fmla="*/ 2900516 h 290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07691" h="2900516">
                  <a:moveTo>
                    <a:pt x="0" y="0"/>
                  </a:moveTo>
                  <a:lnTo>
                    <a:pt x="0" y="2900516"/>
                  </a:lnTo>
                  <a:lnTo>
                    <a:pt x="1307691" y="2900516"/>
                  </a:lnTo>
                </a:path>
              </a:pathLst>
            </a:custGeom>
            <a:noFill/>
            <a:ln w="165100">
              <a:solidFill>
                <a:srgbClr val="AFD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0202722-111D-40DF-BEDF-956FA02961AB}"/>
                </a:ext>
              </a:extLst>
            </p:cNvPr>
            <p:cNvSpPr/>
            <p:nvPr userDrawn="1"/>
          </p:nvSpPr>
          <p:spPr>
            <a:xfrm>
              <a:off x="9593494" y="0"/>
              <a:ext cx="2606571" cy="4261918"/>
            </a:xfrm>
            <a:custGeom>
              <a:avLst/>
              <a:gdLst>
                <a:gd name="connsiteX0" fmla="*/ 0 w 1307691"/>
                <a:gd name="connsiteY0" fmla="*/ 0 h 2900516"/>
                <a:gd name="connsiteX1" fmla="*/ 0 w 1307691"/>
                <a:gd name="connsiteY1" fmla="*/ 2900516 h 2900516"/>
                <a:gd name="connsiteX2" fmla="*/ 1307691 w 1307691"/>
                <a:gd name="connsiteY2" fmla="*/ 2900516 h 290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07691" h="2900516">
                  <a:moveTo>
                    <a:pt x="0" y="0"/>
                  </a:moveTo>
                  <a:lnTo>
                    <a:pt x="0" y="2900516"/>
                  </a:lnTo>
                  <a:lnTo>
                    <a:pt x="1307691" y="2900516"/>
                  </a:lnTo>
                </a:path>
              </a:pathLst>
            </a:custGeom>
            <a:noFill/>
            <a:ln w="165100">
              <a:solidFill>
                <a:srgbClr val="AFD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CC3CB25-3C7B-45A2-93E7-31FEE3F5D1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144237" y="5024284"/>
              <a:ext cx="3055828" cy="0"/>
            </a:xfrm>
            <a:prstGeom prst="line">
              <a:avLst/>
            </a:prstGeom>
            <a:noFill/>
            <a:ln w="165100">
              <a:solidFill>
                <a:srgbClr val="AFD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F3BA8BB-5494-43A3-AA5C-8FE74BC73162}"/>
                </a:ext>
              </a:extLst>
            </p:cNvPr>
            <p:cNvSpPr/>
            <p:nvPr userDrawn="1"/>
          </p:nvSpPr>
          <p:spPr>
            <a:xfrm>
              <a:off x="11400380" y="0"/>
              <a:ext cx="791620" cy="806246"/>
            </a:xfrm>
            <a:custGeom>
              <a:avLst/>
              <a:gdLst>
                <a:gd name="connsiteX0" fmla="*/ 825910 w 825910"/>
                <a:gd name="connsiteY0" fmla="*/ 806246 h 806246"/>
                <a:gd name="connsiteX1" fmla="*/ 825910 w 825910"/>
                <a:gd name="connsiteY1" fmla="*/ 0 h 806246"/>
                <a:gd name="connsiteX2" fmla="*/ 0 w 825910"/>
                <a:gd name="connsiteY2" fmla="*/ 0 h 806246"/>
                <a:gd name="connsiteX3" fmla="*/ 825910 w 825910"/>
                <a:gd name="connsiteY3" fmla="*/ 806246 h 806246"/>
                <a:gd name="connsiteX0" fmla="*/ 825910 w 825910"/>
                <a:gd name="connsiteY0" fmla="*/ 806246 h 806246"/>
                <a:gd name="connsiteX1" fmla="*/ 825910 w 825910"/>
                <a:gd name="connsiteY1" fmla="*/ 0 h 806246"/>
                <a:gd name="connsiteX2" fmla="*/ 0 w 825910"/>
                <a:gd name="connsiteY2" fmla="*/ 0 h 806246"/>
                <a:gd name="connsiteX3" fmla="*/ 825910 w 825910"/>
                <a:gd name="connsiteY3" fmla="*/ 806246 h 806246"/>
                <a:gd name="connsiteX0" fmla="*/ 764950 w 764950"/>
                <a:gd name="connsiteY0" fmla="*/ 806246 h 806246"/>
                <a:gd name="connsiteX1" fmla="*/ 764950 w 764950"/>
                <a:gd name="connsiteY1" fmla="*/ 0 h 806246"/>
                <a:gd name="connsiteX2" fmla="*/ 0 w 764950"/>
                <a:gd name="connsiteY2" fmla="*/ 0 h 806246"/>
                <a:gd name="connsiteX3" fmla="*/ 764950 w 76495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1620" h="806246">
                  <a:moveTo>
                    <a:pt x="791620" y="806246"/>
                  </a:moveTo>
                  <a:lnTo>
                    <a:pt x="791620" y="0"/>
                  </a:lnTo>
                  <a:lnTo>
                    <a:pt x="0" y="0"/>
                  </a:lnTo>
                  <a:cubicBezTo>
                    <a:pt x="275303" y="327804"/>
                    <a:pt x="510602" y="564167"/>
                    <a:pt x="791620" y="806246"/>
                  </a:cubicBezTo>
                  <a:close/>
                </a:path>
              </a:pathLst>
            </a:custGeom>
            <a:solidFill>
              <a:srgbClr val="AFD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4D27DAF-F03F-4242-9A9B-337D323AD409}"/>
                </a:ext>
              </a:extLst>
            </p:cNvPr>
            <p:cNvSpPr/>
            <p:nvPr userDrawn="1"/>
          </p:nvSpPr>
          <p:spPr>
            <a:xfrm rot="5400000">
              <a:off x="10106977" y="4772977"/>
              <a:ext cx="1156335" cy="3013710"/>
            </a:xfrm>
            <a:custGeom>
              <a:avLst/>
              <a:gdLst>
                <a:gd name="connsiteX0" fmla="*/ 825910 w 825910"/>
                <a:gd name="connsiteY0" fmla="*/ 806246 h 806246"/>
                <a:gd name="connsiteX1" fmla="*/ 825910 w 825910"/>
                <a:gd name="connsiteY1" fmla="*/ 0 h 806246"/>
                <a:gd name="connsiteX2" fmla="*/ 0 w 825910"/>
                <a:gd name="connsiteY2" fmla="*/ 0 h 806246"/>
                <a:gd name="connsiteX3" fmla="*/ 825910 w 825910"/>
                <a:gd name="connsiteY3" fmla="*/ 806246 h 806246"/>
                <a:gd name="connsiteX0" fmla="*/ 825910 w 825910"/>
                <a:gd name="connsiteY0" fmla="*/ 806246 h 806246"/>
                <a:gd name="connsiteX1" fmla="*/ 825910 w 825910"/>
                <a:gd name="connsiteY1" fmla="*/ 0 h 806246"/>
                <a:gd name="connsiteX2" fmla="*/ 0 w 825910"/>
                <a:gd name="connsiteY2" fmla="*/ 0 h 806246"/>
                <a:gd name="connsiteX3" fmla="*/ 825910 w 825910"/>
                <a:gd name="connsiteY3" fmla="*/ 806246 h 806246"/>
                <a:gd name="connsiteX0" fmla="*/ 764950 w 764950"/>
                <a:gd name="connsiteY0" fmla="*/ 806246 h 806246"/>
                <a:gd name="connsiteX1" fmla="*/ 764950 w 764950"/>
                <a:gd name="connsiteY1" fmla="*/ 0 h 806246"/>
                <a:gd name="connsiteX2" fmla="*/ 0 w 764950"/>
                <a:gd name="connsiteY2" fmla="*/ 0 h 806246"/>
                <a:gd name="connsiteX3" fmla="*/ 764950 w 76495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  <a:gd name="connsiteX0" fmla="*/ 791620 w 791620"/>
                <a:gd name="connsiteY0" fmla="*/ 806246 h 806246"/>
                <a:gd name="connsiteX1" fmla="*/ 791620 w 791620"/>
                <a:gd name="connsiteY1" fmla="*/ 0 h 806246"/>
                <a:gd name="connsiteX2" fmla="*/ 0 w 791620"/>
                <a:gd name="connsiteY2" fmla="*/ 0 h 806246"/>
                <a:gd name="connsiteX3" fmla="*/ 791620 w 791620"/>
                <a:gd name="connsiteY3" fmla="*/ 806246 h 80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1620" h="806246">
                  <a:moveTo>
                    <a:pt x="791620" y="806246"/>
                  </a:moveTo>
                  <a:lnTo>
                    <a:pt x="791620" y="0"/>
                  </a:lnTo>
                  <a:lnTo>
                    <a:pt x="0" y="0"/>
                  </a:lnTo>
                  <a:cubicBezTo>
                    <a:pt x="66641" y="242185"/>
                    <a:pt x="256297" y="519318"/>
                    <a:pt x="791620" y="806246"/>
                  </a:cubicBezTo>
                  <a:close/>
                </a:path>
              </a:pathLst>
            </a:custGeom>
            <a:solidFill>
              <a:srgbClr val="AFD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</p:grpSp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B83DE40-4AB3-4FD2-816E-24F481965196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315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Geometr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F122595-6DE5-4ECF-8D91-705E52632F8C}"/>
              </a:ext>
            </a:extLst>
          </p:cNvPr>
          <p:cNvGrpSpPr/>
          <p:nvPr userDrawn="1"/>
        </p:nvGrpSpPr>
        <p:grpSpPr>
          <a:xfrm>
            <a:off x="10233286" y="6353913"/>
            <a:ext cx="1859309" cy="488403"/>
            <a:chOff x="10233285" y="6353913"/>
            <a:chExt cx="1859309" cy="48840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214E793-854B-423C-A30F-E72939210AE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0233285" y="6463060"/>
              <a:ext cx="1381500" cy="272839"/>
              <a:chOff x="13039725" y="3148013"/>
              <a:chExt cx="4814888" cy="950913"/>
            </a:xfrm>
            <a:solidFill>
              <a:schemeClr val="bg1"/>
            </a:solidFill>
          </p:grpSpPr>
          <p:sp>
            <p:nvSpPr>
              <p:cNvPr id="42" name="Freeform 6">
                <a:extLst>
                  <a:ext uri="{FF2B5EF4-FFF2-40B4-BE49-F238E27FC236}">
                    <a16:creationId xmlns:a16="http://schemas.microsoft.com/office/drawing/2014/main" id="{97175897-3F1F-45B1-A602-8D687D2AC6A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3039725" y="3162300"/>
                <a:ext cx="744538" cy="920750"/>
              </a:xfrm>
              <a:custGeom>
                <a:avLst/>
                <a:gdLst>
                  <a:gd name="T0" fmla="*/ 505 w 647"/>
                  <a:gd name="T1" fmla="*/ 798 h 798"/>
                  <a:gd name="T2" fmla="*/ 212 w 647"/>
                  <a:gd name="T3" fmla="*/ 363 h 798"/>
                  <a:gd name="T4" fmla="*/ 180 w 647"/>
                  <a:gd name="T5" fmla="*/ 314 h 798"/>
                  <a:gd name="T6" fmla="*/ 156 w 647"/>
                  <a:gd name="T7" fmla="*/ 273 h 798"/>
                  <a:gd name="T8" fmla="*/ 156 w 647"/>
                  <a:gd name="T9" fmla="*/ 306 h 798"/>
                  <a:gd name="T10" fmla="*/ 157 w 647"/>
                  <a:gd name="T11" fmla="*/ 355 h 798"/>
                  <a:gd name="T12" fmla="*/ 158 w 647"/>
                  <a:gd name="T13" fmla="*/ 405 h 798"/>
                  <a:gd name="T14" fmla="*/ 158 w 647"/>
                  <a:gd name="T15" fmla="*/ 447 h 798"/>
                  <a:gd name="T16" fmla="*/ 158 w 647"/>
                  <a:gd name="T17" fmla="*/ 798 h 798"/>
                  <a:gd name="T18" fmla="*/ 0 w 647"/>
                  <a:gd name="T19" fmla="*/ 798 h 798"/>
                  <a:gd name="T20" fmla="*/ 0 w 647"/>
                  <a:gd name="T21" fmla="*/ 0 h 798"/>
                  <a:gd name="T22" fmla="*/ 154 w 647"/>
                  <a:gd name="T23" fmla="*/ 0 h 798"/>
                  <a:gd name="T24" fmla="*/ 435 w 647"/>
                  <a:gd name="T25" fmla="*/ 422 h 798"/>
                  <a:gd name="T26" fmla="*/ 467 w 647"/>
                  <a:gd name="T27" fmla="*/ 471 h 798"/>
                  <a:gd name="T28" fmla="*/ 491 w 647"/>
                  <a:gd name="T29" fmla="*/ 512 h 798"/>
                  <a:gd name="T30" fmla="*/ 491 w 647"/>
                  <a:gd name="T31" fmla="*/ 479 h 798"/>
                  <a:gd name="T32" fmla="*/ 490 w 647"/>
                  <a:gd name="T33" fmla="*/ 431 h 798"/>
                  <a:gd name="T34" fmla="*/ 489 w 647"/>
                  <a:gd name="T35" fmla="*/ 380 h 798"/>
                  <a:gd name="T36" fmla="*/ 489 w 647"/>
                  <a:gd name="T37" fmla="*/ 338 h 798"/>
                  <a:gd name="T38" fmla="*/ 489 w 647"/>
                  <a:gd name="T39" fmla="*/ 0 h 798"/>
                  <a:gd name="T40" fmla="*/ 647 w 647"/>
                  <a:gd name="T41" fmla="*/ 0 h 798"/>
                  <a:gd name="T42" fmla="*/ 647 w 647"/>
                  <a:gd name="T43" fmla="*/ 798 h 798"/>
                  <a:gd name="T44" fmla="*/ 505 w 647"/>
                  <a:gd name="T45" fmla="*/ 798 h 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47" h="798">
                    <a:moveTo>
                      <a:pt x="505" y="798"/>
                    </a:moveTo>
                    <a:cubicBezTo>
                      <a:pt x="212" y="363"/>
                      <a:pt x="212" y="363"/>
                      <a:pt x="212" y="363"/>
                    </a:cubicBezTo>
                    <a:cubicBezTo>
                      <a:pt x="202" y="348"/>
                      <a:pt x="191" y="331"/>
                      <a:pt x="180" y="314"/>
                    </a:cubicBezTo>
                    <a:cubicBezTo>
                      <a:pt x="169" y="297"/>
                      <a:pt x="161" y="283"/>
                      <a:pt x="156" y="273"/>
                    </a:cubicBezTo>
                    <a:cubicBezTo>
                      <a:pt x="156" y="280"/>
                      <a:pt x="156" y="291"/>
                      <a:pt x="156" y="306"/>
                    </a:cubicBezTo>
                    <a:cubicBezTo>
                      <a:pt x="157" y="321"/>
                      <a:pt x="157" y="337"/>
                      <a:pt x="157" y="355"/>
                    </a:cubicBezTo>
                    <a:cubicBezTo>
                      <a:pt x="157" y="372"/>
                      <a:pt x="157" y="388"/>
                      <a:pt x="158" y="405"/>
                    </a:cubicBezTo>
                    <a:cubicBezTo>
                      <a:pt x="158" y="422"/>
                      <a:pt x="158" y="436"/>
                      <a:pt x="158" y="447"/>
                    </a:cubicBezTo>
                    <a:cubicBezTo>
                      <a:pt x="158" y="798"/>
                      <a:pt x="158" y="798"/>
                      <a:pt x="158" y="798"/>
                    </a:cubicBezTo>
                    <a:cubicBezTo>
                      <a:pt x="0" y="798"/>
                      <a:pt x="0" y="798"/>
                      <a:pt x="0" y="79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435" y="422"/>
                      <a:pt x="435" y="422"/>
                      <a:pt x="435" y="422"/>
                    </a:cubicBezTo>
                    <a:cubicBezTo>
                      <a:pt x="445" y="437"/>
                      <a:pt x="456" y="453"/>
                      <a:pt x="467" y="471"/>
                    </a:cubicBezTo>
                    <a:cubicBezTo>
                      <a:pt x="478" y="488"/>
                      <a:pt x="486" y="502"/>
                      <a:pt x="491" y="512"/>
                    </a:cubicBezTo>
                    <a:cubicBezTo>
                      <a:pt x="491" y="505"/>
                      <a:pt x="491" y="493"/>
                      <a:pt x="491" y="479"/>
                    </a:cubicBezTo>
                    <a:cubicBezTo>
                      <a:pt x="490" y="464"/>
                      <a:pt x="490" y="448"/>
                      <a:pt x="490" y="431"/>
                    </a:cubicBezTo>
                    <a:cubicBezTo>
                      <a:pt x="490" y="414"/>
                      <a:pt x="490" y="397"/>
                      <a:pt x="489" y="380"/>
                    </a:cubicBezTo>
                    <a:cubicBezTo>
                      <a:pt x="489" y="363"/>
                      <a:pt x="489" y="349"/>
                      <a:pt x="489" y="338"/>
                    </a:cubicBezTo>
                    <a:cubicBezTo>
                      <a:pt x="489" y="0"/>
                      <a:pt x="489" y="0"/>
                      <a:pt x="489" y="0"/>
                    </a:cubicBezTo>
                    <a:cubicBezTo>
                      <a:pt x="647" y="0"/>
                      <a:pt x="647" y="0"/>
                      <a:pt x="647" y="0"/>
                    </a:cubicBezTo>
                    <a:cubicBezTo>
                      <a:pt x="647" y="798"/>
                      <a:pt x="647" y="798"/>
                      <a:pt x="647" y="798"/>
                    </a:cubicBezTo>
                    <a:lnTo>
                      <a:pt x="505" y="79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43" name="Freeform 7">
                <a:extLst>
                  <a:ext uri="{FF2B5EF4-FFF2-40B4-BE49-F238E27FC236}">
                    <a16:creationId xmlns:a16="http://schemas.microsoft.com/office/drawing/2014/main" id="{3A02C23D-28D2-4D69-B39D-9AF21B56693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4989175" y="3162300"/>
                <a:ext cx="744538" cy="920750"/>
              </a:xfrm>
              <a:custGeom>
                <a:avLst/>
                <a:gdLst>
                  <a:gd name="T0" fmla="*/ 608 w 647"/>
                  <a:gd name="T1" fmla="*/ 401 h 798"/>
                  <a:gd name="T2" fmla="*/ 647 w 647"/>
                  <a:gd name="T3" fmla="*/ 253 h 798"/>
                  <a:gd name="T4" fmla="*/ 625 w 647"/>
                  <a:gd name="T5" fmla="*/ 142 h 798"/>
                  <a:gd name="T6" fmla="*/ 565 w 647"/>
                  <a:gd name="T7" fmla="*/ 63 h 798"/>
                  <a:gd name="T8" fmla="*/ 478 w 647"/>
                  <a:gd name="T9" fmla="*/ 15 h 798"/>
                  <a:gd name="T10" fmla="*/ 372 w 647"/>
                  <a:gd name="T11" fmla="*/ 0 h 798"/>
                  <a:gd name="T12" fmla="*/ 0 w 647"/>
                  <a:gd name="T13" fmla="*/ 0 h 798"/>
                  <a:gd name="T14" fmla="*/ 0 w 647"/>
                  <a:gd name="T15" fmla="*/ 798 h 798"/>
                  <a:gd name="T16" fmla="*/ 158 w 647"/>
                  <a:gd name="T17" fmla="*/ 798 h 798"/>
                  <a:gd name="T18" fmla="*/ 158 w 647"/>
                  <a:gd name="T19" fmla="*/ 511 h 798"/>
                  <a:gd name="T20" fmla="*/ 320 w 647"/>
                  <a:gd name="T21" fmla="*/ 511 h 798"/>
                  <a:gd name="T22" fmla="*/ 462 w 647"/>
                  <a:gd name="T23" fmla="*/ 798 h 798"/>
                  <a:gd name="T24" fmla="*/ 647 w 647"/>
                  <a:gd name="T25" fmla="*/ 798 h 798"/>
                  <a:gd name="T26" fmla="*/ 494 w 647"/>
                  <a:gd name="T27" fmla="*/ 488 h 798"/>
                  <a:gd name="T28" fmla="*/ 608 w 647"/>
                  <a:gd name="T29" fmla="*/ 401 h 798"/>
                  <a:gd name="T30" fmla="*/ 368 w 647"/>
                  <a:gd name="T31" fmla="*/ 360 h 798"/>
                  <a:gd name="T32" fmla="*/ 158 w 647"/>
                  <a:gd name="T33" fmla="*/ 360 h 798"/>
                  <a:gd name="T34" fmla="*/ 158 w 647"/>
                  <a:gd name="T35" fmla="*/ 156 h 798"/>
                  <a:gd name="T36" fmla="*/ 368 w 647"/>
                  <a:gd name="T37" fmla="*/ 156 h 798"/>
                  <a:gd name="T38" fmla="*/ 452 w 647"/>
                  <a:gd name="T39" fmla="*/ 180 h 798"/>
                  <a:gd name="T40" fmla="*/ 482 w 647"/>
                  <a:gd name="T41" fmla="*/ 257 h 798"/>
                  <a:gd name="T42" fmla="*/ 368 w 647"/>
                  <a:gd name="T43" fmla="*/ 360 h 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47" h="798">
                    <a:moveTo>
                      <a:pt x="608" y="401"/>
                    </a:moveTo>
                    <a:cubicBezTo>
                      <a:pt x="634" y="363"/>
                      <a:pt x="647" y="313"/>
                      <a:pt x="647" y="253"/>
                    </a:cubicBezTo>
                    <a:cubicBezTo>
                      <a:pt x="647" y="211"/>
                      <a:pt x="639" y="174"/>
                      <a:pt x="625" y="142"/>
                    </a:cubicBezTo>
                    <a:cubicBezTo>
                      <a:pt x="610" y="111"/>
                      <a:pt x="591" y="84"/>
                      <a:pt x="565" y="63"/>
                    </a:cubicBezTo>
                    <a:cubicBezTo>
                      <a:pt x="540" y="42"/>
                      <a:pt x="511" y="26"/>
                      <a:pt x="478" y="15"/>
                    </a:cubicBezTo>
                    <a:cubicBezTo>
                      <a:pt x="444" y="5"/>
                      <a:pt x="409" y="0"/>
                      <a:pt x="37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98"/>
                      <a:pt x="0" y="798"/>
                      <a:pt x="0" y="798"/>
                    </a:cubicBezTo>
                    <a:cubicBezTo>
                      <a:pt x="158" y="798"/>
                      <a:pt x="158" y="798"/>
                      <a:pt x="158" y="798"/>
                    </a:cubicBezTo>
                    <a:cubicBezTo>
                      <a:pt x="158" y="511"/>
                      <a:pt x="158" y="511"/>
                      <a:pt x="158" y="511"/>
                    </a:cubicBezTo>
                    <a:cubicBezTo>
                      <a:pt x="320" y="511"/>
                      <a:pt x="320" y="511"/>
                      <a:pt x="320" y="511"/>
                    </a:cubicBezTo>
                    <a:cubicBezTo>
                      <a:pt x="462" y="798"/>
                      <a:pt x="462" y="798"/>
                      <a:pt x="462" y="798"/>
                    </a:cubicBezTo>
                    <a:cubicBezTo>
                      <a:pt x="647" y="798"/>
                      <a:pt x="647" y="798"/>
                      <a:pt x="647" y="798"/>
                    </a:cubicBezTo>
                    <a:cubicBezTo>
                      <a:pt x="494" y="488"/>
                      <a:pt x="494" y="488"/>
                      <a:pt x="494" y="488"/>
                    </a:cubicBezTo>
                    <a:cubicBezTo>
                      <a:pt x="545" y="468"/>
                      <a:pt x="583" y="439"/>
                      <a:pt x="608" y="401"/>
                    </a:cubicBezTo>
                    <a:close/>
                    <a:moveTo>
                      <a:pt x="368" y="360"/>
                    </a:moveTo>
                    <a:cubicBezTo>
                      <a:pt x="158" y="360"/>
                      <a:pt x="158" y="360"/>
                      <a:pt x="158" y="360"/>
                    </a:cubicBezTo>
                    <a:cubicBezTo>
                      <a:pt x="158" y="156"/>
                      <a:pt x="158" y="156"/>
                      <a:pt x="158" y="156"/>
                    </a:cubicBezTo>
                    <a:cubicBezTo>
                      <a:pt x="368" y="156"/>
                      <a:pt x="368" y="156"/>
                      <a:pt x="368" y="156"/>
                    </a:cubicBezTo>
                    <a:cubicBezTo>
                      <a:pt x="404" y="156"/>
                      <a:pt x="432" y="164"/>
                      <a:pt x="452" y="180"/>
                    </a:cubicBezTo>
                    <a:cubicBezTo>
                      <a:pt x="472" y="195"/>
                      <a:pt x="482" y="221"/>
                      <a:pt x="482" y="257"/>
                    </a:cubicBezTo>
                    <a:cubicBezTo>
                      <a:pt x="482" y="326"/>
                      <a:pt x="444" y="360"/>
                      <a:pt x="368" y="36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44" name="Freeform 8">
                <a:extLst>
                  <a:ext uri="{FF2B5EF4-FFF2-40B4-BE49-F238E27FC236}">
                    <a16:creationId xmlns:a16="http://schemas.microsoft.com/office/drawing/2014/main" id="{D33D543C-CD67-4FDD-967E-759B45FC521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5878175" y="3162300"/>
                <a:ext cx="744538" cy="920750"/>
              </a:xfrm>
              <a:custGeom>
                <a:avLst/>
                <a:gdLst>
                  <a:gd name="T0" fmla="*/ 616 w 647"/>
                  <a:gd name="T1" fmla="*/ 214 h 798"/>
                  <a:gd name="T2" fmla="*/ 533 w 647"/>
                  <a:gd name="T3" fmla="*/ 90 h 798"/>
                  <a:gd name="T4" fmla="*/ 408 w 647"/>
                  <a:gd name="T5" fmla="*/ 21 h 798"/>
                  <a:gd name="T6" fmla="*/ 250 w 647"/>
                  <a:gd name="T7" fmla="*/ 0 h 798"/>
                  <a:gd name="T8" fmla="*/ 0 w 647"/>
                  <a:gd name="T9" fmla="*/ 0 h 798"/>
                  <a:gd name="T10" fmla="*/ 0 w 647"/>
                  <a:gd name="T11" fmla="*/ 798 h 798"/>
                  <a:gd name="T12" fmla="*/ 238 w 647"/>
                  <a:gd name="T13" fmla="*/ 798 h 798"/>
                  <a:gd name="T14" fmla="*/ 388 w 647"/>
                  <a:gd name="T15" fmla="*/ 776 h 798"/>
                  <a:gd name="T16" fmla="*/ 519 w 647"/>
                  <a:gd name="T17" fmla="*/ 704 h 798"/>
                  <a:gd name="T18" fmla="*/ 612 w 647"/>
                  <a:gd name="T19" fmla="*/ 580 h 798"/>
                  <a:gd name="T20" fmla="*/ 647 w 647"/>
                  <a:gd name="T21" fmla="*/ 399 h 798"/>
                  <a:gd name="T22" fmla="*/ 616 w 647"/>
                  <a:gd name="T23" fmla="*/ 214 h 798"/>
                  <a:gd name="T24" fmla="*/ 468 w 647"/>
                  <a:gd name="T25" fmla="*/ 499 h 798"/>
                  <a:gd name="T26" fmla="*/ 423 w 647"/>
                  <a:gd name="T27" fmla="*/ 575 h 798"/>
                  <a:gd name="T28" fmla="*/ 347 w 647"/>
                  <a:gd name="T29" fmla="*/ 625 h 798"/>
                  <a:gd name="T30" fmla="*/ 237 w 647"/>
                  <a:gd name="T31" fmla="*/ 642 h 798"/>
                  <a:gd name="T32" fmla="*/ 158 w 647"/>
                  <a:gd name="T33" fmla="*/ 642 h 798"/>
                  <a:gd name="T34" fmla="*/ 158 w 647"/>
                  <a:gd name="T35" fmla="*/ 156 h 798"/>
                  <a:gd name="T36" fmla="*/ 243 w 647"/>
                  <a:gd name="T37" fmla="*/ 156 h 798"/>
                  <a:gd name="T38" fmla="*/ 426 w 647"/>
                  <a:gd name="T39" fmla="*/ 217 h 798"/>
                  <a:gd name="T40" fmla="*/ 482 w 647"/>
                  <a:gd name="T41" fmla="*/ 399 h 798"/>
                  <a:gd name="T42" fmla="*/ 468 w 647"/>
                  <a:gd name="T43" fmla="*/ 499 h 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47" h="798">
                    <a:moveTo>
                      <a:pt x="616" y="214"/>
                    </a:moveTo>
                    <a:cubicBezTo>
                      <a:pt x="596" y="163"/>
                      <a:pt x="568" y="122"/>
                      <a:pt x="533" y="90"/>
                    </a:cubicBezTo>
                    <a:cubicBezTo>
                      <a:pt x="498" y="58"/>
                      <a:pt x="456" y="35"/>
                      <a:pt x="408" y="21"/>
                    </a:cubicBezTo>
                    <a:cubicBezTo>
                      <a:pt x="359" y="7"/>
                      <a:pt x="307" y="0"/>
                      <a:pt x="25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98"/>
                      <a:pt x="0" y="798"/>
                      <a:pt x="0" y="798"/>
                    </a:cubicBezTo>
                    <a:cubicBezTo>
                      <a:pt x="238" y="798"/>
                      <a:pt x="238" y="798"/>
                      <a:pt x="238" y="798"/>
                    </a:cubicBezTo>
                    <a:cubicBezTo>
                      <a:pt x="289" y="798"/>
                      <a:pt x="339" y="791"/>
                      <a:pt x="388" y="776"/>
                    </a:cubicBezTo>
                    <a:cubicBezTo>
                      <a:pt x="437" y="760"/>
                      <a:pt x="481" y="737"/>
                      <a:pt x="519" y="704"/>
                    </a:cubicBezTo>
                    <a:cubicBezTo>
                      <a:pt x="558" y="672"/>
                      <a:pt x="589" y="631"/>
                      <a:pt x="612" y="580"/>
                    </a:cubicBezTo>
                    <a:cubicBezTo>
                      <a:pt x="635" y="529"/>
                      <a:pt x="647" y="469"/>
                      <a:pt x="647" y="399"/>
                    </a:cubicBezTo>
                    <a:cubicBezTo>
                      <a:pt x="647" y="326"/>
                      <a:pt x="637" y="264"/>
                      <a:pt x="616" y="214"/>
                    </a:cubicBezTo>
                    <a:close/>
                    <a:moveTo>
                      <a:pt x="468" y="499"/>
                    </a:moveTo>
                    <a:cubicBezTo>
                      <a:pt x="458" y="529"/>
                      <a:pt x="443" y="554"/>
                      <a:pt x="423" y="575"/>
                    </a:cubicBezTo>
                    <a:cubicBezTo>
                      <a:pt x="403" y="596"/>
                      <a:pt x="378" y="613"/>
                      <a:pt x="347" y="625"/>
                    </a:cubicBezTo>
                    <a:cubicBezTo>
                      <a:pt x="316" y="636"/>
                      <a:pt x="279" y="642"/>
                      <a:pt x="237" y="642"/>
                    </a:cubicBezTo>
                    <a:cubicBezTo>
                      <a:pt x="158" y="642"/>
                      <a:pt x="158" y="642"/>
                      <a:pt x="158" y="642"/>
                    </a:cubicBezTo>
                    <a:cubicBezTo>
                      <a:pt x="158" y="156"/>
                      <a:pt x="158" y="156"/>
                      <a:pt x="158" y="156"/>
                    </a:cubicBezTo>
                    <a:cubicBezTo>
                      <a:pt x="243" y="156"/>
                      <a:pt x="243" y="156"/>
                      <a:pt x="243" y="156"/>
                    </a:cubicBezTo>
                    <a:cubicBezTo>
                      <a:pt x="328" y="156"/>
                      <a:pt x="389" y="177"/>
                      <a:pt x="426" y="217"/>
                    </a:cubicBezTo>
                    <a:cubicBezTo>
                      <a:pt x="464" y="258"/>
                      <a:pt x="482" y="318"/>
                      <a:pt x="482" y="399"/>
                    </a:cubicBezTo>
                    <a:cubicBezTo>
                      <a:pt x="482" y="436"/>
                      <a:pt x="477" y="469"/>
                      <a:pt x="468" y="49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45" name="Rectangle 9">
                <a:extLst>
                  <a:ext uri="{FF2B5EF4-FFF2-40B4-BE49-F238E27FC236}">
                    <a16:creationId xmlns:a16="http://schemas.microsoft.com/office/drawing/2014/main" id="{31D2AFB1-B12E-4158-A053-FB4AD37E4B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6746538" y="3162300"/>
                <a:ext cx="182563" cy="92233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46" name="Freeform 10">
                <a:extLst>
                  <a:ext uri="{FF2B5EF4-FFF2-40B4-BE49-F238E27FC236}">
                    <a16:creationId xmlns:a16="http://schemas.microsoft.com/office/drawing/2014/main" id="{D8F455E1-34D6-43D1-BDEE-70E4E8FD30B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7057688" y="3148013"/>
                <a:ext cx="746125" cy="950913"/>
              </a:xfrm>
              <a:custGeom>
                <a:avLst/>
                <a:gdLst>
                  <a:gd name="T0" fmla="*/ 499 w 647"/>
                  <a:gd name="T1" fmla="*/ 245 h 823"/>
                  <a:gd name="T2" fmla="*/ 442 w 647"/>
                  <a:gd name="T3" fmla="*/ 181 h 823"/>
                  <a:gd name="T4" fmla="*/ 353 w 647"/>
                  <a:gd name="T5" fmla="*/ 158 h 823"/>
                  <a:gd name="T6" fmla="*/ 273 w 647"/>
                  <a:gd name="T7" fmla="*/ 177 h 823"/>
                  <a:gd name="T8" fmla="*/ 213 w 647"/>
                  <a:gd name="T9" fmla="*/ 229 h 823"/>
                  <a:gd name="T10" fmla="*/ 177 w 647"/>
                  <a:gd name="T11" fmla="*/ 309 h 823"/>
                  <a:gd name="T12" fmla="*/ 164 w 647"/>
                  <a:gd name="T13" fmla="*/ 411 h 823"/>
                  <a:gd name="T14" fmla="*/ 177 w 647"/>
                  <a:gd name="T15" fmla="*/ 511 h 823"/>
                  <a:gd name="T16" fmla="*/ 214 w 647"/>
                  <a:gd name="T17" fmla="*/ 592 h 823"/>
                  <a:gd name="T18" fmla="*/ 274 w 647"/>
                  <a:gd name="T19" fmla="*/ 645 h 823"/>
                  <a:gd name="T20" fmla="*/ 354 w 647"/>
                  <a:gd name="T21" fmla="*/ 664 h 823"/>
                  <a:gd name="T22" fmla="*/ 443 w 647"/>
                  <a:gd name="T23" fmla="*/ 641 h 823"/>
                  <a:gd name="T24" fmla="*/ 510 w 647"/>
                  <a:gd name="T25" fmla="*/ 563 h 823"/>
                  <a:gd name="T26" fmla="*/ 645 w 647"/>
                  <a:gd name="T27" fmla="*/ 643 h 823"/>
                  <a:gd name="T28" fmla="*/ 531 w 647"/>
                  <a:gd name="T29" fmla="*/ 776 h 823"/>
                  <a:gd name="T30" fmla="*/ 349 w 647"/>
                  <a:gd name="T31" fmla="*/ 823 h 823"/>
                  <a:gd name="T32" fmla="*/ 207 w 647"/>
                  <a:gd name="T33" fmla="*/ 794 h 823"/>
                  <a:gd name="T34" fmla="*/ 96 w 647"/>
                  <a:gd name="T35" fmla="*/ 711 h 823"/>
                  <a:gd name="T36" fmla="*/ 25 w 647"/>
                  <a:gd name="T37" fmla="*/ 582 h 823"/>
                  <a:gd name="T38" fmla="*/ 0 w 647"/>
                  <a:gd name="T39" fmla="*/ 411 h 823"/>
                  <a:gd name="T40" fmla="*/ 26 w 647"/>
                  <a:gd name="T41" fmla="*/ 244 h 823"/>
                  <a:gd name="T42" fmla="*/ 99 w 647"/>
                  <a:gd name="T43" fmla="*/ 114 h 823"/>
                  <a:gd name="T44" fmla="*/ 211 w 647"/>
                  <a:gd name="T45" fmla="*/ 30 h 823"/>
                  <a:gd name="T46" fmla="*/ 355 w 647"/>
                  <a:gd name="T47" fmla="*/ 0 h 823"/>
                  <a:gd name="T48" fmla="*/ 456 w 647"/>
                  <a:gd name="T49" fmla="*/ 13 h 823"/>
                  <a:gd name="T50" fmla="*/ 538 w 647"/>
                  <a:gd name="T51" fmla="*/ 49 h 823"/>
                  <a:gd name="T52" fmla="*/ 601 w 647"/>
                  <a:gd name="T53" fmla="*/ 105 h 823"/>
                  <a:gd name="T54" fmla="*/ 647 w 647"/>
                  <a:gd name="T55" fmla="*/ 176 h 823"/>
                  <a:gd name="T56" fmla="*/ 499 w 647"/>
                  <a:gd name="T57" fmla="*/ 245 h 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47" h="823">
                    <a:moveTo>
                      <a:pt x="499" y="245"/>
                    </a:moveTo>
                    <a:cubicBezTo>
                      <a:pt x="484" y="217"/>
                      <a:pt x="465" y="196"/>
                      <a:pt x="442" y="181"/>
                    </a:cubicBezTo>
                    <a:cubicBezTo>
                      <a:pt x="419" y="166"/>
                      <a:pt x="389" y="158"/>
                      <a:pt x="353" y="158"/>
                    </a:cubicBezTo>
                    <a:cubicBezTo>
                      <a:pt x="323" y="158"/>
                      <a:pt x="296" y="164"/>
                      <a:pt x="273" y="177"/>
                    </a:cubicBezTo>
                    <a:cubicBezTo>
                      <a:pt x="249" y="189"/>
                      <a:pt x="229" y="207"/>
                      <a:pt x="213" y="229"/>
                    </a:cubicBezTo>
                    <a:cubicBezTo>
                      <a:pt x="197" y="252"/>
                      <a:pt x="185" y="278"/>
                      <a:pt x="177" y="309"/>
                    </a:cubicBezTo>
                    <a:cubicBezTo>
                      <a:pt x="168" y="340"/>
                      <a:pt x="164" y="374"/>
                      <a:pt x="164" y="411"/>
                    </a:cubicBezTo>
                    <a:cubicBezTo>
                      <a:pt x="164" y="447"/>
                      <a:pt x="168" y="480"/>
                      <a:pt x="177" y="511"/>
                    </a:cubicBezTo>
                    <a:cubicBezTo>
                      <a:pt x="185" y="542"/>
                      <a:pt x="198" y="569"/>
                      <a:pt x="214" y="592"/>
                    </a:cubicBezTo>
                    <a:cubicBezTo>
                      <a:pt x="230" y="614"/>
                      <a:pt x="250" y="632"/>
                      <a:pt x="274" y="645"/>
                    </a:cubicBezTo>
                    <a:cubicBezTo>
                      <a:pt x="297" y="658"/>
                      <a:pt x="324" y="664"/>
                      <a:pt x="354" y="664"/>
                    </a:cubicBezTo>
                    <a:cubicBezTo>
                      <a:pt x="390" y="664"/>
                      <a:pt x="420" y="656"/>
                      <a:pt x="443" y="641"/>
                    </a:cubicBezTo>
                    <a:cubicBezTo>
                      <a:pt x="466" y="625"/>
                      <a:pt x="489" y="599"/>
                      <a:pt x="510" y="563"/>
                    </a:cubicBezTo>
                    <a:cubicBezTo>
                      <a:pt x="645" y="643"/>
                      <a:pt x="645" y="643"/>
                      <a:pt x="645" y="643"/>
                    </a:cubicBezTo>
                    <a:cubicBezTo>
                      <a:pt x="617" y="700"/>
                      <a:pt x="579" y="744"/>
                      <a:pt x="531" y="776"/>
                    </a:cubicBezTo>
                    <a:cubicBezTo>
                      <a:pt x="483" y="807"/>
                      <a:pt x="422" y="823"/>
                      <a:pt x="349" y="823"/>
                    </a:cubicBezTo>
                    <a:cubicBezTo>
                      <a:pt x="297" y="823"/>
                      <a:pt x="249" y="813"/>
                      <a:pt x="207" y="794"/>
                    </a:cubicBezTo>
                    <a:cubicBezTo>
                      <a:pt x="164" y="775"/>
                      <a:pt x="127" y="747"/>
                      <a:pt x="96" y="711"/>
                    </a:cubicBezTo>
                    <a:cubicBezTo>
                      <a:pt x="66" y="676"/>
                      <a:pt x="42" y="632"/>
                      <a:pt x="25" y="582"/>
                    </a:cubicBezTo>
                    <a:cubicBezTo>
                      <a:pt x="8" y="531"/>
                      <a:pt x="0" y="474"/>
                      <a:pt x="0" y="411"/>
                    </a:cubicBezTo>
                    <a:cubicBezTo>
                      <a:pt x="0" y="350"/>
                      <a:pt x="9" y="295"/>
                      <a:pt x="26" y="244"/>
                    </a:cubicBezTo>
                    <a:cubicBezTo>
                      <a:pt x="44" y="194"/>
                      <a:pt x="68" y="150"/>
                      <a:pt x="99" y="114"/>
                    </a:cubicBezTo>
                    <a:cubicBezTo>
                      <a:pt x="131" y="78"/>
                      <a:pt x="168" y="50"/>
                      <a:pt x="211" y="30"/>
                    </a:cubicBezTo>
                    <a:cubicBezTo>
                      <a:pt x="254" y="10"/>
                      <a:pt x="302" y="0"/>
                      <a:pt x="355" y="0"/>
                    </a:cubicBezTo>
                    <a:cubicBezTo>
                      <a:pt x="392" y="0"/>
                      <a:pt x="426" y="4"/>
                      <a:pt x="456" y="13"/>
                    </a:cubicBezTo>
                    <a:cubicBezTo>
                      <a:pt x="487" y="21"/>
                      <a:pt x="514" y="34"/>
                      <a:pt x="538" y="49"/>
                    </a:cubicBezTo>
                    <a:cubicBezTo>
                      <a:pt x="562" y="65"/>
                      <a:pt x="583" y="83"/>
                      <a:pt x="601" y="105"/>
                    </a:cubicBezTo>
                    <a:cubicBezTo>
                      <a:pt x="619" y="127"/>
                      <a:pt x="634" y="150"/>
                      <a:pt x="647" y="176"/>
                    </a:cubicBezTo>
                    <a:lnTo>
                      <a:pt x="499" y="24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47" name="Freeform 11">
                <a:extLst>
                  <a:ext uri="{FF2B5EF4-FFF2-40B4-BE49-F238E27FC236}">
                    <a16:creationId xmlns:a16="http://schemas.microsoft.com/office/drawing/2014/main" id="{C5BBE420-E795-4747-89BF-A79F0A553F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3938250" y="3173413"/>
                <a:ext cx="334963" cy="336550"/>
              </a:xfrm>
              <a:custGeom>
                <a:avLst/>
                <a:gdLst>
                  <a:gd name="T0" fmla="*/ 291 w 291"/>
                  <a:gd name="T1" fmla="*/ 0 h 292"/>
                  <a:gd name="T2" fmla="*/ 0 w 291"/>
                  <a:gd name="T3" fmla="*/ 292 h 292"/>
                  <a:gd name="T4" fmla="*/ 291 w 291"/>
                  <a:gd name="T5" fmla="*/ 292 h 292"/>
                  <a:gd name="T6" fmla="*/ 291 w 291"/>
                  <a:gd name="T7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1" h="292">
                    <a:moveTo>
                      <a:pt x="291" y="0"/>
                    </a:moveTo>
                    <a:cubicBezTo>
                      <a:pt x="148" y="37"/>
                      <a:pt x="37" y="149"/>
                      <a:pt x="0" y="292"/>
                    </a:cubicBezTo>
                    <a:cubicBezTo>
                      <a:pt x="291" y="292"/>
                      <a:pt x="291" y="292"/>
                      <a:pt x="291" y="292"/>
                    </a:cubicBezTo>
                    <a:lnTo>
                      <a:pt x="29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48" name="Freeform 12">
                <a:extLst>
                  <a:ext uri="{FF2B5EF4-FFF2-40B4-BE49-F238E27FC236}">
                    <a16:creationId xmlns:a16="http://schemas.microsoft.com/office/drawing/2014/main" id="{97A007DC-A1C8-450D-9014-8D86249AC6E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4509750" y="3173413"/>
                <a:ext cx="334963" cy="336550"/>
              </a:xfrm>
              <a:custGeom>
                <a:avLst/>
                <a:gdLst>
                  <a:gd name="T0" fmla="*/ 292 w 292"/>
                  <a:gd name="T1" fmla="*/ 292 h 292"/>
                  <a:gd name="T2" fmla="*/ 0 w 292"/>
                  <a:gd name="T3" fmla="*/ 0 h 292"/>
                  <a:gd name="T4" fmla="*/ 0 w 292"/>
                  <a:gd name="T5" fmla="*/ 292 h 292"/>
                  <a:gd name="T6" fmla="*/ 292 w 292"/>
                  <a:gd name="T7" fmla="*/ 2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2" h="292">
                    <a:moveTo>
                      <a:pt x="292" y="292"/>
                    </a:moveTo>
                    <a:cubicBezTo>
                      <a:pt x="255" y="149"/>
                      <a:pt x="143" y="37"/>
                      <a:pt x="0" y="0"/>
                    </a:cubicBezTo>
                    <a:cubicBezTo>
                      <a:pt x="0" y="292"/>
                      <a:pt x="0" y="292"/>
                      <a:pt x="0" y="292"/>
                    </a:cubicBezTo>
                    <a:lnTo>
                      <a:pt x="292" y="29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49" name="Freeform 13">
                <a:extLst>
                  <a:ext uri="{FF2B5EF4-FFF2-40B4-BE49-F238E27FC236}">
                    <a16:creationId xmlns:a16="http://schemas.microsoft.com/office/drawing/2014/main" id="{7274162E-0439-43B7-B629-DFF7613696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3938250" y="3746500"/>
                <a:ext cx="334963" cy="336550"/>
              </a:xfrm>
              <a:custGeom>
                <a:avLst/>
                <a:gdLst>
                  <a:gd name="T0" fmla="*/ 0 w 291"/>
                  <a:gd name="T1" fmla="*/ 0 h 292"/>
                  <a:gd name="T2" fmla="*/ 291 w 291"/>
                  <a:gd name="T3" fmla="*/ 292 h 292"/>
                  <a:gd name="T4" fmla="*/ 291 w 291"/>
                  <a:gd name="T5" fmla="*/ 0 h 292"/>
                  <a:gd name="T6" fmla="*/ 0 w 291"/>
                  <a:gd name="T7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1" h="292">
                    <a:moveTo>
                      <a:pt x="0" y="0"/>
                    </a:moveTo>
                    <a:cubicBezTo>
                      <a:pt x="37" y="143"/>
                      <a:pt x="149" y="255"/>
                      <a:pt x="291" y="292"/>
                    </a:cubicBezTo>
                    <a:cubicBezTo>
                      <a:pt x="291" y="0"/>
                      <a:pt x="291" y="0"/>
                      <a:pt x="29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50" name="Freeform 14">
                <a:extLst>
                  <a:ext uri="{FF2B5EF4-FFF2-40B4-BE49-F238E27FC236}">
                    <a16:creationId xmlns:a16="http://schemas.microsoft.com/office/drawing/2014/main" id="{9BB70302-1C78-4CFD-830E-6D38CA3BE87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4509750" y="3746500"/>
                <a:ext cx="334963" cy="336550"/>
              </a:xfrm>
              <a:custGeom>
                <a:avLst/>
                <a:gdLst>
                  <a:gd name="T0" fmla="*/ 292 w 292"/>
                  <a:gd name="T1" fmla="*/ 0 h 292"/>
                  <a:gd name="T2" fmla="*/ 0 w 292"/>
                  <a:gd name="T3" fmla="*/ 0 h 292"/>
                  <a:gd name="T4" fmla="*/ 0 w 292"/>
                  <a:gd name="T5" fmla="*/ 292 h 292"/>
                  <a:gd name="T6" fmla="*/ 292 w 292"/>
                  <a:gd name="T7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2" h="292">
                    <a:moveTo>
                      <a:pt x="29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92"/>
                      <a:pt x="0" y="292"/>
                      <a:pt x="0" y="292"/>
                    </a:cubicBezTo>
                    <a:cubicBezTo>
                      <a:pt x="143" y="255"/>
                      <a:pt x="255" y="143"/>
                      <a:pt x="292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51" name="Freeform 15">
                <a:extLst>
                  <a:ext uri="{FF2B5EF4-FFF2-40B4-BE49-F238E27FC236}">
                    <a16:creationId xmlns:a16="http://schemas.microsoft.com/office/drawing/2014/main" id="{B26BA853-08BF-4C94-9C05-6A117F15EAE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7751425" y="3179763"/>
                <a:ext cx="41275" cy="57150"/>
              </a:xfrm>
              <a:custGeom>
                <a:avLst/>
                <a:gdLst>
                  <a:gd name="T0" fmla="*/ 0 w 26"/>
                  <a:gd name="T1" fmla="*/ 5 h 36"/>
                  <a:gd name="T2" fmla="*/ 10 w 26"/>
                  <a:gd name="T3" fmla="*/ 5 h 36"/>
                  <a:gd name="T4" fmla="*/ 10 w 26"/>
                  <a:gd name="T5" fmla="*/ 36 h 36"/>
                  <a:gd name="T6" fmla="*/ 16 w 26"/>
                  <a:gd name="T7" fmla="*/ 36 h 36"/>
                  <a:gd name="T8" fmla="*/ 16 w 26"/>
                  <a:gd name="T9" fmla="*/ 5 h 36"/>
                  <a:gd name="T10" fmla="*/ 26 w 26"/>
                  <a:gd name="T11" fmla="*/ 5 h 36"/>
                  <a:gd name="T12" fmla="*/ 26 w 26"/>
                  <a:gd name="T13" fmla="*/ 0 h 36"/>
                  <a:gd name="T14" fmla="*/ 0 w 26"/>
                  <a:gd name="T15" fmla="*/ 0 h 36"/>
                  <a:gd name="T16" fmla="*/ 0 w 26"/>
                  <a:gd name="T1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36">
                    <a:moveTo>
                      <a:pt x="0" y="5"/>
                    </a:moveTo>
                    <a:lnTo>
                      <a:pt x="10" y="5"/>
                    </a:lnTo>
                    <a:lnTo>
                      <a:pt x="10" y="36"/>
                    </a:lnTo>
                    <a:lnTo>
                      <a:pt x="16" y="36"/>
                    </a:lnTo>
                    <a:lnTo>
                      <a:pt x="16" y="5"/>
                    </a:lnTo>
                    <a:lnTo>
                      <a:pt x="26" y="5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52" name="Freeform 16">
                <a:extLst>
                  <a:ext uri="{FF2B5EF4-FFF2-40B4-BE49-F238E27FC236}">
                    <a16:creationId xmlns:a16="http://schemas.microsoft.com/office/drawing/2014/main" id="{279CCAAA-C73D-4AA9-B4F0-46222EE266A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7751425" y="3179763"/>
                <a:ext cx="41275" cy="57150"/>
              </a:xfrm>
              <a:custGeom>
                <a:avLst/>
                <a:gdLst>
                  <a:gd name="T0" fmla="*/ 0 w 26"/>
                  <a:gd name="T1" fmla="*/ 5 h 36"/>
                  <a:gd name="T2" fmla="*/ 10 w 26"/>
                  <a:gd name="T3" fmla="*/ 5 h 36"/>
                  <a:gd name="T4" fmla="*/ 10 w 26"/>
                  <a:gd name="T5" fmla="*/ 36 h 36"/>
                  <a:gd name="T6" fmla="*/ 16 w 26"/>
                  <a:gd name="T7" fmla="*/ 36 h 36"/>
                  <a:gd name="T8" fmla="*/ 16 w 26"/>
                  <a:gd name="T9" fmla="*/ 5 h 36"/>
                  <a:gd name="T10" fmla="*/ 26 w 26"/>
                  <a:gd name="T11" fmla="*/ 5 h 36"/>
                  <a:gd name="T12" fmla="*/ 26 w 26"/>
                  <a:gd name="T13" fmla="*/ 0 h 36"/>
                  <a:gd name="T14" fmla="*/ 0 w 26"/>
                  <a:gd name="T1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6">
                    <a:moveTo>
                      <a:pt x="0" y="5"/>
                    </a:moveTo>
                    <a:lnTo>
                      <a:pt x="10" y="5"/>
                    </a:lnTo>
                    <a:lnTo>
                      <a:pt x="10" y="36"/>
                    </a:lnTo>
                    <a:lnTo>
                      <a:pt x="16" y="36"/>
                    </a:lnTo>
                    <a:lnTo>
                      <a:pt x="16" y="5"/>
                    </a:lnTo>
                    <a:lnTo>
                      <a:pt x="26" y="5"/>
                    </a:lnTo>
                    <a:lnTo>
                      <a:pt x="26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53" name="Freeform 17">
                <a:extLst>
                  <a:ext uri="{FF2B5EF4-FFF2-40B4-BE49-F238E27FC236}">
                    <a16:creationId xmlns:a16="http://schemas.microsoft.com/office/drawing/2014/main" id="{3956DB7A-79A1-4E78-A989-12F82E79FB1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7803813" y="3179763"/>
                <a:ext cx="50800" cy="57150"/>
              </a:xfrm>
              <a:custGeom>
                <a:avLst/>
                <a:gdLst>
                  <a:gd name="T0" fmla="*/ 36 w 43"/>
                  <a:gd name="T1" fmla="*/ 49 h 49"/>
                  <a:gd name="T2" fmla="*/ 36 w 43"/>
                  <a:gd name="T3" fmla="*/ 23 h 49"/>
                  <a:gd name="T4" fmla="*/ 36 w 43"/>
                  <a:gd name="T5" fmla="*/ 14 h 49"/>
                  <a:gd name="T6" fmla="*/ 33 w 43"/>
                  <a:gd name="T7" fmla="*/ 22 h 49"/>
                  <a:gd name="T8" fmla="*/ 21 w 43"/>
                  <a:gd name="T9" fmla="*/ 49 h 49"/>
                  <a:gd name="T10" fmla="*/ 10 w 43"/>
                  <a:gd name="T11" fmla="*/ 22 h 49"/>
                  <a:gd name="T12" fmla="*/ 6 w 43"/>
                  <a:gd name="T13" fmla="*/ 14 h 49"/>
                  <a:gd name="T14" fmla="*/ 7 w 43"/>
                  <a:gd name="T15" fmla="*/ 23 h 49"/>
                  <a:gd name="T16" fmla="*/ 7 w 43"/>
                  <a:gd name="T17" fmla="*/ 49 h 49"/>
                  <a:gd name="T18" fmla="*/ 0 w 43"/>
                  <a:gd name="T19" fmla="*/ 49 h 49"/>
                  <a:gd name="T20" fmla="*/ 0 w 43"/>
                  <a:gd name="T21" fmla="*/ 0 h 49"/>
                  <a:gd name="T22" fmla="*/ 7 w 43"/>
                  <a:gd name="T23" fmla="*/ 0 h 49"/>
                  <a:gd name="T24" fmla="*/ 18 w 43"/>
                  <a:gd name="T25" fmla="*/ 26 h 49"/>
                  <a:gd name="T26" fmla="*/ 22 w 43"/>
                  <a:gd name="T27" fmla="*/ 34 h 49"/>
                  <a:gd name="T28" fmla="*/ 25 w 43"/>
                  <a:gd name="T29" fmla="*/ 26 h 49"/>
                  <a:gd name="T30" fmla="*/ 35 w 43"/>
                  <a:gd name="T31" fmla="*/ 0 h 49"/>
                  <a:gd name="T32" fmla="*/ 43 w 43"/>
                  <a:gd name="T33" fmla="*/ 0 h 49"/>
                  <a:gd name="T34" fmla="*/ 43 w 43"/>
                  <a:gd name="T35" fmla="*/ 49 h 49"/>
                  <a:gd name="T36" fmla="*/ 36 w 43"/>
                  <a:gd name="T37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3" h="49">
                    <a:moveTo>
                      <a:pt x="36" y="49"/>
                    </a:moveTo>
                    <a:cubicBezTo>
                      <a:pt x="36" y="23"/>
                      <a:pt x="36" y="23"/>
                      <a:pt x="36" y="23"/>
                    </a:cubicBezTo>
                    <a:cubicBezTo>
                      <a:pt x="36" y="20"/>
                      <a:pt x="36" y="16"/>
                      <a:pt x="36" y="14"/>
                    </a:cubicBezTo>
                    <a:cubicBezTo>
                      <a:pt x="36" y="16"/>
                      <a:pt x="34" y="19"/>
                      <a:pt x="33" y="22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8" y="19"/>
                      <a:pt x="7" y="16"/>
                      <a:pt x="6" y="14"/>
                    </a:cubicBezTo>
                    <a:cubicBezTo>
                      <a:pt x="7" y="16"/>
                      <a:pt x="7" y="20"/>
                      <a:pt x="7" y="23"/>
                    </a:cubicBezTo>
                    <a:cubicBezTo>
                      <a:pt x="7" y="49"/>
                      <a:pt x="7" y="49"/>
                      <a:pt x="7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9" y="29"/>
                      <a:pt x="21" y="32"/>
                      <a:pt x="22" y="34"/>
                    </a:cubicBezTo>
                    <a:cubicBezTo>
                      <a:pt x="22" y="32"/>
                      <a:pt x="24" y="29"/>
                      <a:pt x="25" y="2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49"/>
                      <a:pt x="43" y="49"/>
                      <a:pt x="43" y="49"/>
                    </a:cubicBezTo>
                    <a:lnTo>
                      <a:pt x="36" y="4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D6FBEB9-96CC-483F-A32F-9E7B996645D3}"/>
                </a:ext>
              </a:extLst>
            </p:cNvPr>
            <p:cNvSpPr/>
            <p:nvPr userDrawn="1"/>
          </p:nvSpPr>
          <p:spPr>
            <a:xfrm>
              <a:off x="11604191" y="6353913"/>
              <a:ext cx="488403" cy="488403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fld id="{CA5ED260-20AD-45AD-AFCA-6B0DE0811A5D}" type="slidenum">
                <a:rPr lang="en-US" sz="1600" smtClean="0">
                  <a:solidFill>
                    <a:schemeClr val="bg1"/>
                  </a:solidFill>
                  <a:latin typeface="Overpass" panose="02000803030000020004" pitchFamily="2" charset="0"/>
                </a:rPr>
                <a:t>‹#›</a:t>
              </a:fld>
              <a:endParaRPr lang="en-US" sz="1600">
                <a:solidFill>
                  <a:schemeClr val="bg1"/>
                </a:solidFill>
                <a:latin typeface="Overpass" panose="02000803030000020004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44A66F-B767-4E4D-A572-5BC912B9F0B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33286" y="6463061"/>
            <a:ext cx="1381500" cy="272839"/>
            <a:chOff x="13039725" y="3148013"/>
            <a:chExt cx="4814888" cy="950913"/>
          </a:xfrm>
          <a:solidFill>
            <a:schemeClr val="bg1"/>
          </a:solidFill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21092367-E8C6-E64F-97BD-1EA49403FB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39725" y="3162300"/>
              <a:ext cx="744538" cy="920750"/>
            </a:xfrm>
            <a:custGeom>
              <a:avLst/>
              <a:gdLst>
                <a:gd name="T0" fmla="*/ 505 w 647"/>
                <a:gd name="T1" fmla="*/ 798 h 798"/>
                <a:gd name="T2" fmla="*/ 212 w 647"/>
                <a:gd name="T3" fmla="*/ 363 h 798"/>
                <a:gd name="T4" fmla="*/ 180 w 647"/>
                <a:gd name="T5" fmla="*/ 314 h 798"/>
                <a:gd name="T6" fmla="*/ 156 w 647"/>
                <a:gd name="T7" fmla="*/ 273 h 798"/>
                <a:gd name="T8" fmla="*/ 156 w 647"/>
                <a:gd name="T9" fmla="*/ 306 h 798"/>
                <a:gd name="T10" fmla="*/ 157 w 647"/>
                <a:gd name="T11" fmla="*/ 355 h 798"/>
                <a:gd name="T12" fmla="*/ 158 w 647"/>
                <a:gd name="T13" fmla="*/ 405 h 798"/>
                <a:gd name="T14" fmla="*/ 158 w 647"/>
                <a:gd name="T15" fmla="*/ 447 h 798"/>
                <a:gd name="T16" fmla="*/ 158 w 647"/>
                <a:gd name="T17" fmla="*/ 798 h 798"/>
                <a:gd name="T18" fmla="*/ 0 w 647"/>
                <a:gd name="T19" fmla="*/ 798 h 798"/>
                <a:gd name="T20" fmla="*/ 0 w 647"/>
                <a:gd name="T21" fmla="*/ 0 h 798"/>
                <a:gd name="T22" fmla="*/ 154 w 647"/>
                <a:gd name="T23" fmla="*/ 0 h 798"/>
                <a:gd name="T24" fmla="*/ 435 w 647"/>
                <a:gd name="T25" fmla="*/ 422 h 798"/>
                <a:gd name="T26" fmla="*/ 467 w 647"/>
                <a:gd name="T27" fmla="*/ 471 h 798"/>
                <a:gd name="T28" fmla="*/ 491 w 647"/>
                <a:gd name="T29" fmla="*/ 512 h 798"/>
                <a:gd name="T30" fmla="*/ 491 w 647"/>
                <a:gd name="T31" fmla="*/ 479 h 798"/>
                <a:gd name="T32" fmla="*/ 490 w 647"/>
                <a:gd name="T33" fmla="*/ 431 h 798"/>
                <a:gd name="T34" fmla="*/ 489 w 647"/>
                <a:gd name="T35" fmla="*/ 380 h 798"/>
                <a:gd name="T36" fmla="*/ 489 w 647"/>
                <a:gd name="T37" fmla="*/ 338 h 798"/>
                <a:gd name="T38" fmla="*/ 489 w 647"/>
                <a:gd name="T39" fmla="*/ 0 h 798"/>
                <a:gd name="T40" fmla="*/ 647 w 647"/>
                <a:gd name="T41" fmla="*/ 0 h 798"/>
                <a:gd name="T42" fmla="*/ 647 w 647"/>
                <a:gd name="T43" fmla="*/ 798 h 798"/>
                <a:gd name="T44" fmla="*/ 505 w 647"/>
                <a:gd name="T45" fmla="*/ 798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7" h="798">
                  <a:moveTo>
                    <a:pt x="505" y="798"/>
                  </a:moveTo>
                  <a:cubicBezTo>
                    <a:pt x="212" y="363"/>
                    <a:pt x="212" y="363"/>
                    <a:pt x="212" y="363"/>
                  </a:cubicBezTo>
                  <a:cubicBezTo>
                    <a:pt x="202" y="348"/>
                    <a:pt x="191" y="331"/>
                    <a:pt x="180" y="314"/>
                  </a:cubicBezTo>
                  <a:cubicBezTo>
                    <a:pt x="169" y="297"/>
                    <a:pt x="161" y="283"/>
                    <a:pt x="156" y="273"/>
                  </a:cubicBezTo>
                  <a:cubicBezTo>
                    <a:pt x="156" y="280"/>
                    <a:pt x="156" y="291"/>
                    <a:pt x="156" y="306"/>
                  </a:cubicBezTo>
                  <a:cubicBezTo>
                    <a:pt x="157" y="321"/>
                    <a:pt x="157" y="337"/>
                    <a:pt x="157" y="355"/>
                  </a:cubicBezTo>
                  <a:cubicBezTo>
                    <a:pt x="157" y="372"/>
                    <a:pt x="157" y="388"/>
                    <a:pt x="158" y="405"/>
                  </a:cubicBezTo>
                  <a:cubicBezTo>
                    <a:pt x="158" y="422"/>
                    <a:pt x="158" y="436"/>
                    <a:pt x="158" y="447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435" y="422"/>
                    <a:pt x="435" y="422"/>
                    <a:pt x="435" y="422"/>
                  </a:cubicBezTo>
                  <a:cubicBezTo>
                    <a:pt x="445" y="437"/>
                    <a:pt x="456" y="453"/>
                    <a:pt x="467" y="471"/>
                  </a:cubicBezTo>
                  <a:cubicBezTo>
                    <a:pt x="478" y="488"/>
                    <a:pt x="486" y="502"/>
                    <a:pt x="491" y="512"/>
                  </a:cubicBezTo>
                  <a:cubicBezTo>
                    <a:pt x="491" y="505"/>
                    <a:pt x="491" y="493"/>
                    <a:pt x="491" y="479"/>
                  </a:cubicBezTo>
                  <a:cubicBezTo>
                    <a:pt x="490" y="464"/>
                    <a:pt x="490" y="448"/>
                    <a:pt x="490" y="431"/>
                  </a:cubicBezTo>
                  <a:cubicBezTo>
                    <a:pt x="490" y="414"/>
                    <a:pt x="490" y="397"/>
                    <a:pt x="489" y="380"/>
                  </a:cubicBezTo>
                  <a:cubicBezTo>
                    <a:pt x="489" y="363"/>
                    <a:pt x="489" y="349"/>
                    <a:pt x="489" y="338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647" y="0"/>
                    <a:pt x="647" y="0"/>
                    <a:pt x="647" y="0"/>
                  </a:cubicBezTo>
                  <a:cubicBezTo>
                    <a:pt x="647" y="798"/>
                    <a:pt x="647" y="798"/>
                    <a:pt x="647" y="798"/>
                  </a:cubicBezTo>
                  <a:lnTo>
                    <a:pt x="505" y="79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6273779A-AA97-7240-8800-7916D6579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989175" y="3162300"/>
              <a:ext cx="744538" cy="920750"/>
            </a:xfrm>
            <a:custGeom>
              <a:avLst/>
              <a:gdLst>
                <a:gd name="T0" fmla="*/ 608 w 647"/>
                <a:gd name="T1" fmla="*/ 401 h 798"/>
                <a:gd name="T2" fmla="*/ 647 w 647"/>
                <a:gd name="T3" fmla="*/ 253 h 798"/>
                <a:gd name="T4" fmla="*/ 625 w 647"/>
                <a:gd name="T5" fmla="*/ 142 h 798"/>
                <a:gd name="T6" fmla="*/ 565 w 647"/>
                <a:gd name="T7" fmla="*/ 63 h 798"/>
                <a:gd name="T8" fmla="*/ 478 w 647"/>
                <a:gd name="T9" fmla="*/ 15 h 798"/>
                <a:gd name="T10" fmla="*/ 372 w 647"/>
                <a:gd name="T11" fmla="*/ 0 h 798"/>
                <a:gd name="T12" fmla="*/ 0 w 647"/>
                <a:gd name="T13" fmla="*/ 0 h 798"/>
                <a:gd name="T14" fmla="*/ 0 w 647"/>
                <a:gd name="T15" fmla="*/ 798 h 798"/>
                <a:gd name="T16" fmla="*/ 158 w 647"/>
                <a:gd name="T17" fmla="*/ 798 h 798"/>
                <a:gd name="T18" fmla="*/ 158 w 647"/>
                <a:gd name="T19" fmla="*/ 511 h 798"/>
                <a:gd name="T20" fmla="*/ 320 w 647"/>
                <a:gd name="T21" fmla="*/ 511 h 798"/>
                <a:gd name="T22" fmla="*/ 462 w 647"/>
                <a:gd name="T23" fmla="*/ 798 h 798"/>
                <a:gd name="T24" fmla="*/ 647 w 647"/>
                <a:gd name="T25" fmla="*/ 798 h 798"/>
                <a:gd name="T26" fmla="*/ 494 w 647"/>
                <a:gd name="T27" fmla="*/ 488 h 798"/>
                <a:gd name="T28" fmla="*/ 608 w 647"/>
                <a:gd name="T29" fmla="*/ 401 h 798"/>
                <a:gd name="T30" fmla="*/ 368 w 647"/>
                <a:gd name="T31" fmla="*/ 360 h 798"/>
                <a:gd name="T32" fmla="*/ 158 w 647"/>
                <a:gd name="T33" fmla="*/ 360 h 798"/>
                <a:gd name="T34" fmla="*/ 158 w 647"/>
                <a:gd name="T35" fmla="*/ 156 h 798"/>
                <a:gd name="T36" fmla="*/ 368 w 647"/>
                <a:gd name="T37" fmla="*/ 156 h 798"/>
                <a:gd name="T38" fmla="*/ 452 w 647"/>
                <a:gd name="T39" fmla="*/ 180 h 798"/>
                <a:gd name="T40" fmla="*/ 482 w 647"/>
                <a:gd name="T41" fmla="*/ 257 h 798"/>
                <a:gd name="T42" fmla="*/ 368 w 647"/>
                <a:gd name="T43" fmla="*/ 36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08" y="401"/>
                  </a:moveTo>
                  <a:cubicBezTo>
                    <a:pt x="634" y="363"/>
                    <a:pt x="647" y="313"/>
                    <a:pt x="647" y="253"/>
                  </a:cubicBezTo>
                  <a:cubicBezTo>
                    <a:pt x="647" y="211"/>
                    <a:pt x="639" y="174"/>
                    <a:pt x="625" y="142"/>
                  </a:cubicBezTo>
                  <a:cubicBezTo>
                    <a:pt x="610" y="111"/>
                    <a:pt x="591" y="84"/>
                    <a:pt x="565" y="63"/>
                  </a:cubicBezTo>
                  <a:cubicBezTo>
                    <a:pt x="540" y="42"/>
                    <a:pt x="511" y="26"/>
                    <a:pt x="478" y="15"/>
                  </a:cubicBezTo>
                  <a:cubicBezTo>
                    <a:pt x="444" y="5"/>
                    <a:pt x="409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158" y="511"/>
                    <a:pt x="158" y="511"/>
                    <a:pt x="158" y="511"/>
                  </a:cubicBezTo>
                  <a:cubicBezTo>
                    <a:pt x="320" y="511"/>
                    <a:pt x="320" y="511"/>
                    <a:pt x="320" y="511"/>
                  </a:cubicBezTo>
                  <a:cubicBezTo>
                    <a:pt x="462" y="798"/>
                    <a:pt x="462" y="798"/>
                    <a:pt x="462" y="798"/>
                  </a:cubicBezTo>
                  <a:cubicBezTo>
                    <a:pt x="647" y="798"/>
                    <a:pt x="647" y="798"/>
                    <a:pt x="647" y="798"/>
                  </a:cubicBezTo>
                  <a:cubicBezTo>
                    <a:pt x="494" y="488"/>
                    <a:pt x="494" y="488"/>
                    <a:pt x="494" y="488"/>
                  </a:cubicBezTo>
                  <a:cubicBezTo>
                    <a:pt x="545" y="468"/>
                    <a:pt x="583" y="439"/>
                    <a:pt x="608" y="401"/>
                  </a:cubicBezTo>
                  <a:close/>
                  <a:moveTo>
                    <a:pt x="368" y="360"/>
                  </a:moveTo>
                  <a:cubicBezTo>
                    <a:pt x="158" y="360"/>
                    <a:pt x="158" y="360"/>
                    <a:pt x="158" y="360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368" y="156"/>
                    <a:pt x="368" y="156"/>
                    <a:pt x="368" y="156"/>
                  </a:cubicBezTo>
                  <a:cubicBezTo>
                    <a:pt x="404" y="156"/>
                    <a:pt x="432" y="164"/>
                    <a:pt x="452" y="180"/>
                  </a:cubicBezTo>
                  <a:cubicBezTo>
                    <a:pt x="472" y="195"/>
                    <a:pt x="482" y="221"/>
                    <a:pt x="482" y="257"/>
                  </a:cubicBezTo>
                  <a:cubicBezTo>
                    <a:pt x="482" y="326"/>
                    <a:pt x="444" y="360"/>
                    <a:pt x="368" y="3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F858282A-B83B-E741-8B8B-1729277FA8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78175" y="3162300"/>
              <a:ext cx="744538" cy="920750"/>
            </a:xfrm>
            <a:custGeom>
              <a:avLst/>
              <a:gdLst>
                <a:gd name="T0" fmla="*/ 616 w 647"/>
                <a:gd name="T1" fmla="*/ 214 h 798"/>
                <a:gd name="T2" fmla="*/ 533 w 647"/>
                <a:gd name="T3" fmla="*/ 90 h 798"/>
                <a:gd name="T4" fmla="*/ 408 w 647"/>
                <a:gd name="T5" fmla="*/ 21 h 798"/>
                <a:gd name="T6" fmla="*/ 250 w 647"/>
                <a:gd name="T7" fmla="*/ 0 h 798"/>
                <a:gd name="T8" fmla="*/ 0 w 647"/>
                <a:gd name="T9" fmla="*/ 0 h 798"/>
                <a:gd name="T10" fmla="*/ 0 w 647"/>
                <a:gd name="T11" fmla="*/ 798 h 798"/>
                <a:gd name="T12" fmla="*/ 238 w 647"/>
                <a:gd name="T13" fmla="*/ 798 h 798"/>
                <a:gd name="T14" fmla="*/ 388 w 647"/>
                <a:gd name="T15" fmla="*/ 776 h 798"/>
                <a:gd name="T16" fmla="*/ 519 w 647"/>
                <a:gd name="T17" fmla="*/ 704 h 798"/>
                <a:gd name="T18" fmla="*/ 612 w 647"/>
                <a:gd name="T19" fmla="*/ 580 h 798"/>
                <a:gd name="T20" fmla="*/ 647 w 647"/>
                <a:gd name="T21" fmla="*/ 399 h 798"/>
                <a:gd name="T22" fmla="*/ 616 w 647"/>
                <a:gd name="T23" fmla="*/ 214 h 798"/>
                <a:gd name="T24" fmla="*/ 468 w 647"/>
                <a:gd name="T25" fmla="*/ 499 h 798"/>
                <a:gd name="T26" fmla="*/ 423 w 647"/>
                <a:gd name="T27" fmla="*/ 575 h 798"/>
                <a:gd name="T28" fmla="*/ 347 w 647"/>
                <a:gd name="T29" fmla="*/ 625 h 798"/>
                <a:gd name="T30" fmla="*/ 237 w 647"/>
                <a:gd name="T31" fmla="*/ 642 h 798"/>
                <a:gd name="T32" fmla="*/ 158 w 647"/>
                <a:gd name="T33" fmla="*/ 642 h 798"/>
                <a:gd name="T34" fmla="*/ 158 w 647"/>
                <a:gd name="T35" fmla="*/ 156 h 798"/>
                <a:gd name="T36" fmla="*/ 243 w 647"/>
                <a:gd name="T37" fmla="*/ 156 h 798"/>
                <a:gd name="T38" fmla="*/ 426 w 647"/>
                <a:gd name="T39" fmla="*/ 217 h 798"/>
                <a:gd name="T40" fmla="*/ 482 w 647"/>
                <a:gd name="T41" fmla="*/ 399 h 798"/>
                <a:gd name="T42" fmla="*/ 468 w 647"/>
                <a:gd name="T43" fmla="*/ 499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16" y="214"/>
                  </a:moveTo>
                  <a:cubicBezTo>
                    <a:pt x="596" y="163"/>
                    <a:pt x="568" y="122"/>
                    <a:pt x="533" y="90"/>
                  </a:cubicBezTo>
                  <a:cubicBezTo>
                    <a:pt x="498" y="58"/>
                    <a:pt x="456" y="35"/>
                    <a:pt x="408" y="21"/>
                  </a:cubicBezTo>
                  <a:cubicBezTo>
                    <a:pt x="359" y="7"/>
                    <a:pt x="307" y="0"/>
                    <a:pt x="25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238" y="798"/>
                    <a:pt x="238" y="798"/>
                    <a:pt x="238" y="798"/>
                  </a:cubicBezTo>
                  <a:cubicBezTo>
                    <a:pt x="289" y="798"/>
                    <a:pt x="339" y="791"/>
                    <a:pt x="388" y="776"/>
                  </a:cubicBezTo>
                  <a:cubicBezTo>
                    <a:pt x="437" y="760"/>
                    <a:pt x="481" y="737"/>
                    <a:pt x="519" y="704"/>
                  </a:cubicBezTo>
                  <a:cubicBezTo>
                    <a:pt x="558" y="672"/>
                    <a:pt x="589" y="631"/>
                    <a:pt x="612" y="580"/>
                  </a:cubicBezTo>
                  <a:cubicBezTo>
                    <a:pt x="635" y="529"/>
                    <a:pt x="647" y="469"/>
                    <a:pt x="647" y="399"/>
                  </a:cubicBezTo>
                  <a:cubicBezTo>
                    <a:pt x="647" y="326"/>
                    <a:pt x="637" y="264"/>
                    <a:pt x="616" y="214"/>
                  </a:cubicBezTo>
                  <a:close/>
                  <a:moveTo>
                    <a:pt x="468" y="499"/>
                  </a:moveTo>
                  <a:cubicBezTo>
                    <a:pt x="458" y="529"/>
                    <a:pt x="443" y="554"/>
                    <a:pt x="423" y="575"/>
                  </a:cubicBezTo>
                  <a:cubicBezTo>
                    <a:pt x="403" y="596"/>
                    <a:pt x="378" y="613"/>
                    <a:pt x="347" y="625"/>
                  </a:cubicBezTo>
                  <a:cubicBezTo>
                    <a:pt x="316" y="636"/>
                    <a:pt x="279" y="642"/>
                    <a:pt x="237" y="642"/>
                  </a:cubicBezTo>
                  <a:cubicBezTo>
                    <a:pt x="158" y="642"/>
                    <a:pt x="158" y="642"/>
                    <a:pt x="158" y="642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243" y="156"/>
                    <a:pt x="243" y="156"/>
                    <a:pt x="243" y="156"/>
                  </a:cubicBezTo>
                  <a:cubicBezTo>
                    <a:pt x="328" y="156"/>
                    <a:pt x="389" y="177"/>
                    <a:pt x="426" y="217"/>
                  </a:cubicBezTo>
                  <a:cubicBezTo>
                    <a:pt x="464" y="258"/>
                    <a:pt x="482" y="318"/>
                    <a:pt x="482" y="399"/>
                  </a:cubicBezTo>
                  <a:cubicBezTo>
                    <a:pt x="482" y="436"/>
                    <a:pt x="477" y="469"/>
                    <a:pt x="468" y="49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742A9569-3137-1C43-BBB4-575A578667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746538" y="3162300"/>
              <a:ext cx="182563" cy="9223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2290642D-CF9B-FB46-8EE7-E78B794B4E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57688" y="3148013"/>
              <a:ext cx="746125" cy="950913"/>
            </a:xfrm>
            <a:custGeom>
              <a:avLst/>
              <a:gdLst>
                <a:gd name="T0" fmla="*/ 499 w 647"/>
                <a:gd name="T1" fmla="*/ 245 h 823"/>
                <a:gd name="T2" fmla="*/ 442 w 647"/>
                <a:gd name="T3" fmla="*/ 181 h 823"/>
                <a:gd name="T4" fmla="*/ 353 w 647"/>
                <a:gd name="T5" fmla="*/ 158 h 823"/>
                <a:gd name="T6" fmla="*/ 273 w 647"/>
                <a:gd name="T7" fmla="*/ 177 h 823"/>
                <a:gd name="T8" fmla="*/ 213 w 647"/>
                <a:gd name="T9" fmla="*/ 229 h 823"/>
                <a:gd name="T10" fmla="*/ 177 w 647"/>
                <a:gd name="T11" fmla="*/ 309 h 823"/>
                <a:gd name="T12" fmla="*/ 164 w 647"/>
                <a:gd name="T13" fmla="*/ 411 h 823"/>
                <a:gd name="T14" fmla="*/ 177 w 647"/>
                <a:gd name="T15" fmla="*/ 511 h 823"/>
                <a:gd name="T16" fmla="*/ 214 w 647"/>
                <a:gd name="T17" fmla="*/ 592 h 823"/>
                <a:gd name="T18" fmla="*/ 274 w 647"/>
                <a:gd name="T19" fmla="*/ 645 h 823"/>
                <a:gd name="T20" fmla="*/ 354 w 647"/>
                <a:gd name="T21" fmla="*/ 664 h 823"/>
                <a:gd name="T22" fmla="*/ 443 w 647"/>
                <a:gd name="T23" fmla="*/ 641 h 823"/>
                <a:gd name="T24" fmla="*/ 510 w 647"/>
                <a:gd name="T25" fmla="*/ 563 h 823"/>
                <a:gd name="T26" fmla="*/ 645 w 647"/>
                <a:gd name="T27" fmla="*/ 643 h 823"/>
                <a:gd name="T28" fmla="*/ 531 w 647"/>
                <a:gd name="T29" fmla="*/ 776 h 823"/>
                <a:gd name="T30" fmla="*/ 349 w 647"/>
                <a:gd name="T31" fmla="*/ 823 h 823"/>
                <a:gd name="T32" fmla="*/ 207 w 647"/>
                <a:gd name="T33" fmla="*/ 794 h 823"/>
                <a:gd name="T34" fmla="*/ 96 w 647"/>
                <a:gd name="T35" fmla="*/ 711 h 823"/>
                <a:gd name="T36" fmla="*/ 25 w 647"/>
                <a:gd name="T37" fmla="*/ 582 h 823"/>
                <a:gd name="T38" fmla="*/ 0 w 647"/>
                <a:gd name="T39" fmla="*/ 411 h 823"/>
                <a:gd name="T40" fmla="*/ 26 w 647"/>
                <a:gd name="T41" fmla="*/ 244 h 823"/>
                <a:gd name="T42" fmla="*/ 99 w 647"/>
                <a:gd name="T43" fmla="*/ 114 h 823"/>
                <a:gd name="T44" fmla="*/ 211 w 647"/>
                <a:gd name="T45" fmla="*/ 30 h 823"/>
                <a:gd name="T46" fmla="*/ 355 w 647"/>
                <a:gd name="T47" fmla="*/ 0 h 823"/>
                <a:gd name="T48" fmla="*/ 456 w 647"/>
                <a:gd name="T49" fmla="*/ 13 h 823"/>
                <a:gd name="T50" fmla="*/ 538 w 647"/>
                <a:gd name="T51" fmla="*/ 49 h 823"/>
                <a:gd name="T52" fmla="*/ 601 w 647"/>
                <a:gd name="T53" fmla="*/ 105 h 823"/>
                <a:gd name="T54" fmla="*/ 647 w 647"/>
                <a:gd name="T55" fmla="*/ 176 h 823"/>
                <a:gd name="T56" fmla="*/ 499 w 647"/>
                <a:gd name="T57" fmla="*/ 245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7" h="823">
                  <a:moveTo>
                    <a:pt x="499" y="245"/>
                  </a:moveTo>
                  <a:cubicBezTo>
                    <a:pt x="484" y="217"/>
                    <a:pt x="465" y="196"/>
                    <a:pt x="442" y="181"/>
                  </a:cubicBezTo>
                  <a:cubicBezTo>
                    <a:pt x="419" y="166"/>
                    <a:pt x="389" y="158"/>
                    <a:pt x="353" y="158"/>
                  </a:cubicBezTo>
                  <a:cubicBezTo>
                    <a:pt x="323" y="158"/>
                    <a:pt x="296" y="164"/>
                    <a:pt x="273" y="177"/>
                  </a:cubicBezTo>
                  <a:cubicBezTo>
                    <a:pt x="249" y="189"/>
                    <a:pt x="229" y="207"/>
                    <a:pt x="213" y="229"/>
                  </a:cubicBezTo>
                  <a:cubicBezTo>
                    <a:pt x="197" y="252"/>
                    <a:pt x="185" y="278"/>
                    <a:pt x="177" y="309"/>
                  </a:cubicBezTo>
                  <a:cubicBezTo>
                    <a:pt x="168" y="340"/>
                    <a:pt x="164" y="374"/>
                    <a:pt x="164" y="411"/>
                  </a:cubicBezTo>
                  <a:cubicBezTo>
                    <a:pt x="164" y="447"/>
                    <a:pt x="168" y="480"/>
                    <a:pt x="177" y="511"/>
                  </a:cubicBezTo>
                  <a:cubicBezTo>
                    <a:pt x="185" y="542"/>
                    <a:pt x="198" y="569"/>
                    <a:pt x="214" y="592"/>
                  </a:cubicBezTo>
                  <a:cubicBezTo>
                    <a:pt x="230" y="614"/>
                    <a:pt x="250" y="632"/>
                    <a:pt x="274" y="645"/>
                  </a:cubicBezTo>
                  <a:cubicBezTo>
                    <a:pt x="297" y="658"/>
                    <a:pt x="324" y="664"/>
                    <a:pt x="354" y="664"/>
                  </a:cubicBezTo>
                  <a:cubicBezTo>
                    <a:pt x="390" y="664"/>
                    <a:pt x="420" y="656"/>
                    <a:pt x="443" y="641"/>
                  </a:cubicBezTo>
                  <a:cubicBezTo>
                    <a:pt x="466" y="625"/>
                    <a:pt x="489" y="599"/>
                    <a:pt x="510" y="563"/>
                  </a:cubicBezTo>
                  <a:cubicBezTo>
                    <a:pt x="645" y="643"/>
                    <a:pt x="645" y="643"/>
                    <a:pt x="645" y="643"/>
                  </a:cubicBezTo>
                  <a:cubicBezTo>
                    <a:pt x="617" y="700"/>
                    <a:pt x="579" y="744"/>
                    <a:pt x="531" y="776"/>
                  </a:cubicBezTo>
                  <a:cubicBezTo>
                    <a:pt x="483" y="807"/>
                    <a:pt x="422" y="823"/>
                    <a:pt x="349" y="823"/>
                  </a:cubicBezTo>
                  <a:cubicBezTo>
                    <a:pt x="297" y="823"/>
                    <a:pt x="249" y="813"/>
                    <a:pt x="207" y="794"/>
                  </a:cubicBezTo>
                  <a:cubicBezTo>
                    <a:pt x="164" y="775"/>
                    <a:pt x="127" y="747"/>
                    <a:pt x="96" y="711"/>
                  </a:cubicBezTo>
                  <a:cubicBezTo>
                    <a:pt x="66" y="676"/>
                    <a:pt x="42" y="632"/>
                    <a:pt x="25" y="582"/>
                  </a:cubicBezTo>
                  <a:cubicBezTo>
                    <a:pt x="8" y="531"/>
                    <a:pt x="0" y="474"/>
                    <a:pt x="0" y="411"/>
                  </a:cubicBezTo>
                  <a:cubicBezTo>
                    <a:pt x="0" y="350"/>
                    <a:pt x="9" y="295"/>
                    <a:pt x="26" y="244"/>
                  </a:cubicBezTo>
                  <a:cubicBezTo>
                    <a:pt x="44" y="194"/>
                    <a:pt x="68" y="150"/>
                    <a:pt x="99" y="114"/>
                  </a:cubicBezTo>
                  <a:cubicBezTo>
                    <a:pt x="131" y="78"/>
                    <a:pt x="168" y="50"/>
                    <a:pt x="211" y="30"/>
                  </a:cubicBezTo>
                  <a:cubicBezTo>
                    <a:pt x="254" y="10"/>
                    <a:pt x="302" y="0"/>
                    <a:pt x="355" y="0"/>
                  </a:cubicBezTo>
                  <a:cubicBezTo>
                    <a:pt x="392" y="0"/>
                    <a:pt x="426" y="4"/>
                    <a:pt x="456" y="13"/>
                  </a:cubicBezTo>
                  <a:cubicBezTo>
                    <a:pt x="487" y="21"/>
                    <a:pt x="514" y="34"/>
                    <a:pt x="538" y="49"/>
                  </a:cubicBezTo>
                  <a:cubicBezTo>
                    <a:pt x="562" y="65"/>
                    <a:pt x="583" y="83"/>
                    <a:pt x="601" y="105"/>
                  </a:cubicBezTo>
                  <a:cubicBezTo>
                    <a:pt x="619" y="127"/>
                    <a:pt x="634" y="150"/>
                    <a:pt x="647" y="176"/>
                  </a:cubicBezTo>
                  <a:lnTo>
                    <a:pt x="499" y="2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26EC89C3-F6D1-0943-83D5-1D108EAC11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173413"/>
              <a:ext cx="334963" cy="336550"/>
            </a:xfrm>
            <a:custGeom>
              <a:avLst/>
              <a:gdLst>
                <a:gd name="T0" fmla="*/ 291 w 291"/>
                <a:gd name="T1" fmla="*/ 0 h 292"/>
                <a:gd name="T2" fmla="*/ 0 w 291"/>
                <a:gd name="T3" fmla="*/ 292 h 292"/>
                <a:gd name="T4" fmla="*/ 291 w 291"/>
                <a:gd name="T5" fmla="*/ 292 h 292"/>
                <a:gd name="T6" fmla="*/ 291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291" y="0"/>
                  </a:moveTo>
                  <a:cubicBezTo>
                    <a:pt x="148" y="37"/>
                    <a:pt x="37" y="149"/>
                    <a:pt x="0" y="292"/>
                  </a:cubicBezTo>
                  <a:cubicBezTo>
                    <a:pt x="291" y="292"/>
                    <a:pt x="291" y="292"/>
                    <a:pt x="291" y="292"/>
                  </a:cubicBezTo>
                  <a:lnTo>
                    <a:pt x="2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A6680E0F-114E-704E-878C-6E6B0DFE3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173413"/>
              <a:ext cx="334963" cy="336550"/>
            </a:xfrm>
            <a:custGeom>
              <a:avLst/>
              <a:gdLst>
                <a:gd name="T0" fmla="*/ 292 w 292"/>
                <a:gd name="T1" fmla="*/ 292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292"/>
                  </a:moveTo>
                  <a:cubicBezTo>
                    <a:pt x="255" y="149"/>
                    <a:pt x="143" y="37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lnTo>
                    <a:pt x="292" y="29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DF3281E-E952-5848-8DC5-8B8098A21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746500"/>
              <a:ext cx="334963" cy="336550"/>
            </a:xfrm>
            <a:custGeom>
              <a:avLst/>
              <a:gdLst>
                <a:gd name="T0" fmla="*/ 0 w 291"/>
                <a:gd name="T1" fmla="*/ 0 h 292"/>
                <a:gd name="T2" fmla="*/ 291 w 291"/>
                <a:gd name="T3" fmla="*/ 292 h 292"/>
                <a:gd name="T4" fmla="*/ 291 w 291"/>
                <a:gd name="T5" fmla="*/ 0 h 292"/>
                <a:gd name="T6" fmla="*/ 0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0" y="0"/>
                  </a:moveTo>
                  <a:cubicBezTo>
                    <a:pt x="37" y="143"/>
                    <a:pt x="149" y="255"/>
                    <a:pt x="291" y="292"/>
                  </a:cubicBezTo>
                  <a:cubicBezTo>
                    <a:pt x="291" y="0"/>
                    <a:pt x="291" y="0"/>
                    <a:pt x="29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377DC677-DA63-AF42-9E6E-4943CD1C30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746500"/>
              <a:ext cx="334963" cy="336550"/>
            </a:xfrm>
            <a:custGeom>
              <a:avLst/>
              <a:gdLst>
                <a:gd name="T0" fmla="*/ 292 w 292"/>
                <a:gd name="T1" fmla="*/ 0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cubicBezTo>
                    <a:pt x="143" y="255"/>
                    <a:pt x="255" y="143"/>
                    <a:pt x="292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A51405B4-0D18-8745-91B4-A66BFAEA5E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  <a:gd name="T16" fmla="*/ 0 w 26"/>
                <a:gd name="T17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5E228687-426E-CE49-B8F8-886AC16364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4F157926-3266-D545-AD21-ECCBA89AA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803813" y="3179763"/>
              <a:ext cx="50800" cy="57150"/>
            </a:xfrm>
            <a:custGeom>
              <a:avLst/>
              <a:gdLst>
                <a:gd name="T0" fmla="*/ 36 w 43"/>
                <a:gd name="T1" fmla="*/ 49 h 49"/>
                <a:gd name="T2" fmla="*/ 36 w 43"/>
                <a:gd name="T3" fmla="*/ 23 h 49"/>
                <a:gd name="T4" fmla="*/ 36 w 43"/>
                <a:gd name="T5" fmla="*/ 14 h 49"/>
                <a:gd name="T6" fmla="*/ 33 w 43"/>
                <a:gd name="T7" fmla="*/ 22 h 49"/>
                <a:gd name="T8" fmla="*/ 21 w 43"/>
                <a:gd name="T9" fmla="*/ 49 h 49"/>
                <a:gd name="T10" fmla="*/ 10 w 43"/>
                <a:gd name="T11" fmla="*/ 22 h 49"/>
                <a:gd name="T12" fmla="*/ 6 w 43"/>
                <a:gd name="T13" fmla="*/ 14 h 49"/>
                <a:gd name="T14" fmla="*/ 7 w 43"/>
                <a:gd name="T15" fmla="*/ 23 h 49"/>
                <a:gd name="T16" fmla="*/ 7 w 43"/>
                <a:gd name="T17" fmla="*/ 49 h 49"/>
                <a:gd name="T18" fmla="*/ 0 w 43"/>
                <a:gd name="T19" fmla="*/ 49 h 49"/>
                <a:gd name="T20" fmla="*/ 0 w 43"/>
                <a:gd name="T21" fmla="*/ 0 h 49"/>
                <a:gd name="T22" fmla="*/ 7 w 43"/>
                <a:gd name="T23" fmla="*/ 0 h 49"/>
                <a:gd name="T24" fmla="*/ 18 w 43"/>
                <a:gd name="T25" fmla="*/ 26 h 49"/>
                <a:gd name="T26" fmla="*/ 22 w 43"/>
                <a:gd name="T27" fmla="*/ 34 h 49"/>
                <a:gd name="T28" fmla="*/ 25 w 43"/>
                <a:gd name="T29" fmla="*/ 26 h 49"/>
                <a:gd name="T30" fmla="*/ 35 w 43"/>
                <a:gd name="T31" fmla="*/ 0 h 49"/>
                <a:gd name="T32" fmla="*/ 43 w 43"/>
                <a:gd name="T33" fmla="*/ 0 h 49"/>
                <a:gd name="T34" fmla="*/ 43 w 43"/>
                <a:gd name="T35" fmla="*/ 49 h 49"/>
                <a:gd name="T36" fmla="*/ 36 w 43"/>
                <a:gd name="T3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" h="49">
                  <a:moveTo>
                    <a:pt x="36" y="49"/>
                  </a:moveTo>
                  <a:cubicBezTo>
                    <a:pt x="36" y="23"/>
                    <a:pt x="36" y="23"/>
                    <a:pt x="36" y="23"/>
                  </a:cubicBezTo>
                  <a:cubicBezTo>
                    <a:pt x="36" y="20"/>
                    <a:pt x="36" y="16"/>
                    <a:pt x="36" y="14"/>
                  </a:cubicBezTo>
                  <a:cubicBezTo>
                    <a:pt x="36" y="16"/>
                    <a:pt x="34" y="19"/>
                    <a:pt x="33" y="22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8" y="19"/>
                    <a:pt x="7" y="16"/>
                    <a:pt x="6" y="14"/>
                  </a:cubicBezTo>
                  <a:cubicBezTo>
                    <a:pt x="7" y="16"/>
                    <a:pt x="7" y="20"/>
                    <a:pt x="7" y="23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9"/>
                    <a:pt x="21" y="32"/>
                    <a:pt x="22" y="34"/>
                  </a:cubicBezTo>
                  <a:cubicBezTo>
                    <a:pt x="22" y="32"/>
                    <a:pt x="24" y="29"/>
                    <a:pt x="25" y="26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49"/>
                    <a:pt x="43" y="49"/>
                    <a:pt x="43" y="49"/>
                  </a:cubicBezTo>
                  <a:lnTo>
                    <a:pt x="36" y="4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1C42A8C2-4B58-E547-9047-305545F8F121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2008964-00D4-4722-6BA1-736D0FB504CE}"/>
              </a:ext>
            </a:extLst>
          </p:cNvPr>
          <p:cNvGrpSpPr/>
          <p:nvPr userDrawn="1"/>
        </p:nvGrpSpPr>
        <p:grpSpPr>
          <a:xfrm>
            <a:off x="9133841" y="1"/>
            <a:ext cx="3058161" cy="6858001"/>
            <a:chOff x="9133840" y="0"/>
            <a:chExt cx="3058161" cy="685800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C6E01E-C3ED-5E6F-67FC-AA9119CE28F4}"/>
                </a:ext>
              </a:extLst>
            </p:cNvPr>
            <p:cNvSpPr/>
            <p:nvPr userDrawn="1"/>
          </p:nvSpPr>
          <p:spPr>
            <a:xfrm>
              <a:off x="9133840" y="0"/>
              <a:ext cx="3058161" cy="685800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E79A8FB-41DC-6DA7-9BBC-70B7FDB18639}"/>
                </a:ext>
              </a:extLst>
            </p:cNvPr>
            <p:cNvSpPr/>
            <p:nvPr userDrawn="1"/>
          </p:nvSpPr>
          <p:spPr>
            <a:xfrm>
              <a:off x="9136174" y="3063239"/>
              <a:ext cx="3055826" cy="400051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B24F321-F956-15D9-4392-CCB09320297C}"/>
                </a:ext>
              </a:extLst>
            </p:cNvPr>
            <p:cNvSpPr/>
            <p:nvPr userDrawn="1"/>
          </p:nvSpPr>
          <p:spPr>
            <a:xfrm>
              <a:off x="9136175" y="2453639"/>
              <a:ext cx="3055826" cy="400051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B43A103-55B9-B231-65B6-C6412B5722F2}"/>
                </a:ext>
              </a:extLst>
            </p:cNvPr>
            <p:cNvSpPr/>
            <p:nvPr userDrawn="1"/>
          </p:nvSpPr>
          <p:spPr>
            <a:xfrm>
              <a:off x="9136175" y="1814303"/>
              <a:ext cx="3055826" cy="400051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993703C-4652-4875-7059-471E7A2829CF}"/>
                </a:ext>
              </a:extLst>
            </p:cNvPr>
            <p:cNvSpPr/>
            <p:nvPr userDrawn="1"/>
          </p:nvSpPr>
          <p:spPr>
            <a:xfrm>
              <a:off x="9136175" y="1174967"/>
              <a:ext cx="3055826" cy="400051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B486B7D-4BBE-FEC4-E0CC-1FE2317064D9}"/>
                </a:ext>
              </a:extLst>
            </p:cNvPr>
            <p:cNvSpPr/>
            <p:nvPr userDrawn="1"/>
          </p:nvSpPr>
          <p:spPr>
            <a:xfrm>
              <a:off x="9136175" y="595104"/>
              <a:ext cx="3055826" cy="400051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8754E5F-BB95-92AF-CDB7-245EEA31AF4A}"/>
                </a:ext>
              </a:extLst>
            </p:cNvPr>
            <p:cNvSpPr/>
            <p:nvPr userDrawn="1"/>
          </p:nvSpPr>
          <p:spPr>
            <a:xfrm>
              <a:off x="9136175" y="3702576"/>
              <a:ext cx="3055826" cy="400051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</p:grpSp>
      <p:sp>
        <p:nvSpPr>
          <p:cNvPr id="63" name="Flowchart: Delay 10">
            <a:extLst>
              <a:ext uri="{FF2B5EF4-FFF2-40B4-BE49-F238E27FC236}">
                <a16:creationId xmlns:a16="http://schemas.microsoft.com/office/drawing/2014/main" id="{5FB89D70-BE9F-5005-209C-59C6AB45F858}"/>
              </a:ext>
            </a:extLst>
          </p:cNvPr>
          <p:cNvSpPr/>
          <p:nvPr userDrawn="1"/>
        </p:nvSpPr>
        <p:spPr>
          <a:xfrm rot="16200000">
            <a:off x="9518658" y="4535403"/>
            <a:ext cx="2290861" cy="2378925"/>
          </a:xfrm>
          <a:custGeom>
            <a:avLst/>
            <a:gdLst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  <a:gd name="connsiteX0" fmla="*/ 0 w 3361290"/>
              <a:gd name="connsiteY0" fmla="*/ 0 h 3055776"/>
              <a:gd name="connsiteX1" fmla="*/ 1680645 w 3361290"/>
              <a:gd name="connsiteY1" fmla="*/ 0 h 3055776"/>
              <a:gd name="connsiteX2" fmla="*/ 3361290 w 3361290"/>
              <a:gd name="connsiteY2" fmla="*/ 1527888 h 3055776"/>
              <a:gd name="connsiteX3" fmla="*/ 1680645 w 3361290"/>
              <a:gd name="connsiteY3" fmla="*/ 3055776 h 3055776"/>
              <a:gd name="connsiteX4" fmla="*/ 0 w 3361290"/>
              <a:gd name="connsiteY4" fmla="*/ 3055776 h 3055776"/>
              <a:gd name="connsiteX5" fmla="*/ 0 w 3361290"/>
              <a:gd name="connsiteY5" fmla="*/ 0 h 30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1290" h="3055776">
                <a:moveTo>
                  <a:pt x="0" y="0"/>
                </a:moveTo>
                <a:lnTo>
                  <a:pt x="1680645" y="0"/>
                </a:lnTo>
                <a:cubicBezTo>
                  <a:pt x="2638336" y="0"/>
                  <a:pt x="3361290" y="615233"/>
                  <a:pt x="3361290" y="1527888"/>
                </a:cubicBezTo>
                <a:cubicBezTo>
                  <a:pt x="3361290" y="2440543"/>
                  <a:pt x="2608840" y="3055776"/>
                  <a:pt x="1680645" y="3055776"/>
                </a:cubicBezTo>
                <a:lnTo>
                  <a:pt x="0" y="305577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285FE03-9402-6AF4-AA50-165037F51B66}"/>
              </a:ext>
            </a:extLst>
          </p:cNvPr>
          <p:cNvSpPr/>
          <p:nvPr userDrawn="1"/>
        </p:nvSpPr>
        <p:spPr>
          <a:xfrm>
            <a:off x="11609149" y="6358869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1886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Geometr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657E2EA-EDA7-45D4-825D-137974F2C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7904" y="1"/>
            <a:ext cx="3054097" cy="6857999"/>
          </a:xfrm>
          <a:prstGeom prst="rect">
            <a:avLst/>
          </a:prstGeom>
        </p:spPr>
      </p:pic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194560"/>
            <a:ext cx="8001001" cy="3547872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B83DE40-4AB3-4FD2-816E-24F481965196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10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Geometric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29768"/>
            <a:ext cx="5257800" cy="95097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1208" y="2176272"/>
            <a:ext cx="5257800" cy="424281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208" y="1380744"/>
            <a:ext cx="52578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665169-3DCC-40C6-A834-E360ACCD4B83}"/>
              </a:ext>
            </a:extLst>
          </p:cNvPr>
          <p:cNvGrpSpPr/>
          <p:nvPr userDrawn="1"/>
        </p:nvGrpSpPr>
        <p:grpSpPr>
          <a:xfrm>
            <a:off x="6091141" y="-3316"/>
            <a:ext cx="6100860" cy="6864635"/>
            <a:chOff x="6091140" y="-3316"/>
            <a:chExt cx="6100860" cy="686463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5022EC-570A-46F1-9CDD-95D26B8D9EA7}"/>
                </a:ext>
              </a:extLst>
            </p:cNvPr>
            <p:cNvSpPr/>
            <p:nvPr userDrawn="1"/>
          </p:nvSpPr>
          <p:spPr>
            <a:xfrm>
              <a:off x="6091140" y="0"/>
              <a:ext cx="2777553" cy="6858001"/>
            </a:xfrm>
            <a:prstGeom prst="rect">
              <a:avLst/>
            </a:prstGeom>
            <a:solidFill>
              <a:srgbClr val="78BE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666547A-1575-4AD1-AA54-51B0AC4C0144}"/>
                </a:ext>
              </a:extLst>
            </p:cNvPr>
            <p:cNvGrpSpPr/>
            <p:nvPr userDrawn="1"/>
          </p:nvGrpSpPr>
          <p:grpSpPr>
            <a:xfrm>
              <a:off x="6093788" y="-3316"/>
              <a:ext cx="2686418" cy="6864634"/>
              <a:chOff x="6093788" y="-3316"/>
              <a:chExt cx="2686418" cy="6864634"/>
            </a:xfrm>
            <a:solidFill>
              <a:srgbClr val="AFD58C"/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2A347EF-3E4E-4D7F-8E1E-2CCD6C567FC2}"/>
                  </a:ext>
                </a:extLst>
              </p:cNvPr>
              <p:cNvSpPr/>
              <p:nvPr userDrawn="1"/>
            </p:nvSpPr>
            <p:spPr>
              <a:xfrm>
                <a:off x="6093788" y="4931984"/>
                <a:ext cx="2686418" cy="1929334"/>
              </a:xfrm>
              <a:custGeom>
                <a:avLst/>
                <a:gdLst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3048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40764 h 1940764"/>
                  <a:gd name="connsiteX4" fmla="*/ 30480 w 2694038"/>
                  <a:gd name="connsiteY4" fmla="*/ 0 h 1940764"/>
                  <a:gd name="connsiteX0" fmla="*/ 762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40764 h 1940764"/>
                  <a:gd name="connsiteX4" fmla="*/ 7620 w 269403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194310 w 2686418"/>
                  <a:gd name="connsiteY3" fmla="*/ 1898854 h 1940764"/>
                  <a:gd name="connsiteX4" fmla="*/ 0 w 268641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7620 w 2686418"/>
                  <a:gd name="connsiteY3" fmla="*/ 1925524 h 1940764"/>
                  <a:gd name="connsiteX4" fmla="*/ 0 w 2686418"/>
                  <a:gd name="connsiteY4" fmla="*/ 0 h 1940764"/>
                  <a:gd name="connsiteX0" fmla="*/ 762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29334 h 1940764"/>
                  <a:gd name="connsiteX4" fmla="*/ 7620 w 269403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0 w 2686418"/>
                  <a:gd name="connsiteY3" fmla="*/ 1925524 h 1940764"/>
                  <a:gd name="connsiteX4" fmla="*/ 0 w 2686418"/>
                  <a:gd name="connsiteY4" fmla="*/ 0 h 1940764"/>
                  <a:gd name="connsiteX0" fmla="*/ 0 w 2686418"/>
                  <a:gd name="connsiteY0" fmla="*/ 0 h 1925524"/>
                  <a:gd name="connsiteX1" fmla="*/ 2686418 w 2686418"/>
                  <a:gd name="connsiteY1" fmla="*/ 3810 h 1925524"/>
                  <a:gd name="connsiteX2" fmla="*/ 1810733 w 2686418"/>
                  <a:gd name="connsiteY2" fmla="*/ 1895044 h 1925524"/>
                  <a:gd name="connsiteX3" fmla="*/ 0 w 2686418"/>
                  <a:gd name="connsiteY3" fmla="*/ 1925524 h 1925524"/>
                  <a:gd name="connsiteX4" fmla="*/ 0 w 2686418"/>
                  <a:gd name="connsiteY4" fmla="*/ 0 h 192552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86418" h="1929334">
                    <a:moveTo>
                      <a:pt x="0" y="0"/>
                    </a:moveTo>
                    <a:lnTo>
                      <a:pt x="2686418" y="3810"/>
                    </a:lnTo>
                    <a:cubicBezTo>
                      <a:pt x="2626729" y="1089331"/>
                      <a:pt x="2145727" y="1585410"/>
                      <a:pt x="1772633" y="1929334"/>
                    </a:cubicBezTo>
                    <a:lnTo>
                      <a:pt x="0" y="192552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8E9D586-7554-4BCF-8007-9CAF877CFDC7}"/>
                  </a:ext>
                </a:extLst>
              </p:cNvPr>
              <p:cNvSpPr/>
              <p:nvPr userDrawn="1"/>
            </p:nvSpPr>
            <p:spPr>
              <a:xfrm>
                <a:off x="6093788" y="2272593"/>
                <a:ext cx="2680642" cy="2497735"/>
              </a:xfrm>
              <a:custGeom>
                <a:avLst/>
                <a:gdLst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3048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40764 h 1940764"/>
                  <a:gd name="connsiteX4" fmla="*/ 30480 w 2694038"/>
                  <a:gd name="connsiteY4" fmla="*/ 0 h 1940764"/>
                  <a:gd name="connsiteX0" fmla="*/ 762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40764 h 1940764"/>
                  <a:gd name="connsiteX4" fmla="*/ 7620 w 269403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194310 w 2686418"/>
                  <a:gd name="connsiteY3" fmla="*/ 1898854 h 1940764"/>
                  <a:gd name="connsiteX4" fmla="*/ 0 w 268641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7620 w 2686418"/>
                  <a:gd name="connsiteY3" fmla="*/ 1925524 h 1940764"/>
                  <a:gd name="connsiteX4" fmla="*/ 0 w 2686418"/>
                  <a:gd name="connsiteY4" fmla="*/ 0 h 1940764"/>
                  <a:gd name="connsiteX0" fmla="*/ 762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29334 h 1940764"/>
                  <a:gd name="connsiteX4" fmla="*/ 7620 w 269403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0 w 2686418"/>
                  <a:gd name="connsiteY3" fmla="*/ 1925524 h 1940764"/>
                  <a:gd name="connsiteX4" fmla="*/ 0 w 2686418"/>
                  <a:gd name="connsiteY4" fmla="*/ 0 h 1940764"/>
                  <a:gd name="connsiteX0" fmla="*/ 0 w 2686418"/>
                  <a:gd name="connsiteY0" fmla="*/ 0 h 1925524"/>
                  <a:gd name="connsiteX1" fmla="*/ 2686418 w 2686418"/>
                  <a:gd name="connsiteY1" fmla="*/ 3810 h 1925524"/>
                  <a:gd name="connsiteX2" fmla="*/ 1810733 w 2686418"/>
                  <a:gd name="connsiteY2" fmla="*/ 1895044 h 1925524"/>
                  <a:gd name="connsiteX3" fmla="*/ 0 w 2686418"/>
                  <a:gd name="connsiteY3" fmla="*/ 1925524 h 1925524"/>
                  <a:gd name="connsiteX4" fmla="*/ 0 w 2686418"/>
                  <a:gd name="connsiteY4" fmla="*/ 0 h 192552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  <a:gd name="connsiteX0" fmla="*/ 0 w 2686418"/>
                  <a:gd name="connsiteY0" fmla="*/ 0 h 2489404"/>
                  <a:gd name="connsiteX1" fmla="*/ 2686418 w 2686418"/>
                  <a:gd name="connsiteY1" fmla="*/ 3810 h 2489404"/>
                  <a:gd name="connsiteX2" fmla="*/ 1772633 w 2686418"/>
                  <a:gd name="connsiteY2" fmla="*/ 1929334 h 2489404"/>
                  <a:gd name="connsiteX3" fmla="*/ 3818 w 2686418"/>
                  <a:gd name="connsiteY3" fmla="*/ 2489404 h 2489404"/>
                  <a:gd name="connsiteX4" fmla="*/ 0 w 2686418"/>
                  <a:gd name="connsiteY4" fmla="*/ 0 h 2489404"/>
                  <a:gd name="connsiteX0" fmla="*/ 0 w 2686418"/>
                  <a:gd name="connsiteY0" fmla="*/ 0 h 2497277"/>
                  <a:gd name="connsiteX1" fmla="*/ 2686418 w 2686418"/>
                  <a:gd name="connsiteY1" fmla="*/ 3810 h 2497277"/>
                  <a:gd name="connsiteX2" fmla="*/ 1772633 w 2686418"/>
                  <a:gd name="connsiteY2" fmla="*/ 1929334 h 2497277"/>
                  <a:gd name="connsiteX3" fmla="*/ 3818 w 2686418"/>
                  <a:gd name="connsiteY3" fmla="*/ 2489404 h 2497277"/>
                  <a:gd name="connsiteX4" fmla="*/ 0 w 2686418"/>
                  <a:gd name="connsiteY4" fmla="*/ 0 h 2497277"/>
                  <a:gd name="connsiteX0" fmla="*/ 0 w 2686418"/>
                  <a:gd name="connsiteY0" fmla="*/ 0 h 2497833"/>
                  <a:gd name="connsiteX1" fmla="*/ 2686418 w 2686418"/>
                  <a:gd name="connsiteY1" fmla="*/ 3810 h 2497833"/>
                  <a:gd name="connsiteX2" fmla="*/ 1772633 w 2686418"/>
                  <a:gd name="connsiteY2" fmla="*/ 1929334 h 2497833"/>
                  <a:gd name="connsiteX3" fmla="*/ 3818 w 2686418"/>
                  <a:gd name="connsiteY3" fmla="*/ 2489404 h 2497833"/>
                  <a:gd name="connsiteX4" fmla="*/ 0 w 2686418"/>
                  <a:gd name="connsiteY4" fmla="*/ 0 h 2497833"/>
                  <a:gd name="connsiteX0" fmla="*/ 0 w 2754338"/>
                  <a:gd name="connsiteY0" fmla="*/ 0 h 2497833"/>
                  <a:gd name="connsiteX1" fmla="*/ 2686418 w 2754338"/>
                  <a:gd name="connsiteY1" fmla="*/ 3810 h 2497833"/>
                  <a:gd name="connsiteX2" fmla="*/ 1772633 w 2754338"/>
                  <a:gd name="connsiteY2" fmla="*/ 1929334 h 2497833"/>
                  <a:gd name="connsiteX3" fmla="*/ 3818 w 2754338"/>
                  <a:gd name="connsiteY3" fmla="*/ 2489404 h 2497833"/>
                  <a:gd name="connsiteX4" fmla="*/ 0 w 2754338"/>
                  <a:gd name="connsiteY4" fmla="*/ 0 h 2497833"/>
                  <a:gd name="connsiteX0" fmla="*/ 0 w 2754583"/>
                  <a:gd name="connsiteY0" fmla="*/ 0 h 2497554"/>
                  <a:gd name="connsiteX1" fmla="*/ 2686418 w 2754583"/>
                  <a:gd name="connsiteY1" fmla="*/ 3810 h 2497554"/>
                  <a:gd name="connsiteX2" fmla="*/ 1772633 w 2754583"/>
                  <a:gd name="connsiteY2" fmla="*/ 1929334 h 2497554"/>
                  <a:gd name="connsiteX3" fmla="*/ 3818 w 2754583"/>
                  <a:gd name="connsiteY3" fmla="*/ 2489404 h 2497554"/>
                  <a:gd name="connsiteX4" fmla="*/ 0 w 2754583"/>
                  <a:gd name="connsiteY4" fmla="*/ 0 h 2497554"/>
                  <a:gd name="connsiteX0" fmla="*/ 0 w 2742269"/>
                  <a:gd name="connsiteY0" fmla="*/ 0 h 2497916"/>
                  <a:gd name="connsiteX1" fmla="*/ 2686418 w 2742269"/>
                  <a:gd name="connsiteY1" fmla="*/ 3810 h 2497916"/>
                  <a:gd name="connsiteX2" fmla="*/ 1772633 w 2742269"/>
                  <a:gd name="connsiteY2" fmla="*/ 1929334 h 2497916"/>
                  <a:gd name="connsiteX3" fmla="*/ 3818 w 2742269"/>
                  <a:gd name="connsiteY3" fmla="*/ 2489404 h 2497916"/>
                  <a:gd name="connsiteX4" fmla="*/ 0 w 2742269"/>
                  <a:gd name="connsiteY4" fmla="*/ 0 h 2497916"/>
                  <a:gd name="connsiteX0" fmla="*/ 0 w 2742961"/>
                  <a:gd name="connsiteY0" fmla="*/ 0 h 2497735"/>
                  <a:gd name="connsiteX1" fmla="*/ 2686418 w 2742961"/>
                  <a:gd name="connsiteY1" fmla="*/ 3810 h 2497735"/>
                  <a:gd name="connsiteX2" fmla="*/ 1772633 w 2742961"/>
                  <a:gd name="connsiteY2" fmla="*/ 1929334 h 2497735"/>
                  <a:gd name="connsiteX3" fmla="*/ 3818 w 2742961"/>
                  <a:gd name="connsiteY3" fmla="*/ 2489404 h 2497735"/>
                  <a:gd name="connsiteX4" fmla="*/ 0 w 2742961"/>
                  <a:gd name="connsiteY4" fmla="*/ 0 h 2497735"/>
                  <a:gd name="connsiteX0" fmla="*/ 0 w 2686418"/>
                  <a:gd name="connsiteY0" fmla="*/ 0 h 2497735"/>
                  <a:gd name="connsiteX1" fmla="*/ 2686418 w 2686418"/>
                  <a:gd name="connsiteY1" fmla="*/ 3810 h 2497735"/>
                  <a:gd name="connsiteX2" fmla="*/ 1772633 w 2686418"/>
                  <a:gd name="connsiteY2" fmla="*/ 1929334 h 2497735"/>
                  <a:gd name="connsiteX3" fmla="*/ 3818 w 2686418"/>
                  <a:gd name="connsiteY3" fmla="*/ 2489404 h 2497735"/>
                  <a:gd name="connsiteX4" fmla="*/ 0 w 2686418"/>
                  <a:gd name="connsiteY4" fmla="*/ 0 h 2497735"/>
                  <a:gd name="connsiteX0" fmla="*/ 0 w 2686418"/>
                  <a:gd name="connsiteY0" fmla="*/ 0 h 2497735"/>
                  <a:gd name="connsiteX1" fmla="*/ 2686418 w 2686418"/>
                  <a:gd name="connsiteY1" fmla="*/ 3810 h 2497735"/>
                  <a:gd name="connsiteX2" fmla="*/ 1772633 w 2686418"/>
                  <a:gd name="connsiteY2" fmla="*/ 1929334 h 2497735"/>
                  <a:gd name="connsiteX3" fmla="*/ 3818 w 2686418"/>
                  <a:gd name="connsiteY3" fmla="*/ 2489404 h 2497735"/>
                  <a:gd name="connsiteX4" fmla="*/ 0 w 2686418"/>
                  <a:gd name="connsiteY4" fmla="*/ 0 h 249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86418" h="2497735">
                    <a:moveTo>
                      <a:pt x="0" y="0"/>
                    </a:moveTo>
                    <a:lnTo>
                      <a:pt x="2686418" y="3810"/>
                    </a:lnTo>
                    <a:cubicBezTo>
                      <a:pt x="2684036" y="1056886"/>
                      <a:pt x="2036185" y="1724656"/>
                      <a:pt x="1772633" y="1929334"/>
                    </a:cubicBezTo>
                    <a:cubicBezTo>
                      <a:pt x="1495422" y="2144620"/>
                      <a:pt x="986698" y="2561794"/>
                      <a:pt x="3818" y="2489404"/>
                    </a:cubicBezTo>
                    <a:cubicBezTo>
                      <a:pt x="2545" y="1659603"/>
                      <a:pt x="1273" y="82980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9361B1D1-48FE-4A8B-A846-00EF87745C06}"/>
                  </a:ext>
                </a:extLst>
              </p:cNvPr>
              <p:cNvSpPr/>
              <p:nvPr userDrawn="1"/>
            </p:nvSpPr>
            <p:spPr>
              <a:xfrm>
                <a:off x="6093788" y="-3316"/>
                <a:ext cx="2657782" cy="2122104"/>
              </a:xfrm>
              <a:custGeom>
                <a:avLst/>
                <a:gdLst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0 w 2694038"/>
                  <a:gd name="connsiteY0" fmla="*/ 0 h 1936954"/>
                  <a:gd name="connsiteX1" fmla="*/ 2694038 w 2694038"/>
                  <a:gd name="connsiteY1" fmla="*/ 0 h 1936954"/>
                  <a:gd name="connsiteX2" fmla="*/ 1799303 w 2694038"/>
                  <a:gd name="connsiteY2" fmla="*/ 1936954 h 1936954"/>
                  <a:gd name="connsiteX3" fmla="*/ 0 w 2694038"/>
                  <a:gd name="connsiteY3" fmla="*/ 1936954 h 1936954"/>
                  <a:gd name="connsiteX4" fmla="*/ 0 w 2694038"/>
                  <a:gd name="connsiteY4" fmla="*/ 0 h 1936954"/>
                  <a:gd name="connsiteX0" fmla="*/ 3048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40764 h 1940764"/>
                  <a:gd name="connsiteX4" fmla="*/ 30480 w 2694038"/>
                  <a:gd name="connsiteY4" fmla="*/ 0 h 1940764"/>
                  <a:gd name="connsiteX0" fmla="*/ 762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40764 h 1940764"/>
                  <a:gd name="connsiteX4" fmla="*/ 7620 w 269403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194310 w 2686418"/>
                  <a:gd name="connsiteY3" fmla="*/ 1898854 h 1940764"/>
                  <a:gd name="connsiteX4" fmla="*/ 0 w 268641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7620 w 2686418"/>
                  <a:gd name="connsiteY3" fmla="*/ 1925524 h 1940764"/>
                  <a:gd name="connsiteX4" fmla="*/ 0 w 2686418"/>
                  <a:gd name="connsiteY4" fmla="*/ 0 h 1940764"/>
                  <a:gd name="connsiteX0" fmla="*/ 7620 w 2694038"/>
                  <a:gd name="connsiteY0" fmla="*/ 0 h 1940764"/>
                  <a:gd name="connsiteX1" fmla="*/ 2694038 w 2694038"/>
                  <a:gd name="connsiteY1" fmla="*/ 3810 h 1940764"/>
                  <a:gd name="connsiteX2" fmla="*/ 1799303 w 2694038"/>
                  <a:gd name="connsiteY2" fmla="*/ 1940764 h 1940764"/>
                  <a:gd name="connsiteX3" fmla="*/ 0 w 2694038"/>
                  <a:gd name="connsiteY3" fmla="*/ 1929334 h 1940764"/>
                  <a:gd name="connsiteX4" fmla="*/ 7620 w 2694038"/>
                  <a:gd name="connsiteY4" fmla="*/ 0 h 1940764"/>
                  <a:gd name="connsiteX0" fmla="*/ 0 w 2686418"/>
                  <a:gd name="connsiteY0" fmla="*/ 0 h 1940764"/>
                  <a:gd name="connsiteX1" fmla="*/ 2686418 w 2686418"/>
                  <a:gd name="connsiteY1" fmla="*/ 3810 h 1940764"/>
                  <a:gd name="connsiteX2" fmla="*/ 1791683 w 2686418"/>
                  <a:gd name="connsiteY2" fmla="*/ 1940764 h 1940764"/>
                  <a:gd name="connsiteX3" fmla="*/ 0 w 2686418"/>
                  <a:gd name="connsiteY3" fmla="*/ 1925524 h 1940764"/>
                  <a:gd name="connsiteX4" fmla="*/ 0 w 2686418"/>
                  <a:gd name="connsiteY4" fmla="*/ 0 h 1940764"/>
                  <a:gd name="connsiteX0" fmla="*/ 0 w 2686418"/>
                  <a:gd name="connsiteY0" fmla="*/ 0 h 1925524"/>
                  <a:gd name="connsiteX1" fmla="*/ 2686418 w 2686418"/>
                  <a:gd name="connsiteY1" fmla="*/ 3810 h 1925524"/>
                  <a:gd name="connsiteX2" fmla="*/ 1810733 w 2686418"/>
                  <a:gd name="connsiteY2" fmla="*/ 1895044 h 1925524"/>
                  <a:gd name="connsiteX3" fmla="*/ 0 w 2686418"/>
                  <a:gd name="connsiteY3" fmla="*/ 1925524 h 1925524"/>
                  <a:gd name="connsiteX4" fmla="*/ 0 w 2686418"/>
                  <a:gd name="connsiteY4" fmla="*/ 0 h 192552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  <a:gd name="connsiteX0" fmla="*/ 0 w 2686418"/>
                  <a:gd name="connsiteY0" fmla="*/ 0 h 1929334"/>
                  <a:gd name="connsiteX1" fmla="*/ 2686418 w 2686418"/>
                  <a:gd name="connsiteY1" fmla="*/ 3810 h 1929334"/>
                  <a:gd name="connsiteX2" fmla="*/ 1772633 w 2686418"/>
                  <a:gd name="connsiteY2" fmla="*/ 1929334 h 1929334"/>
                  <a:gd name="connsiteX3" fmla="*/ 0 w 2686418"/>
                  <a:gd name="connsiteY3" fmla="*/ 1925524 h 1929334"/>
                  <a:gd name="connsiteX4" fmla="*/ 0 w 2686418"/>
                  <a:gd name="connsiteY4" fmla="*/ 0 h 1929334"/>
                  <a:gd name="connsiteX0" fmla="*/ 0 w 2686418"/>
                  <a:gd name="connsiteY0" fmla="*/ 0 h 2489404"/>
                  <a:gd name="connsiteX1" fmla="*/ 2686418 w 2686418"/>
                  <a:gd name="connsiteY1" fmla="*/ 3810 h 2489404"/>
                  <a:gd name="connsiteX2" fmla="*/ 1772633 w 2686418"/>
                  <a:gd name="connsiteY2" fmla="*/ 1929334 h 2489404"/>
                  <a:gd name="connsiteX3" fmla="*/ 3818 w 2686418"/>
                  <a:gd name="connsiteY3" fmla="*/ 2489404 h 2489404"/>
                  <a:gd name="connsiteX4" fmla="*/ 0 w 2686418"/>
                  <a:gd name="connsiteY4" fmla="*/ 0 h 2489404"/>
                  <a:gd name="connsiteX0" fmla="*/ 0 w 2686418"/>
                  <a:gd name="connsiteY0" fmla="*/ 0 h 2497277"/>
                  <a:gd name="connsiteX1" fmla="*/ 2686418 w 2686418"/>
                  <a:gd name="connsiteY1" fmla="*/ 3810 h 2497277"/>
                  <a:gd name="connsiteX2" fmla="*/ 1772633 w 2686418"/>
                  <a:gd name="connsiteY2" fmla="*/ 1929334 h 2497277"/>
                  <a:gd name="connsiteX3" fmla="*/ 3818 w 2686418"/>
                  <a:gd name="connsiteY3" fmla="*/ 2489404 h 2497277"/>
                  <a:gd name="connsiteX4" fmla="*/ 0 w 2686418"/>
                  <a:gd name="connsiteY4" fmla="*/ 0 h 2497277"/>
                  <a:gd name="connsiteX0" fmla="*/ 0 w 2686418"/>
                  <a:gd name="connsiteY0" fmla="*/ 0 h 2497833"/>
                  <a:gd name="connsiteX1" fmla="*/ 2686418 w 2686418"/>
                  <a:gd name="connsiteY1" fmla="*/ 3810 h 2497833"/>
                  <a:gd name="connsiteX2" fmla="*/ 1772633 w 2686418"/>
                  <a:gd name="connsiteY2" fmla="*/ 1929334 h 2497833"/>
                  <a:gd name="connsiteX3" fmla="*/ 3818 w 2686418"/>
                  <a:gd name="connsiteY3" fmla="*/ 2489404 h 2497833"/>
                  <a:gd name="connsiteX4" fmla="*/ 0 w 2686418"/>
                  <a:gd name="connsiteY4" fmla="*/ 0 h 2497833"/>
                  <a:gd name="connsiteX0" fmla="*/ 0 w 2754338"/>
                  <a:gd name="connsiteY0" fmla="*/ 0 h 2497833"/>
                  <a:gd name="connsiteX1" fmla="*/ 2686418 w 2754338"/>
                  <a:gd name="connsiteY1" fmla="*/ 3810 h 2497833"/>
                  <a:gd name="connsiteX2" fmla="*/ 1772633 w 2754338"/>
                  <a:gd name="connsiteY2" fmla="*/ 1929334 h 2497833"/>
                  <a:gd name="connsiteX3" fmla="*/ 3818 w 2754338"/>
                  <a:gd name="connsiteY3" fmla="*/ 2489404 h 2497833"/>
                  <a:gd name="connsiteX4" fmla="*/ 0 w 2754338"/>
                  <a:gd name="connsiteY4" fmla="*/ 0 h 2497833"/>
                  <a:gd name="connsiteX0" fmla="*/ 0 w 2754583"/>
                  <a:gd name="connsiteY0" fmla="*/ 0 h 2497554"/>
                  <a:gd name="connsiteX1" fmla="*/ 2686418 w 2754583"/>
                  <a:gd name="connsiteY1" fmla="*/ 3810 h 2497554"/>
                  <a:gd name="connsiteX2" fmla="*/ 1772633 w 2754583"/>
                  <a:gd name="connsiteY2" fmla="*/ 1929334 h 2497554"/>
                  <a:gd name="connsiteX3" fmla="*/ 3818 w 2754583"/>
                  <a:gd name="connsiteY3" fmla="*/ 2489404 h 2497554"/>
                  <a:gd name="connsiteX4" fmla="*/ 0 w 2754583"/>
                  <a:gd name="connsiteY4" fmla="*/ 0 h 2497554"/>
                  <a:gd name="connsiteX0" fmla="*/ 0 w 2742269"/>
                  <a:gd name="connsiteY0" fmla="*/ 0 h 2497916"/>
                  <a:gd name="connsiteX1" fmla="*/ 2686418 w 2742269"/>
                  <a:gd name="connsiteY1" fmla="*/ 3810 h 2497916"/>
                  <a:gd name="connsiteX2" fmla="*/ 1772633 w 2742269"/>
                  <a:gd name="connsiteY2" fmla="*/ 1929334 h 2497916"/>
                  <a:gd name="connsiteX3" fmla="*/ 3818 w 2742269"/>
                  <a:gd name="connsiteY3" fmla="*/ 2489404 h 2497916"/>
                  <a:gd name="connsiteX4" fmla="*/ 0 w 2742269"/>
                  <a:gd name="connsiteY4" fmla="*/ 0 h 2497916"/>
                  <a:gd name="connsiteX0" fmla="*/ 0 w 2742961"/>
                  <a:gd name="connsiteY0" fmla="*/ 0 h 2497735"/>
                  <a:gd name="connsiteX1" fmla="*/ 2686418 w 2742961"/>
                  <a:gd name="connsiteY1" fmla="*/ 3810 h 2497735"/>
                  <a:gd name="connsiteX2" fmla="*/ 1772633 w 2742961"/>
                  <a:gd name="connsiteY2" fmla="*/ 1929334 h 2497735"/>
                  <a:gd name="connsiteX3" fmla="*/ 3818 w 2742961"/>
                  <a:gd name="connsiteY3" fmla="*/ 2489404 h 2497735"/>
                  <a:gd name="connsiteX4" fmla="*/ 0 w 2742961"/>
                  <a:gd name="connsiteY4" fmla="*/ 0 h 2497735"/>
                  <a:gd name="connsiteX0" fmla="*/ 0 w 2686418"/>
                  <a:gd name="connsiteY0" fmla="*/ 0 h 2497735"/>
                  <a:gd name="connsiteX1" fmla="*/ 2686418 w 2686418"/>
                  <a:gd name="connsiteY1" fmla="*/ 3810 h 2497735"/>
                  <a:gd name="connsiteX2" fmla="*/ 1772633 w 2686418"/>
                  <a:gd name="connsiteY2" fmla="*/ 1929334 h 2497735"/>
                  <a:gd name="connsiteX3" fmla="*/ 3818 w 2686418"/>
                  <a:gd name="connsiteY3" fmla="*/ 2489404 h 2497735"/>
                  <a:gd name="connsiteX4" fmla="*/ 0 w 2686418"/>
                  <a:gd name="connsiteY4" fmla="*/ 0 h 2497735"/>
                  <a:gd name="connsiteX0" fmla="*/ 0 w 2686418"/>
                  <a:gd name="connsiteY0" fmla="*/ 0 h 2497735"/>
                  <a:gd name="connsiteX1" fmla="*/ 2686418 w 2686418"/>
                  <a:gd name="connsiteY1" fmla="*/ 3810 h 2497735"/>
                  <a:gd name="connsiteX2" fmla="*/ 1772633 w 2686418"/>
                  <a:gd name="connsiteY2" fmla="*/ 1929334 h 2497735"/>
                  <a:gd name="connsiteX3" fmla="*/ 3818 w 2686418"/>
                  <a:gd name="connsiteY3" fmla="*/ 2489404 h 2497735"/>
                  <a:gd name="connsiteX4" fmla="*/ 0 w 2686418"/>
                  <a:gd name="connsiteY4" fmla="*/ 0 h 2497735"/>
                  <a:gd name="connsiteX0" fmla="*/ 0 w 2686418"/>
                  <a:gd name="connsiteY0" fmla="*/ 0 h 2497735"/>
                  <a:gd name="connsiteX1" fmla="*/ 2686418 w 2686418"/>
                  <a:gd name="connsiteY1" fmla="*/ 3810 h 2497735"/>
                  <a:gd name="connsiteX2" fmla="*/ 1772633 w 2686418"/>
                  <a:gd name="connsiteY2" fmla="*/ 1929334 h 2497735"/>
                  <a:gd name="connsiteX3" fmla="*/ 3818 w 2686418"/>
                  <a:gd name="connsiteY3" fmla="*/ 2489404 h 2497735"/>
                  <a:gd name="connsiteX4" fmla="*/ 0 w 2686418"/>
                  <a:gd name="connsiteY4" fmla="*/ 0 h 2497735"/>
                  <a:gd name="connsiteX0" fmla="*/ 0 w 2686418"/>
                  <a:gd name="connsiteY0" fmla="*/ 0 h 2497735"/>
                  <a:gd name="connsiteX1" fmla="*/ 2686418 w 2686418"/>
                  <a:gd name="connsiteY1" fmla="*/ 3810 h 2497735"/>
                  <a:gd name="connsiteX2" fmla="*/ 1772633 w 2686418"/>
                  <a:gd name="connsiteY2" fmla="*/ 1929334 h 2497735"/>
                  <a:gd name="connsiteX3" fmla="*/ 3818 w 2686418"/>
                  <a:gd name="connsiteY3" fmla="*/ 2489404 h 2497735"/>
                  <a:gd name="connsiteX4" fmla="*/ 0 w 2686418"/>
                  <a:gd name="connsiteY4" fmla="*/ 0 h 2497735"/>
                  <a:gd name="connsiteX0" fmla="*/ 0 w 2686418"/>
                  <a:gd name="connsiteY0" fmla="*/ 0 h 2494751"/>
                  <a:gd name="connsiteX1" fmla="*/ 2686418 w 2686418"/>
                  <a:gd name="connsiteY1" fmla="*/ 3810 h 2494751"/>
                  <a:gd name="connsiteX2" fmla="*/ 1626294 w 2686418"/>
                  <a:gd name="connsiteY2" fmla="*/ 1663772 h 2494751"/>
                  <a:gd name="connsiteX3" fmla="*/ 3818 w 2686418"/>
                  <a:gd name="connsiteY3" fmla="*/ 2489404 h 2494751"/>
                  <a:gd name="connsiteX4" fmla="*/ 0 w 2686418"/>
                  <a:gd name="connsiteY4" fmla="*/ 0 h 2494751"/>
                  <a:gd name="connsiteX0" fmla="*/ 0 w 2686418"/>
                  <a:gd name="connsiteY0" fmla="*/ 0 h 2497084"/>
                  <a:gd name="connsiteX1" fmla="*/ 2686418 w 2686418"/>
                  <a:gd name="connsiteY1" fmla="*/ 3810 h 2497084"/>
                  <a:gd name="connsiteX2" fmla="*/ 1726422 w 2686418"/>
                  <a:gd name="connsiteY2" fmla="*/ 1888825 h 2497084"/>
                  <a:gd name="connsiteX3" fmla="*/ 3818 w 2686418"/>
                  <a:gd name="connsiteY3" fmla="*/ 2489404 h 2497084"/>
                  <a:gd name="connsiteX4" fmla="*/ 0 w 2686418"/>
                  <a:gd name="connsiteY4" fmla="*/ 0 h 2497084"/>
                  <a:gd name="connsiteX0" fmla="*/ 0 w 2686418"/>
                  <a:gd name="connsiteY0" fmla="*/ 0 h 2497420"/>
                  <a:gd name="connsiteX1" fmla="*/ 2686418 w 2686418"/>
                  <a:gd name="connsiteY1" fmla="*/ 3810 h 2497420"/>
                  <a:gd name="connsiteX2" fmla="*/ 1726422 w 2686418"/>
                  <a:gd name="connsiteY2" fmla="*/ 1888825 h 2497420"/>
                  <a:gd name="connsiteX3" fmla="*/ 3818 w 2686418"/>
                  <a:gd name="connsiteY3" fmla="*/ 2489404 h 2497420"/>
                  <a:gd name="connsiteX4" fmla="*/ 0 w 2686418"/>
                  <a:gd name="connsiteY4" fmla="*/ 0 h 2497420"/>
                  <a:gd name="connsiteX0" fmla="*/ 0 w 2686418"/>
                  <a:gd name="connsiteY0" fmla="*/ 0 h 2495986"/>
                  <a:gd name="connsiteX1" fmla="*/ 2686418 w 2686418"/>
                  <a:gd name="connsiteY1" fmla="*/ 3810 h 2495986"/>
                  <a:gd name="connsiteX2" fmla="*/ 1641699 w 2686418"/>
                  <a:gd name="connsiteY2" fmla="*/ 1780800 h 2495986"/>
                  <a:gd name="connsiteX3" fmla="*/ 3818 w 2686418"/>
                  <a:gd name="connsiteY3" fmla="*/ 2489404 h 2495986"/>
                  <a:gd name="connsiteX4" fmla="*/ 0 w 2686418"/>
                  <a:gd name="connsiteY4" fmla="*/ 0 h 2495986"/>
                  <a:gd name="connsiteX0" fmla="*/ 0 w 2686418"/>
                  <a:gd name="connsiteY0" fmla="*/ 0 h 2497420"/>
                  <a:gd name="connsiteX1" fmla="*/ 2686418 w 2686418"/>
                  <a:gd name="connsiteY1" fmla="*/ 3810 h 2497420"/>
                  <a:gd name="connsiteX2" fmla="*/ 1726422 w 2686418"/>
                  <a:gd name="connsiteY2" fmla="*/ 1888826 h 2497420"/>
                  <a:gd name="connsiteX3" fmla="*/ 3818 w 2686418"/>
                  <a:gd name="connsiteY3" fmla="*/ 2489404 h 2497420"/>
                  <a:gd name="connsiteX4" fmla="*/ 0 w 2686418"/>
                  <a:gd name="connsiteY4" fmla="*/ 0 h 2497420"/>
                  <a:gd name="connsiteX0" fmla="*/ 0 w 2686418"/>
                  <a:gd name="connsiteY0" fmla="*/ 0 h 2489404"/>
                  <a:gd name="connsiteX1" fmla="*/ 2686418 w 2686418"/>
                  <a:gd name="connsiteY1" fmla="*/ 3810 h 2489404"/>
                  <a:gd name="connsiteX2" fmla="*/ 1726422 w 2686418"/>
                  <a:gd name="connsiteY2" fmla="*/ 1888826 h 2489404"/>
                  <a:gd name="connsiteX3" fmla="*/ 3818 w 2686418"/>
                  <a:gd name="connsiteY3" fmla="*/ 2489404 h 2489404"/>
                  <a:gd name="connsiteX4" fmla="*/ 0 w 2686418"/>
                  <a:gd name="connsiteY4" fmla="*/ 0 h 2489404"/>
                  <a:gd name="connsiteX0" fmla="*/ 0 w 2686418"/>
                  <a:gd name="connsiteY0" fmla="*/ 0 h 2506452"/>
                  <a:gd name="connsiteX1" fmla="*/ 2686418 w 2686418"/>
                  <a:gd name="connsiteY1" fmla="*/ 3810 h 2506452"/>
                  <a:gd name="connsiteX2" fmla="*/ 1726422 w 2686418"/>
                  <a:gd name="connsiteY2" fmla="*/ 1888826 h 2506452"/>
                  <a:gd name="connsiteX3" fmla="*/ 3818 w 2686418"/>
                  <a:gd name="connsiteY3" fmla="*/ 2489404 h 2506452"/>
                  <a:gd name="connsiteX4" fmla="*/ 0 w 2686418"/>
                  <a:gd name="connsiteY4" fmla="*/ 0 h 2506452"/>
                  <a:gd name="connsiteX0" fmla="*/ 0 w 2686418"/>
                  <a:gd name="connsiteY0" fmla="*/ 0 h 2507008"/>
                  <a:gd name="connsiteX1" fmla="*/ 2686418 w 2686418"/>
                  <a:gd name="connsiteY1" fmla="*/ 3810 h 2507008"/>
                  <a:gd name="connsiteX2" fmla="*/ 1726422 w 2686418"/>
                  <a:gd name="connsiteY2" fmla="*/ 1906830 h 2507008"/>
                  <a:gd name="connsiteX3" fmla="*/ 3818 w 2686418"/>
                  <a:gd name="connsiteY3" fmla="*/ 2489404 h 2507008"/>
                  <a:gd name="connsiteX4" fmla="*/ 0 w 2686418"/>
                  <a:gd name="connsiteY4" fmla="*/ 0 h 250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86418" h="2507008">
                    <a:moveTo>
                      <a:pt x="0" y="0"/>
                    </a:moveTo>
                    <a:lnTo>
                      <a:pt x="2686418" y="3810"/>
                    </a:lnTo>
                    <a:cubicBezTo>
                      <a:pt x="2456825" y="1196419"/>
                      <a:pt x="1978421" y="1675145"/>
                      <a:pt x="1726422" y="1906830"/>
                    </a:cubicBezTo>
                    <a:cubicBezTo>
                      <a:pt x="1468039" y="2144385"/>
                      <a:pt x="771039" y="2602305"/>
                      <a:pt x="3818" y="2489404"/>
                    </a:cubicBezTo>
                    <a:cubicBezTo>
                      <a:pt x="2545" y="1659603"/>
                      <a:pt x="1273" y="82980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C915827-EE1D-4870-9257-0EDEED844A95}"/>
                </a:ext>
              </a:extLst>
            </p:cNvPr>
            <p:cNvSpPr/>
            <p:nvPr userDrawn="1"/>
          </p:nvSpPr>
          <p:spPr>
            <a:xfrm>
              <a:off x="8868697" y="0"/>
              <a:ext cx="3323303" cy="6858001"/>
            </a:xfrm>
            <a:prstGeom prst="rect">
              <a:avLst/>
            </a:prstGeom>
            <a:solidFill>
              <a:srgbClr val="E0C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2859C31-3F7E-4B15-B153-B7C845770B8D}"/>
                </a:ext>
              </a:extLst>
            </p:cNvPr>
            <p:cNvGrpSpPr/>
            <p:nvPr userDrawn="1"/>
          </p:nvGrpSpPr>
          <p:grpSpPr>
            <a:xfrm>
              <a:off x="9026013" y="2"/>
              <a:ext cx="3086245" cy="6548283"/>
              <a:chOff x="6251567" y="2"/>
              <a:chExt cx="3418416" cy="6766559"/>
            </a:xfrm>
            <a:solidFill>
              <a:srgbClr val="ECDC84"/>
            </a:solidFill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9DF3247-7BA9-4DD5-89C4-B8D544EF87F5}"/>
                  </a:ext>
                </a:extLst>
              </p:cNvPr>
              <p:cNvSpPr/>
              <p:nvPr userDrawn="1"/>
            </p:nvSpPr>
            <p:spPr>
              <a:xfrm>
                <a:off x="6251567" y="3613266"/>
                <a:ext cx="3354273" cy="315329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31" name="Flowchart: Delay 10">
                <a:extLst>
                  <a:ext uri="{FF2B5EF4-FFF2-40B4-BE49-F238E27FC236}">
                    <a16:creationId xmlns:a16="http://schemas.microsoft.com/office/drawing/2014/main" id="{B49E29DC-4899-400A-8D66-C99BF024A608}"/>
                  </a:ext>
                </a:extLst>
              </p:cNvPr>
              <p:cNvSpPr/>
              <p:nvPr userDrawn="1"/>
            </p:nvSpPr>
            <p:spPr>
              <a:xfrm rot="5400000">
                <a:off x="6240982" y="44335"/>
                <a:ext cx="3473333" cy="3384668"/>
              </a:xfrm>
              <a:custGeom>
                <a:avLst/>
                <a:gdLst>
                  <a:gd name="connsiteX0" fmla="*/ 0 w 3361290"/>
                  <a:gd name="connsiteY0" fmla="*/ 0 h 3055776"/>
                  <a:gd name="connsiteX1" fmla="*/ 1680645 w 3361290"/>
                  <a:gd name="connsiteY1" fmla="*/ 0 h 3055776"/>
                  <a:gd name="connsiteX2" fmla="*/ 3361290 w 3361290"/>
                  <a:gd name="connsiteY2" fmla="*/ 1527888 h 3055776"/>
                  <a:gd name="connsiteX3" fmla="*/ 1680645 w 3361290"/>
                  <a:gd name="connsiteY3" fmla="*/ 3055776 h 3055776"/>
                  <a:gd name="connsiteX4" fmla="*/ 0 w 3361290"/>
                  <a:gd name="connsiteY4" fmla="*/ 3055776 h 3055776"/>
                  <a:gd name="connsiteX5" fmla="*/ 0 w 3361290"/>
                  <a:gd name="connsiteY5" fmla="*/ 0 h 3055776"/>
                  <a:gd name="connsiteX0" fmla="*/ 0 w 3361290"/>
                  <a:gd name="connsiteY0" fmla="*/ 0 h 3055776"/>
                  <a:gd name="connsiteX1" fmla="*/ 1680645 w 3361290"/>
                  <a:gd name="connsiteY1" fmla="*/ 0 h 3055776"/>
                  <a:gd name="connsiteX2" fmla="*/ 3361290 w 3361290"/>
                  <a:gd name="connsiteY2" fmla="*/ 1527888 h 3055776"/>
                  <a:gd name="connsiteX3" fmla="*/ 1680645 w 3361290"/>
                  <a:gd name="connsiteY3" fmla="*/ 3055776 h 3055776"/>
                  <a:gd name="connsiteX4" fmla="*/ 0 w 3361290"/>
                  <a:gd name="connsiteY4" fmla="*/ 3055776 h 3055776"/>
                  <a:gd name="connsiteX5" fmla="*/ 0 w 3361290"/>
                  <a:gd name="connsiteY5" fmla="*/ 0 h 3055776"/>
                  <a:gd name="connsiteX0" fmla="*/ 0 w 3361290"/>
                  <a:gd name="connsiteY0" fmla="*/ 0 h 3055776"/>
                  <a:gd name="connsiteX1" fmla="*/ 1680645 w 3361290"/>
                  <a:gd name="connsiteY1" fmla="*/ 0 h 3055776"/>
                  <a:gd name="connsiteX2" fmla="*/ 3361290 w 3361290"/>
                  <a:gd name="connsiteY2" fmla="*/ 1527888 h 3055776"/>
                  <a:gd name="connsiteX3" fmla="*/ 1680645 w 3361290"/>
                  <a:gd name="connsiteY3" fmla="*/ 3055776 h 3055776"/>
                  <a:gd name="connsiteX4" fmla="*/ 0 w 3361290"/>
                  <a:gd name="connsiteY4" fmla="*/ 3055776 h 3055776"/>
                  <a:gd name="connsiteX5" fmla="*/ 0 w 3361290"/>
                  <a:gd name="connsiteY5" fmla="*/ 0 h 3055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61290" h="3055776">
                    <a:moveTo>
                      <a:pt x="0" y="0"/>
                    </a:moveTo>
                    <a:lnTo>
                      <a:pt x="1680645" y="0"/>
                    </a:lnTo>
                    <a:cubicBezTo>
                      <a:pt x="2638336" y="0"/>
                      <a:pt x="3361290" y="615233"/>
                      <a:pt x="3361290" y="1527888"/>
                    </a:cubicBezTo>
                    <a:cubicBezTo>
                      <a:pt x="3361290" y="2440543"/>
                      <a:pt x="2608840" y="3055776"/>
                      <a:pt x="1680645" y="3055776"/>
                    </a:cubicBezTo>
                    <a:lnTo>
                      <a:pt x="0" y="305577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B08506A7-5FD8-4B2F-9C20-CD4D65EA7B1A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7606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Shape&#10;&#10;Description automatically generated with low confidence">
            <a:extLst>
              <a:ext uri="{FF2B5EF4-FFF2-40B4-BE49-F238E27FC236}">
                <a16:creationId xmlns:a16="http://schemas.microsoft.com/office/drawing/2014/main" id="{C5F0003B-06AD-6E47-B9D4-D84B60E8D8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9169672" cy="685800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2542A1D-58F2-483F-9AB2-64B34D1A7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809" y="30764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010790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ircl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152" y="603504"/>
            <a:ext cx="7964424" cy="8595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2152" y="2084832"/>
            <a:ext cx="7964424" cy="3941064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02152" y="1472184"/>
            <a:ext cx="7955280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CF20A9-6312-46C9-880F-612105053364}"/>
              </a:ext>
            </a:extLst>
          </p:cNvPr>
          <p:cNvSpPr/>
          <p:nvPr userDrawn="1"/>
        </p:nvSpPr>
        <p:spPr>
          <a:xfrm>
            <a:off x="57121" y="3291842"/>
            <a:ext cx="2944263" cy="2944263"/>
          </a:xfrm>
          <a:prstGeom prst="ellipse">
            <a:avLst/>
          </a:prstGeom>
          <a:solidFill>
            <a:srgbClr val="E1CD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CB7275D1-FD60-4728-9377-FB46F25A3761}"/>
              </a:ext>
            </a:extLst>
          </p:cNvPr>
          <p:cNvSpPr/>
          <p:nvPr userDrawn="1"/>
        </p:nvSpPr>
        <p:spPr>
          <a:xfrm rot="5400000">
            <a:off x="-125760" y="304550"/>
            <a:ext cx="3313355" cy="2704263"/>
          </a:xfrm>
          <a:prstGeom prst="flowChartDelay">
            <a:avLst/>
          </a:prstGeom>
          <a:solidFill>
            <a:srgbClr val="EA7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21482171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ircl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9726834F-2356-4E21-8DAD-AEF4E6E41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6285011" cy="6408329"/>
          </a:xfrm>
          <a:prstGeom prst="rect">
            <a:avLst/>
          </a:prstGeom>
        </p:spPr>
      </p:pic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841248"/>
            <a:ext cx="5248656" cy="1325880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2824" y="2843784"/>
            <a:ext cx="5257800" cy="3355848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824" y="2176272"/>
            <a:ext cx="5248656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747500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Circle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82B6871-AC34-478E-A67F-BE7299A1C99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005069" y="4955858"/>
            <a:ext cx="2556251" cy="728796"/>
            <a:chOff x="13027025" y="3148013"/>
            <a:chExt cx="4827588" cy="1376363"/>
          </a:xfrm>
          <a:solidFill>
            <a:schemeClr val="bg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305E01C-D106-4C75-8DEA-EC138C71A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027025" y="4284663"/>
              <a:ext cx="4765675" cy="239713"/>
            </a:xfrm>
            <a:custGeom>
              <a:avLst/>
              <a:gdLst>
                <a:gd name="T0" fmla="*/ 4107 w 4139"/>
                <a:gd name="T1" fmla="*/ 127 h 208"/>
                <a:gd name="T2" fmla="*/ 4066 w 4139"/>
                <a:gd name="T3" fmla="*/ 180 h 208"/>
                <a:gd name="T4" fmla="*/ 4015 w 4139"/>
                <a:gd name="T5" fmla="*/ 163 h 208"/>
                <a:gd name="T6" fmla="*/ 3949 w 4139"/>
                <a:gd name="T7" fmla="*/ 83 h 208"/>
                <a:gd name="T8" fmla="*/ 3884 w 4139"/>
                <a:gd name="T9" fmla="*/ 48 h 208"/>
                <a:gd name="T10" fmla="*/ 3828 w 4139"/>
                <a:gd name="T11" fmla="*/ 161 h 208"/>
                <a:gd name="T12" fmla="*/ 3773 w 4139"/>
                <a:gd name="T13" fmla="*/ 16 h 208"/>
                <a:gd name="T14" fmla="*/ 3706 w 4139"/>
                <a:gd name="T15" fmla="*/ 16 h 208"/>
                <a:gd name="T16" fmla="*/ 3607 w 4139"/>
                <a:gd name="T17" fmla="*/ 108 h 208"/>
                <a:gd name="T18" fmla="*/ 3678 w 4139"/>
                <a:gd name="T19" fmla="*/ 163 h 208"/>
                <a:gd name="T20" fmla="*/ 3550 w 4139"/>
                <a:gd name="T21" fmla="*/ 64 h 208"/>
                <a:gd name="T22" fmla="*/ 3481 w 4139"/>
                <a:gd name="T23" fmla="*/ 126 h 208"/>
                <a:gd name="T24" fmla="*/ 3371 w 4139"/>
                <a:gd name="T25" fmla="*/ 48 h 208"/>
                <a:gd name="T26" fmla="*/ 3442 w 4139"/>
                <a:gd name="T27" fmla="*/ 163 h 208"/>
                <a:gd name="T28" fmla="*/ 3302 w 4139"/>
                <a:gd name="T29" fmla="*/ 150 h 208"/>
                <a:gd name="T30" fmla="*/ 3169 w 4139"/>
                <a:gd name="T31" fmla="*/ 112 h 208"/>
                <a:gd name="T32" fmla="*/ 3169 w 4139"/>
                <a:gd name="T33" fmla="*/ 55 h 208"/>
                <a:gd name="T34" fmla="*/ 3111 w 4139"/>
                <a:gd name="T35" fmla="*/ 158 h 208"/>
                <a:gd name="T36" fmla="*/ 2892 w 4139"/>
                <a:gd name="T37" fmla="*/ 48 h 208"/>
                <a:gd name="T38" fmla="*/ 2840 w 4139"/>
                <a:gd name="T39" fmla="*/ 80 h 208"/>
                <a:gd name="T40" fmla="*/ 2821 w 4139"/>
                <a:gd name="T41" fmla="*/ 166 h 208"/>
                <a:gd name="T42" fmla="*/ 2877 w 4139"/>
                <a:gd name="T43" fmla="*/ 48 h 208"/>
                <a:gd name="T44" fmla="*/ 2704 w 4139"/>
                <a:gd name="T45" fmla="*/ 134 h 208"/>
                <a:gd name="T46" fmla="*/ 2743 w 4139"/>
                <a:gd name="T47" fmla="*/ 150 h 208"/>
                <a:gd name="T48" fmla="*/ 2535 w 4139"/>
                <a:gd name="T49" fmla="*/ 85 h 208"/>
                <a:gd name="T50" fmla="*/ 2466 w 4139"/>
                <a:gd name="T51" fmla="*/ 106 h 208"/>
                <a:gd name="T52" fmla="*/ 2342 w 4139"/>
                <a:gd name="T53" fmla="*/ 48 h 208"/>
                <a:gd name="T54" fmla="*/ 2245 w 4139"/>
                <a:gd name="T55" fmla="*/ 163 h 208"/>
                <a:gd name="T56" fmla="*/ 2245 w 4139"/>
                <a:gd name="T57" fmla="*/ 59 h 208"/>
                <a:gd name="T58" fmla="*/ 2125 w 4139"/>
                <a:gd name="T59" fmla="*/ 85 h 208"/>
                <a:gd name="T60" fmla="*/ 2003 w 4139"/>
                <a:gd name="T61" fmla="*/ 78 h 208"/>
                <a:gd name="T62" fmla="*/ 2070 w 4139"/>
                <a:gd name="T63" fmla="*/ 117 h 208"/>
                <a:gd name="T64" fmla="*/ 1972 w 4139"/>
                <a:gd name="T65" fmla="*/ 5 h 208"/>
                <a:gd name="T66" fmla="*/ 1723 w 4139"/>
                <a:gd name="T67" fmla="*/ 77 h 208"/>
                <a:gd name="T68" fmla="*/ 1741 w 4139"/>
                <a:gd name="T69" fmla="*/ 57 h 208"/>
                <a:gd name="T70" fmla="*/ 1610 w 4139"/>
                <a:gd name="T71" fmla="*/ 45 h 208"/>
                <a:gd name="T72" fmla="*/ 1617 w 4139"/>
                <a:gd name="T73" fmla="*/ 103 h 208"/>
                <a:gd name="T74" fmla="*/ 1521 w 4139"/>
                <a:gd name="T75" fmla="*/ 90 h 208"/>
                <a:gd name="T76" fmla="*/ 1417 w 4139"/>
                <a:gd name="T77" fmla="*/ 128 h 208"/>
                <a:gd name="T78" fmla="*/ 1313 w 4139"/>
                <a:gd name="T79" fmla="*/ 101 h 208"/>
                <a:gd name="T80" fmla="*/ 1275 w 4139"/>
                <a:gd name="T81" fmla="*/ 163 h 208"/>
                <a:gd name="T82" fmla="*/ 1196 w 4139"/>
                <a:gd name="T83" fmla="*/ 0 h 208"/>
                <a:gd name="T84" fmla="*/ 1130 w 4139"/>
                <a:gd name="T85" fmla="*/ 0 h 208"/>
                <a:gd name="T86" fmla="*/ 1071 w 4139"/>
                <a:gd name="T87" fmla="*/ 163 h 208"/>
                <a:gd name="T88" fmla="*/ 981 w 4139"/>
                <a:gd name="T89" fmla="*/ 101 h 208"/>
                <a:gd name="T90" fmla="*/ 879 w 4139"/>
                <a:gd name="T91" fmla="*/ 92 h 208"/>
                <a:gd name="T92" fmla="*/ 901 w 4139"/>
                <a:gd name="T93" fmla="*/ 45 h 208"/>
                <a:gd name="T94" fmla="*/ 728 w 4139"/>
                <a:gd name="T95" fmla="*/ 66 h 208"/>
                <a:gd name="T96" fmla="*/ 614 w 4139"/>
                <a:gd name="T97" fmla="*/ 0 h 208"/>
                <a:gd name="T98" fmla="*/ 555 w 4139"/>
                <a:gd name="T99" fmla="*/ 163 h 208"/>
                <a:gd name="T100" fmla="*/ 465 w 4139"/>
                <a:gd name="T101" fmla="*/ 101 h 208"/>
                <a:gd name="T102" fmla="*/ 398 w 4139"/>
                <a:gd name="T103" fmla="*/ 84 h 208"/>
                <a:gd name="T104" fmla="*/ 365 w 4139"/>
                <a:gd name="T105" fmla="*/ 0 h 208"/>
                <a:gd name="T106" fmla="*/ 258 w 4139"/>
                <a:gd name="T107" fmla="*/ 77 h 208"/>
                <a:gd name="T108" fmla="*/ 219 w 4139"/>
                <a:gd name="T109" fmla="*/ 61 h 208"/>
                <a:gd name="T110" fmla="*/ 112 w 4139"/>
                <a:gd name="T111" fmla="*/ 149 h 208"/>
                <a:gd name="T112" fmla="*/ 35 w 4139"/>
                <a:gd name="T113" fmla="*/ 84 h 208"/>
                <a:gd name="T114" fmla="*/ 4 w 4139"/>
                <a:gd name="T115" fmla="*/ 5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39" h="208">
                  <a:moveTo>
                    <a:pt x="4089" y="134"/>
                  </a:moveTo>
                  <a:cubicBezTo>
                    <a:pt x="4075" y="134"/>
                    <a:pt x="4068" y="125"/>
                    <a:pt x="4068" y="106"/>
                  </a:cubicBezTo>
                  <a:cubicBezTo>
                    <a:pt x="4068" y="96"/>
                    <a:pt x="4070" y="89"/>
                    <a:pt x="4074" y="84"/>
                  </a:cubicBezTo>
                  <a:cubicBezTo>
                    <a:pt x="4077" y="79"/>
                    <a:pt x="4082" y="77"/>
                    <a:pt x="4089" y="77"/>
                  </a:cubicBezTo>
                  <a:cubicBezTo>
                    <a:pt x="4091" y="77"/>
                    <a:pt x="4093" y="77"/>
                    <a:pt x="4095" y="77"/>
                  </a:cubicBezTo>
                  <a:cubicBezTo>
                    <a:pt x="4096" y="78"/>
                    <a:pt x="4098" y="78"/>
                    <a:pt x="4099" y="79"/>
                  </a:cubicBezTo>
                  <a:cubicBezTo>
                    <a:pt x="4101" y="79"/>
                    <a:pt x="4102" y="80"/>
                    <a:pt x="4102" y="80"/>
                  </a:cubicBezTo>
                  <a:cubicBezTo>
                    <a:pt x="4103" y="81"/>
                    <a:pt x="4104" y="82"/>
                    <a:pt x="4105" y="83"/>
                  </a:cubicBezTo>
                  <a:cubicBezTo>
                    <a:pt x="4106" y="84"/>
                    <a:pt x="4106" y="84"/>
                    <a:pt x="4107" y="84"/>
                  </a:cubicBezTo>
                  <a:cubicBezTo>
                    <a:pt x="4107" y="127"/>
                    <a:pt x="4107" y="127"/>
                    <a:pt x="4107" y="127"/>
                  </a:cubicBezTo>
                  <a:cubicBezTo>
                    <a:pt x="4102" y="132"/>
                    <a:pt x="4096" y="134"/>
                    <a:pt x="4089" y="134"/>
                  </a:cubicBezTo>
                  <a:moveTo>
                    <a:pt x="4107" y="53"/>
                  </a:moveTo>
                  <a:cubicBezTo>
                    <a:pt x="4101" y="48"/>
                    <a:pt x="4093" y="45"/>
                    <a:pt x="4084" y="45"/>
                  </a:cubicBezTo>
                  <a:cubicBezTo>
                    <a:pt x="4069" y="45"/>
                    <a:pt x="4058" y="51"/>
                    <a:pt x="4049" y="62"/>
                  </a:cubicBezTo>
                  <a:cubicBezTo>
                    <a:pt x="4040" y="73"/>
                    <a:pt x="4036" y="87"/>
                    <a:pt x="4036" y="106"/>
                  </a:cubicBezTo>
                  <a:cubicBezTo>
                    <a:pt x="4036" y="125"/>
                    <a:pt x="4040" y="140"/>
                    <a:pt x="4049" y="150"/>
                  </a:cubicBezTo>
                  <a:cubicBezTo>
                    <a:pt x="4057" y="161"/>
                    <a:pt x="4069" y="166"/>
                    <a:pt x="4084" y="166"/>
                  </a:cubicBezTo>
                  <a:cubicBezTo>
                    <a:pt x="4094" y="166"/>
                    <a:pt x="4101" y="164"/>
                    <a:pt x="4107" y="159"/>
                  </a:cubicBezTo>
                  <a:cubicBezTo>
                    <a:pt x="4106" y="167"/>
                    <a:pt x="4104" y="172"/>
                    <a:pt x="4098" y="175"/>
                  </a:cubicBezTo>
                  <a:cubicBezTo>
                    <a:pt x="4093" y="177"/>
                    <a:pt x="4082" y="179"/>
                    <a:pt x="4066" y="180"/>
                  </a:cubicBezTo>
                  <a:cubicBezTo>
                    <a:pt x="4085" y="208"/>
                    <a:pt x="4085" y="208"/>
                    <a:pt x="4085" y="208"/>
                  </a:cubicBezTo>
                  <a:cubicBezTo>
                    <a:pt x="4094" y="208"/>
                    <a:pt x="4102" y="206"/>
                    <a:pt x="4109" y="204"/>
                  </a:cubicBezTo>
                  <a:cubicBezTo>
                    <a:pt x="4115" y="202"/>
                    <a:pt x="4121" y="199"/>
                    <a:pt x="4125" y="196"/>
                  </a:cubicBezTo>
                  <a:cubicBezTo>
                    <a:pt x="4129" y="193"/>
                    <a:pt x="4132" y="188"/>
                    <a:pt x="4134" y="183"/>
                  </a:cubicBezTo>
                  <a:cubicBezTo>
                    <a:pt x="4136" y="177"/>
                    <a:pt x="4138" y="172"/>
                    <a:pt x="4138" y="166"/>
                  </a:cubicBezTo>
                  <a:cubicBezTo>
                    <a:pt x="4139" y="160"/>
                    <a:pt x="4139" y="152"/>
                    <a:pt x="4139" y="143"/>
                  </a:cubicBezTo>
                  <a:cubicBezTo>
                    <a:pt x="4139" y="48"/>
                    <a:pt x="4139" y="48"/>
                    <a:pt x="4139" y="48"/>
                  </a:cubicBezTo>
                  <a:cubicBezTo>
                    <a:pt x="4107" y="48"/>
                    <a:pt x="4107" y="48"/>
                    <a:pt x="4107" y="48"/>
                  </a:cubicBezTo>
                  <a:lnTo>
                    <a:pt x="4107" y="53"/>
                  </a:lnTo>
                  <a:close/>
                  <a:moveTo>
                    <a:pt x="4015" y="163"/>
                  </a:moveTo>
                  <a:cubicBezTo>
                    <a:pt x="4015" y="88"/>
                    <a:pt x="4015" y="88"/>
                    <a:pt x="4015" y="88"/>
                  </a:cubicBezTo>
                  <a:cubicBezTo>
                    <a:pt x="4015" y="73"/>
                    <a:pt x="4011" y="62"/>
                    <a:pt x="4003" y="55"/>
                  </a:cubicBezTo>
                  <a:cubicBezTo>
                    <a:pt x="3995" y="49"/>
                    <a:pt x="3986" y="45"/>
                    <a:pt x="3975" y="45"/>
                  </a:cubicBezTo>
                  <a:cubicBezTo>
                    <a:pt x="3962" y="45"/>
                    <a:pt x="3951" y="50"/>
                    <a:pt x="3944" y="59"/>
                  </a:cubicBezTo>
                  <a:cubicBezTo>
                    <a:pt x="3944" y="48"/>
                    <a:pt x="3944" y="48"/>
                    <a:pt x="3944" y="48"/>
                  </a:cubicBezTo>
                  <a:cubicBezTo>
                    <a:pt x="3911" y="48"/>
                    <a:pt x="3911" y="48"/>
                    <a:pt x="3911" y="48"/>
                  </a:cubicBezTo>
                  <a:cubicBezTo>
                    <a:pt x="3911" y="163"/>
                    <a:pt x="3911" y="163"/>
                    <a:pt x="3911" y="163"/>
                  </a:cubicBezTo>
                  <a:cubicBezTo>
                    <a:pt x="3944" y="163"/>
                    <a:pt x="3944" y="163"/>
                    <a:pt x="3944" y="163"/>
                  </a:cubicBezTo>
                  <a:cubicBezTo>
                    <a:pt x="3944" y="103"/>
                    <a:pt x="3944" y="103"/>
                    <a:pt x="3944" y="103"/>
                  </a:cubicBezTo>
                  <a:cubicBezTo>
                    <a:pt x="3944" y="94"/>
                    <a:pt x="3946" y="87"/>
                    <a:pt x="3949" y="83"/>
                  </a:cubicBezTo>
                  <a:cubicBezTo>
                    <a:pt x="3952" y="79"/>
                    <a:pt x="3957" y="77"/>
                    <a:pt x="3964" y="77"/>
                  </a:cubicBezTo>
                  <a:cubicBezTo>
                    <a:pt x="3971" y="77"/>
                    <a:pt x="3976" y="79"/>
                    <a:pt x="3978" y="83"/>
                  </a:cubicBezTo>
                  <a:cubicBezTo>
                    <a:pt x="3981" y="87"/>
                    <a:pt x="3983" y="94"/>
                    <a:pt x="3983" y="103"/>
                  </a:cubicBezTo>
                  <a:cubicBezTo>
                    <a:pt x="3983" y="163"/>
                    <a:pt x="3983" y="163"/>
                    <a:pt x="3983" y="163"/>
                  </a:cubicBezTo>
                  <a:lnTo>
                    <a:pt x="4015" y="163"/>
                  </a:lnTo>
                  <a:close/>
                  <a:moveTo>
                    <a:pt x="3884" y="48"/>
                  </a:moveTo>
                  <a:cubicBezTo>
                    <a:pt x="3851" y="48"/>
                    <a:pt x="3851" y="48"/>
                    <a:pt x="3851" y="48"/>
                  </a:cubicBezTo>
                  <a:cubicBezTo>
                    <a:pt x="3851" y="163"/>
                    <a:pt x="3851" y="163"/>
                    <a:pt x="3851" y="163"/>
                  </a:cubicBezTo>
                  <a:cubicBezTo>
                    <a:pt x="3884" y="163"/>
                    <a:pt x="3884" y="163"/>
                    <a:pt x="3884" y="163"/>
                  </a:cubicBezTo>
                  <a:lnTo>
                    <a:pt x="3884" y="48"/>
                  </a:lnTo>
                  <a:close/>
                  <a:moveTo>
                    <a:pt x="3881" y="31"/>
                  </a:moveTo>
                  <a:cubicBezTo>
                    <a:pt x="3885" y="28"/>
                    <a:pt x="3886" y="23"/>
                    <a:pt x="3886" y="18"/>
                  </a:cubicBezTo>
                  <a:cubicBezTo>
                    <a:pt x="3886" y="13"/>
                    <a:pt x="3885" y="9"/>
                    <a:pt x="3881" y="5"/>
                  </a:cubicBezTo>
                  <a:cubicBezTo>
                    <a:pt x="3877" y="1"/>
                    <a:pt x="3873" y="0"/>
                    <a:pt x="3868" y="0"/>
                  </a:cubicBezTo>
                  <a:cubicBezTo>
                    <a:pt x="3863" y="0"/>
                    <a:pt x="3858" y="1"/>
                    <a:pt x="3854" y="5"/>
                  </a:cubicBezTo>
                  <a:cubicBezTo>
                    <a:pt x="3851" y="9"/>
                    <a:pt x="3849" y="13"/>
                    <a:pt x="3849" y="18"/>
                  </a:cubicBezTo>
                  <a:cubicBezTo>
                    <a:pt x="3849" y="23"/>
                    <a:pt x="3851" y="28"/>
                    <a:pt x="3854" y="31"/>
                  </a:cubicBezTo>
                  <a:cubicBezTo>
                    <a:pt x="3858" y="35"/>
                    <a:pt x="3863" y="37"/>
                    <a:pt x="3868" y="37"/>
                  </a:cubicBezTo>
                  <a:cubicBezTo>
                    <a:pt x="3873" y="37"/>
                    <a:pt x="3877" y="35"/>
                    <a:pt x="3881" y="31"/>
                  </a:cubicBezTo>
                  <a:moveTo>
                    <a:pt x="3828" y="161"/>
                  </a:moveTo>
                  <a:cubicBezTo>
                    <a:pt x="3832" y="133"/>
                    <a:pt x="3832" y="133"/>
                    <a:pt x="3832" y="133"/>
                  </a:cubicBezTo>
                  <a:cubicBezTo>
                    <a:pt x="3825" y="136"/>
                    <a:pt x="3819" y="138"/>
                    <a:pt x="3812" y="138"/>
                  </a:cubicBezTo>
                  <a:cubicBezTo>
                    <a:pt x="3810" y="138"/>
                    <a:pt x="3809" y="137"/>
                    <a:pt x="3807" y="136"/>
                  </a:cubicBezTo>
                  <a:cubicBezTo>
                    <a:pt x="3806" y="135"/>
                    <a:pt x="3805" y="133"/>
                    <a:pt x="3805" y="131"/>
                  </a:cubicBezTo>
                  <a:cubicBezTo>
                    <a:pt x="3805" y="77"/>
                    <a:pt x="3805" y="77"/>
                    <a:pt x="3805" y="77"/>
                  </a:cubicBezTo>
                  <a:cubicBezTo>
                    <a:pt x="3831" y="77"/>
                    <a:pt x="3831" y="77"/>
                    <a:pt x="3831" y="77"/>
                  </a:cubicBezTo>
                  <a:cubicBezTo>
                    <a:pt x="3831" y="48"/>
                    <a:pt x="3831" y="48"/>
                    <a:pt x="3831" y="48"/>
                  </a:cubicBezTo>
                  <a:cubicBezTo>
                    <a:pt x="3805" y="48"/>
                    <a:pt x="3805" y="48"/>
                    <a:pt x="3805" y="48"/>
                  </a:cubicBezTo>
                  <a:cubicBezTo>
                    <a:pt x="3805" y="0"/>
                    <a:pt x="3805" y="0"/>
                    <a:pt x="3805" y="0"/>
                  </a:cubicBezTo>
                  <a:cubicBezTo>
                    <a:pt x="3773" y="16"/>
                    <a:pt x="3773" y="16"/>
                    <a:pt x="3773" y="16"/>
                  </a:cubicBezTo>
                  <a:cubicBezTo>
                    <a:pt x="3773" y="48"/>
                    <a:pt x="3773" y="48"/>
                    <a:pt x="3773" y="48"/>
                  </a:cubicBezTo>
                  <a:cubicBezTo>
                    <a:pt x="3757" y="48"/>
                    <a:pt x="3757" y="48"/>
                    <a:pt x="3757" y="48"/>
                  </a:cubicBezTo>
                  <a:cubicBezTo>
                    <a:pt x="3757" y="77"/>
                    <a:pt x="3757" y="77"/>
                    <a:pt x="3757" y="77"/>
                  </a:cubicBezTo>
                  <a:cubicBezTo>
                    <a:pt x="3773" y="77"/>
                    <a:pt x="3773" y="77"/>
                    <a:pt x="3773" y="77"/>
                  </a:cubicBezTo>
                  <a:cubicBezTo>
                    <a:pt x="3773" y="134"/>
                    <a:pt x="3773" y="134"/>
                    <a:pt x="3773" y="134"/>
                  </a:cubicBezTo>
                  <a:cubicBezTo>
                    <a:pt x="3773" y="155"/>
                    <a:pt x="3783" y="166"/>
                    <a:pt x="3802" y="166"/>
                  </a:cubicBezTo>
                  <a:cubicBezTo>
                    <a:pt x="3812" y="166"/>
                    <a:pt x="3821" y="164"/>
                    <a:pt x="3828" y="161"/>
                  </a:cubicBezTo>
                  <a:moveTo>
                    <a:pt x="3739" y="163"/>
                  </a:moveTo>
                  <a:cubicBezTo>
                    <a:pt x="3739" y="0"/>
                    <a:pt x="3739" y="0"/>
                    <a:pt x="3739" y="0"/>
                  </a:cubicBezTo>
                  <a:cubicBezTo>
                    <a:pt x="3706" y="16"/>
                    <a:pt x="3706" y="16"/>
                    <a:pt x="3706" y="16"/>
                  </a:cubicBezTo>
                  <a:cubicBezTo>
                    <a:pt x="3706" y="163"/>
                    <a:pt x="3706" y="163"/>
                    <a:pt x="3706" y="163"/>
                  </a:cubicBezTo>
                  <a:lnTo>
                    <a:pt x="3739" y="163"/>
                  </a:lnTo>
                  <a:close/>
                  <a:moveTo>
                    <a:pt x="3678" y="163"/>
                  </a:moveTo>
                  <a:cubicBezTo>
                    <a:pt x="3678" y="48"/>
                    <a:pt x="3678" y="48"/>
                    <a:pt x="3678" y="48"/>
                  </a:cubicBezTo>
                  <a:cubicBezTo>
                    <a:pt x="3645" y="48"/>
                    <a:pt x="3645" y="48"/>
                    <a:pt x="3645" y="48"/>
                  </a:cubicBezTo>
                  <a:cubicBezTo>
                    <a:pt x="3645" y="108"/>
                    <a:pt x="3645" y="108"/>
                    <a:pt x="3645" y="108"/>
                  </a:cubicBezTo>
                  <a:cubicBezTo>
                    <a:pt x="3645" y="117"/>
                    <a:pt x="3644" y="124"/>
                    <a:pt x="3641" y="128"/>
                  </a:cubicBezTo>
                  <a:cubicBezTo>
                    <a:pt x="3637" y="132"/>
                    <a:pt x="3632" y="134"/>
                    <a:pt x="3625" y="134"/>
                  </a:cubicBezTo>
                  <a:cubicBezTo>
                    <a:pt x="3618" y="134"/>
                    <a:pt x="3614" y="132"/>
                    <a:pt x="3611" y="128"/>
                  </a:cubicBezTo>
                  <a:cubicBezTo>
                    <a:pt x="3608" y="124"/>
                    <a:pt x="3607" y="117"/>
                    <a:pt x="3607" y="108"/>
                  </a:cubicBezTo>
                  <a:cubicBezTo>
                    <a:pt x="3607" y="48"/>
                    <a:pt x="3607" y="48"/>
                    <a:pt x="3607" y="48"/>
                  </a:cubicBezTo>
                  <a:cubicBezTo>
                    <a:pt x="3574" y="48"/>
                    <a:pt x="3574" y="48"/>
                    <a:pt x="3574" y="48"/>
                  </a:cubicBezTo>
                  <a:cubicBezTo>
                    <a:pt x="3574" y="123"/>
                    <a:pt x="3574" y="123"/>
                    <a:pt x="3574" y="123"/>
                  </a:cubicBezTo>
                  <a:cubicBezTo>
                    <a:pt x="3574" y="131"/>
                    <a:pt x="3575" y="138"/>
                    <a:pt x="3578" y="143"/>
                  </a:cubicBezTo>
                  <a:cubicBezTo>
                    <a:pt x="3580" y="149"/>
                    <a:pt x="3584" y="154"/>
                    <a:pt x="3588" y="157"/>
                  </a:cubicBezTo>
                  <a:cubicBezTo>
                    <a:pt x="3592" y="160"/>
                    <a:pt x="3596" y="162"/>
                    <a:pt x="3600" y="164"/>
                  </a:cubicBezTo>
                  <a:cubicBezTo>
                    <a:pt x="3605" y="165"/>
                    <a:pt x="3609" y="166"/>
                    <a:pt x="3614" y="166"/>
                  </a:cubicBezTo>
                  <a:cubicBezTo>
                    <a:pt x="3628" y="166"/>
                    <a:pt x="3638" y="162"/>
                    <a:pt x="3645" y="153"/>
                  </a:cubicBezTo>
                  <a:cubicBezTo>
                    <a:pt x="3645" y="163"/>
                    <a:pt x="3645" y="163"/>
                    <a:pt x="3645" y="163"/>
                  </a:cubicBezTo>
                  <a:lnTo>
                    <a:pt x="3678" y="163"/>
                  </a:lnTo>
                  <a:close/>
                  <a:moveTo>
                    <a:pt x="3541" y="157"/>
                  </a:moveTo>
                  <a:cubicBezTo>
                    <a:pt x="3550" y="150"/>
                    <a:pt x="3554" y="141"/>
                    <a:pt x="3554" y="130"/>
                  </a:cubicBezTo>
                  <a:cubicBezTo>
                    <a:pt x="3554" y="124"/>
                    <a:pt x="3553" y="119"/>
                    <a:pt x="3551" y="115"/>
                  </a:cubicBezTo>
                  <a:cubicBezTo>
                    <a:pt x="3548" y="111"/>
                    <a:pt x="3545" y="107"/>
                    <a:pt x="3541" y="104"/>
                  </a:cubicBezTo>
                  <a:cubicBezTo>
                    <a:pt x="3537" y="101"/>
                    <a:pt x="3533" y="99"/>
                    <a:pt x="3529" y="97"/>
                  </a:cubicBezTo>
                  <a:cubicBezTo>
                    <a:pt x="3526" y="96"/>
                    <a:pt x="3521" y="94"/>
                    <a:pt x="3516" y="92"/>
                  </a:cubicBezTo>
                  <a:cubicBezTo>
                    <a:pt x="3501" y="88"/>
                    <a:pt x="3493" y="84"/>
                    <a:pt x="3493" y="80"/>
                  </a:cubicBezTo>
                  <a:cubicBezTo>
                    <a:pt x="3493" y="75"/>
                    <a:pt x="3498" y="72"/>
                    <a:pt x="3507" y="72"/>
                  </a:cubicBezTo>
                  <a:cubicBezTo>
                    <a:pt x="3515" y="72"/>
                    <a:pt x="3522" y="75"/>
                    <a:pt x="3529" y="82"/>
                  </a:cubicBezTo>
                  <a:cubicBezTo>
                    <a:pt x="3550" y="64"/>
                    <a:pt x="3550" y="64"/>
                    <a:pt x="3550" y="64"/>
                  </a:cubicBezTo>
                  <a:cubicBezTo>
                    <a:pt x="3539" y="52"/>
                    <a:pt x="3524" y="45"/>
                    <a:pt x="3507" y="45"/>
                  </a:cubicBezTo>
                  <a:cubicBezTo>
                    <a:pt x="3495" y="45"/>
                    <a:pt x="3485" y="48"/>
                    <a:pt x="3476" y="54"/>
                  </a:cubicBezTo>
                  <a:cubicBezTo>
                    <a:pt x="3468" y="60"/>
                    <a:pt x="3464" y="68"/>
                    <a:pt x="3464" y="78"/>
                  </a:cubicBezTo>
                  <a:cubicBezTo>
                    <a:pt x="3464" y="88"/>
                    <a:pt x="3467" y="96"/>
                    <a:pt x="3474" y="101"/>
                  </a:cubicBezTo>
                  <a:cubicBezTo>
                    <a:pt x="3480" y="107"/>
                    <a:pt x="3491" y="112"/>
                    <a:pt x="3505" y="117"/>
                  </a:cubicBezTo>
                  <a:cubicBezTo>
                    <a:pt x="3512" y="119"/>
                    <a:pt x="3518" y="122"/>
                    <a:pt x="3520" y="123"/>
                  </a:cubicBezTo>
                  <a:cubicBezTo>
                    <a:pt x="3523" y="125"/>
                    <a:pt x="3525" y="127"/>
                    <a:pt x="3525" y="130"/>
                  </a:cubicBezTo>
                  <a:cubicBezTo>
                    <a:pt x="3525" y="136"/>
                    <a:pt x="3519" y="139"/>
                    <a:pt x="3508" y="139"/>
                  </a:cubicBezTo>
                  <a:cubicBezTo>
                    <a:pt x="3503" y="139"/>
                    <a:pt x="3498" y="138"/>
                    <a:pt x="3493" y="135"/>
                  </a:cubicBezTo>
                  <a:cubicBezTo>
                    <a:pt x="3488" y="132"/>
                    <a:pt x="3484" y="129"/>
                    <a:pt x="3481" y="126"/>
                  </a:cubicBezTo>
                  <a:cubicBezTo>
                    <a:pt x="3460" y="144"/>
                    <a:pt x="3460" y="144"/>
                    <a:pt x="3460" y="144"/>
                  </a:cubicBezTo>
                  <a:cubicBezTo>
                    <a:pt x="3465" y="151"/>
                    <a:pt x="3472" y="156"/>
                    <a:pt x="3480" y="160"/>
                  </a:cubicBezTo>
                  <a:cubicBezTo>
                    <a:pt x="3489" y="164"/>
                    <a:pt x="3498" y="166"/>
                    <a:pt x="3508" y="166"/>
                  </a:cubicBezTo>
                  <a:cubicBezTo>
                    <a:pt x="3522" y="166"/>
                    <a:pt x="3533" y="163"/>
                    <a:pt x="3541" y="157"/>
                  </a:cubicBezTo>
                  <a:moveTo>
                    <a:pt x="3442" y="163"/>
                  </a:moveTo>
                  <a:cubicBezTo>
                    <a:pt x="3442" y="88"/>
                    <a:pt x="3442" y="88"/>
                    <a:pt x="3442" y="88"/>
                  </a:cubicBezTo>
                  <a:cubicBezTo>
                    <a:pt x="3442" y="73"/>
                    <a:pt x="3438" y="62"/>
                    <a:pt x="3430" y="55"/>
                  </a:cubicBezTo>
                  <a:cubicBezTo>
                    <a:pt x="3422" y="49"/>
                    <a:pt x="3413" y="45"/>
                    <a:pt x="3402" y="45"/>
                  </a:cubicBezTo>
                  <a:cubicBezTo>
                    <a:pt x="3389" y="45"/>
                    <a:pt x="3378" y="50"/>
                    <a:pt x="3371" y="59"/>
                  </a:cubicBezTo>
                  <a:cubicBezTo>
                    <a:pt x="3371" y="48"/>
                    <a:pt x="3371" y="48"/>
                    <a:pt x="3371" y="48"/>
                  </a:cubicBezTo>
                  <a:cubicBezTo>
                    <a:pt x="3338" y="48"/>
                    <a:pt x="3338" y="48"/>
                    <a:pt x="3338" y="48"/>
                  </a:cubicBezTo>
                  <a:cubicBezTo>
                    <a:pt x="3338" y="163"/>
                    <a:pt x="3338" y="163"/>
                    <a:pt x="3338" y="163"/>
                  </a:cubicBezTo>
                  <a:cubicBezTo>
                    <a:pt x="3371" y="163"/>
                    <a:pt x="3371" y="163"/>
                    <a:pt x="3371" y="163"/>
                  </a:cubicBezTo>
                  <a:cubicBezTo>
                    <a:pt x="3371" y="103"/>
                    <a:pt x="3371" y="103"/>
                    <a:pt x="3371" y="103"/>
                  </a:cubicBezTo>
                  <a:cubicBezTo>
                    <a:pt x="3371" y="94"/>
                    <a:pt x="3372" y="87"/>
                    <a:pt x="3376" y="83"/>
                  </a:cubicBezTo>
                  <a:cubicBezTo>
                    <a:pt x="3379" y="79"/>
                    <a:pt x="3384" y="77"/>
                    <a:pt x="3391" y="77"/>
                  </a:cubicBezTo>
                  <a:cubicBezTo>
                    <a:pt x="3398" y="77"/>
                    <a:pt x="3402" y="79"/>
                    <a:pt x="3405" y="83"/>
                  </a:cubicBezTo>
                  <a:cubicBezTo>
                    <a:pt x="3408" y="87"/>
                    <a:pt x="3409" y="94"/>
                    <a:pt x="3409" y="103"/>
                  </a:cubicBezTo>
                  <a:cubicBezTo>
                    <a:pt x="3409" y="163"/>
                    <a:pt x="3409" y="163"/>
                    <a:pt x="3409" y="163"/>
                  </a:cubicBezTo>
                  <a:lnTo>
                    <a:pt x="3442" y="163"/>
                  </a:lnTo>
                  <a:close/>
                  <a:moveTo>
                    <a:pt x="3249" y="127"/>
                  </a:moveTo>
                  <a:cubicBezTo>
                    <a:pt x="3245" y="122"/>
                    <a:pt x="3243" y="115"/>
                    <a:pt x="3243" y="106"/>
                  </a:cubicBezTo>
                  <a:cubicBezTo>
                    <a:pt x="3243" y="97"/>
                    <a:pt x="3245" y="90"/>
                    <a:pt x="3249" y="85"/>
                  </a:cubicBezTo>
                  <a:cubicBezTo>
                    <a:pt x="3252" y="79"/>
                    <a:pt x="3257" y="77"/>
                    <a:pt x="3264" y="77"/>
                  </a:cubicBezTo>
                  <a:cubicBezTo>
                    <a:pt x="3270" y="77"/>
                    <a:pt x="3275" y="79"/>
                    <a:pt x="3279" y="85"/>
                  </a:cubicBezTo>
                  <a:cubicBezTo>
                    <a:pt x="3282" y="90"/>
                    <a:pt x="3284" y="97"/>
                    <a:pt x="3284" y="106"/>
                  </a:cubicBezTo>
                  <a:cubicBezTo>
                    <a:pt x="3284" y="115"/>
                    <a:pt x="3282" y="122"/>
                    <a:pt x="3279" y="127"/>
                  </a:cubicBezTo>
                  <a:cubicBezTo>
                    <a:pt x="3275" y="132"/>
                    <a:pt x="3270" y="134"/>
                    <a:pt x="3264" y="134"/>
                  </a:cubicBezTo>
                  <a:cubicBezTo>
                    <a:pt x="3257" y="134"/>
                    <a:pt x="3252" y="132"/>
                    <a:pt x="3249" y="127"/>
                  </a:cubicBezTo>
                  <a:moveTo>
                    <a:pt x="3302" y="150"/>
                  </a:moveTo>
                  <a:cubicBezTo>
                    <a:pt x="3312" y="139"/>
                    <a:pt x="3317" y="125"/>
                    <a:pt x="3317" y="106"/>
                  </a:cubicBezTo>
                  <a:cubicBezTo>
                    <a:pt x="3317" y="87"/>
                    <a:pt x="3312" y="72"/>
                    <a:pt x="3302" y="61"/>
                  </a:cubicBezTo>
                  <a:cubicBezTo>
                    <a:pt x="3293" y="51"/>
                    <a:pt x="3280" y="45"/>
                    <a:pt x="3264" y="45"/>
                  </a:cubicBezTo>
                  <a:cubicBezTo>
                    <a:pt x="3247" y="45"/>
                    <a:pt x="3234" y="51"/>
                    <a:pt x="3225" y="61"/>
                  </a:cubicBezTo>
                  <a:cubicBezTo>
                    <a:pt x="3215" y="72"/>
                    <a:pt x="3210" y="87"/>
                    <a:pt x="3210" y="106"/>
                  </a:cubicBezTo>
                  <a:cubicBezTo>
                    <a:pt x="3210" y="125"/>
                    <a:pt x="3215" y="139"/>
                    <a:pt x="3224" y="150"/>
                  </a:cubicBezTo>
                  <a:cubicBezTo>
                    <a:pt x="3234" y="161"/>
                    <a:pt x="3247" y="166"/>
                    <a:pt x="3264" y="166"/>
                  </a:cubicBezTo>
                  <a:cubicBezTo>
                    <a:pt x="3280" y="166"/>
                    <a:pt x="3293" y="161"/>
                    <a:pt x="3302" y="150"/>
                  </a:cubicBezTo>
                  <a:moveTo>
                    <a:pt x="3200" y="124"/>
                  </a:moveTo>
                  <a:cubicBezTo>
                    <a:pt x="3169" y="112"/>
                    <a:pt x="3169" y="112"/>
                    <a:pt x="3169" y="112"/>
                  </a:cubicBezTo>
                  <a:cubicBezTo>
                    <a:pt x="3161" y="126"/>
                    <a:pt x="3152" y="133"/>
                    <a:pt x="3142" y="133"/>
                  </a:cubicBezTo>
                  <a:cubicBezTo>
                    <a:pt x="3135" y="133"/>
                    <a:pt x="3129" y="130"/>
                    <a:pt x="3124" y="125"/>
                  </a:cubicBezTo>
                  <a:cubicBezTo>
                    <a:pt x="3120" y="120"/>
                    <a:pt x="3116" y="114"/>
                    <a:pt x="3114" y="107"/>
                  </a:cubicBezTo>
                  <a:cubicBezTo>
                    <a:pt x="3112" y="100"/>
                    <a:pt x="3111" y="92"/>
                    <a:pt x="3111" y="84"/>
                  </a:cubicBezTo>
                  <a:cubicBezTo>
                    <a:pt x="3111" y="78"/>
                    <a:pt x="3112" y="73"/>
                    <a:pt x="3113" y="67"/>
                  </a:cubicBezTo>
                  <a:cubicBezTo>
                    <a:pt x="3114" y="62"/>
                    <a:pt x="3115" y="57"/>
                    <a:pt x="3118" y="52"/>
                  </a:cubicBezTo>
                  <a:cubicBezTo>
                    <a:pt x="3120" y="47"/>
                    <a:pt x="3123" y="43"/>
                    <a:pt x="3127" y="40"/>
                  </a:cubicBezTo>
                  <a:cubicBezTo>
                    <a:pt x="3132" y="37"/>
                    <a:pt x="3136" y="36"/>
                    <a:pt x="3142" y="36"/>
                  </a:cubicBezTo>
                  <a:cubicBezTo>
                    <a:pt x="3148" y="36"/>
                    <a:pt x="3153" y="38"/>
                    <a:pt x="3157" y="41"/>
                  </a:cubicBezTo>
                  <a:cubicBezTo>
                    <a:pt x="3161" y="44"/>
                    <a:pt x="3165" y="48"/>
                    <a:pt x="3169" y="55"/>
                  </a:cubicBezTo>
                  <a:cubicBezTo>
                    <a:pt x="3200" y="41"/>
                    <a:pt x="3200" y="41"/>
                    <a:pt x="3200" y="41"/>
                  </a:cubicBezTo>
                  <a:cubicBezTo>
                    <a:pt x="3196" y="30"/>
                    <a:pt x="3189" y="21"/>
                    <a:pt x="3179" y="14"/>
                  </a:cubicBezTo>
                  <a:cubicBezTo>
                    <a:pt x="3168" y="7"/>
                    <a:pt x="3156" y="3"/>
                    <a:pt x="3142" y="3"/>
                  </a:cubicBezTo>
                  <a:cubicBezTo>
                    <a:pt x="3130" y="3"/>
                    <a:pt x="3120" y="6"/>
                    <a:pt x="3111" y="11"/>
                  </a:cubicBezTo>
                  <a:cubicBezTo>
                    <a:pt x="3102" y="16"/>
                    <a:pt x="3095" y="22"/>
                    <a:pt x="3090" y="30"/>
                  </a:cubicBezTo>
                  <a:cubicBezTo>
                    <a:pt x="3085" y="39"/>
                    <a:pt x="3081" y="47"/>
                    <a:pt x="3079" y="56"/>
                  </a:cubicBezTo>
                  <a:cubicBezTo>
                    <a:pt x="3077" y="66"/>
                    <a:pt x="3075" y="75"/>
                    <a:pt x="3075" y="84"/>
                  </a:cubicBezTo>
                  <a:cubicBezTo>
                    <a:pt x="3075" y="95"/>
                    <a:pt x="3077" y="104"/>
                    <a:pt x="3079" y="114"/>
                  </a:cubicBezTo>
                  <a:cubicBezTo>
                    <a:pt x="3081" y="123"/>
                    <a:pt x="3085" y="131"/>
                    <a:pt x="3090" y="139"/>
                  </a:cubicBezTo>
                  <a:cubicBezTo>
                    <a:pt x="3095" y="147"/>
                    <a:pt x="3102" y="154"/>
                    <a:pt x="3111" y="158"/>
                  </a:cubicBezTo>
                  <a:cubicBezTo>
                    <a:pt x="3120" y="163"/>
                    <a:pt x="3130" y="166"/>
                    <a:pt x="3142" y="166"/>
                  </a:cubicBezTo>
                  <a:cubicBezTo>
                    <a:pt x="3168" y="166"/>
                    <a:pt x="3187" y="152"/>
                    <a:pt x="3200" y="124"/>
                  </a:cubicBezTo>
                  <a:moveTo>
                    <a:pt x="2952" y="207"/>
                  </a:moveTo>
                  <a:cubicBezTo>
                    <a:pt x="3014" y="48"/>
                    <a:pt x="3014" y="48"/>
                    <a:pt x="3014" y="48"/>
                  </a:cubicBezTo>
                  <a:cubicBezTo>
                    <a:pt x="2980" y="48"/>
                    <a:pt x="2980" y="48"/>
                    <a:pt x="2980" y="48"/>
                  </a:cubicBezTo>
                  <a:cubicBezTo>
                    <a:pt x="2957" y="110"/>
                    <a:pt x="2957" y="110"/>
                    <a:pt x="2957" y="110"/>
                  </a:cubicBezTo>
                  <a:cubicBezTo>
                    <a:pt x="2955" y="114"/>
                    <a:pt x="2954" y="118"/>
                    <a:pt x="2953" y="120"/>
                  </a:cubicBezTo>
                  <a:cubicBezTo>
                    <a:pt x="2953" y="118"/>
                    <a:pt x="2951" y="114"/>
                    <a:pt x="2950" y="110"/>
                  </a:cubicBezTo>
                  <a:cubicBezTo>
                    <a:pt x="2926" y="48"/>
                    <a:pt x="2926" y="48"/>
                    <a:pt x="2926" y="48"/>
                  </a:cubicBezTo>
                  <a:cubicBezTo>
                    <a:pt x="2892" y="48"/>
                    <a:pt x="2892" y="48"/>
                    <a:pt x="2892" y="48"/>
                  </a:cubicBezTo>
                  <a:cubicBezTo>
                    <a:pt x="2936" y="162"/>
                    <a:pt x="2936" y="162"/>
                    <a:pt x="2936" y="162"/>
                  </a:cubicBezTo>
                  <a:cubicBezTo>
                    <a:pt x="2919" y="207"/>
                    <a:pt x="2919" y="207"/>
                    <a:pt x="2919" y="207"/>
                  </a:cubicBezTo>
                  <a:lnTo>
                    <a:pt x="2952" y="207"/>
                  </a:lnTo>
                  <a:close/>
                  <a:moveTo>
                    <a:pt x="2826" y="134"/>
                  </a:moveTo>
                  <a:cubicBezTo>
                    <a:pt x="2812" y="134"/>
                    <a:pt x="2806" y="125"/>
                    <a:pt x="2806" y="106"/>
                  </a:cubicBezTo>
                  <a:cubicBezTo>
                    <a:pt x="2806" y="96"/>
                    <a:pt x="2807" y="89"/>
                    <a:pt x="2811" y="84"/>
                  </a:cubicBezTo>
                  <a:cubicBezTo>
                    <a:pt x="2815" y="79"/>
                    <a:pt x="2819" y="77"/>
                    <a:pt x="2826" y="77"/>
                  </a:cubicBezTo>
                  <a:cubicBezTo>
                    <a:pt x="2828" y="77"/>
                    <a:pt x="2830" y="77"/>
                    <a:pt x="2832" y="77"/>
                  </a:cubicBezTo>
                  <a:cubicBezTo>
                    <a:pt x="2834" y="78"/>
                    <a:pt x="2835" y="78"/>
                    <a:pt x="2837" y="79"/>
                  </a:cubicBezTo>
                  <a:cubicBezTo>
                    <a:pt x="2838" y="79"/>
                    <a:pt x="2839" y="80"/>
                    <a:pt x="2840" y="80"/>
                  </a:cubicBezTo>
                  <a:cubicBezTo>
                    <a:pt x="2840" y="81"/>
                    <a:pt x="2841" y="82"/>
                    <a:pt x="2842" y="83"/>
                  </a:cubicBezTo>
                  <a:cubicBezTo>
                    <a:pt x="2843" y="84"/>
                    <a:pt x="2844" y="84"/>
                    <a:pt x="2844" y="84"/>
                  </a:cubicBezTo>
                  <a:cubicBezTo>
                    <a:pt x="2844" y="127"/>
                    <a:pt x="2844" y="127"/>
                    <a:pt x="2844" y="127"/>
                  </a:cubicBezTo>
                  <a:cubicBezTo>
                    <a:pt x="2840" y="132"/>
                    <a:pt x="2834" y="134"/>
                    <a:pt x="2826" y="134"/>
                  </a:cubicBezTo>
                  <a:moveTo>
                    <a:pt x="2844" y="53"/>
                  </a:moveTo>
                  <a:cubicBezTo>
                    <a:pt x="2838" y="48"/>
                    <a:pt x="2831" y="45"/>
                    <a:pt x="2821" y="45"/>
                  </a:cubicBezTo>
                  <a:cubicBezTo>
                    <a:pt x="2807" y="45"/>
                    <a:pt x="2795" y="51"/>
                    <a:pt x="2786" y="62"/>
                  </a:cubicBezTo>
                  <a:cubicBezTo>
                    <a:pt x="2777" y="73"/>
                    <a:pt x="2773" y="87"/>
                    <a:pt x="2773" y="106"/>
                  </a:cubicBezTo>
                  <a:cubicBezTo>
                    <a:pt x="2773" y="125"/>
                    <a:pt x="2777" y="140"/>
                    <a:pt x="2786" y="150"/>
                  </a:cubicBezTo>
                  <a:cubicBezTo>
                    <a:pt x="2795" y="161"/>
                    <a:pt x="2806" y="166"/>
                    <a:pt x="2821" y="166"/>
                  </a:cubicBezTo>
                  <a:cubicBezTo>
                    <a:pt x="2831" y="166"/>
                    <a:pt x="2839" y="164"/>
                    <a:pt x="2844" y="159"/>
                  </a:cubicBezTo>
                  <a:cubicBezTo>
                    <a:pt x="2844" y="167"/>
                    <a:pt x="2841" y="172"/>
                    <a:pt x="2836" y="175"/>
                  </a:cubicBezTo>
                  <a:cubicBezTo>
                    <a:pt x="2830" y="177"/>
                    <a:pt x="2820" y="179"/>
                    <a:pt x="2803" y="180"/>
                  </a:cubicBezTo>
                  <a:cubicBezTo>
                    <a:pt x="2822" y="208"/>
                    <a:pt x="2822" y="208"/>
                    <a:pt x="2822" y="208"/>
                  </a:cubicBezTo>
                  <a:cubicBezTo>
                    <a:pt x="2832" y="208"/>
                    <a:pt x="2840" y="206"/>
                    <a:pt x="2846" y="204"/>
                  </a:cubicBezTo>
                  <a:cubicBezTo>
                    <a:pt x="2853" y="202"/>
                    <a:pt x="2858" y="199"/>
                    <a:pt x="2862" y="196"/>
                  </a:cubicBezTo>
                  <a:cubicBezTo>
                    <a:pt x="2866" y="193"/>
                    <a:pt x="2869" y="188"/>
                    <a:pt x="2871" y="183"/>
                  </a:cubicBezTo>
                  <a:cubicBezTo>
                    <a:pt x="2873" y="177"/>
                    <a:pt x="2875" y="172"/>
                    <a:pt x="2876" y="166"/>
                  </a:cubicBezTo>
                  <a:cubicBezTo>
                    <a:pt x="2876" y="160"/>
                    <a:pt x="2877" y="152"/>
                    <a:pt x="2877" y="143"/>
                  </a:cubicBezTo>
                  <a:cubicBezTo>
                    <a:pt x="2877" y="48"/>
                    <a:pt x="2877" y="48"/>
                    <a:pt x="2877" y="48"/>
                  </a:cubicBezTo>
                  <a:cubicBezTo>
                    <a:pt x="2844" y="48"/>
                    <a:pt x="2844" y="48"/>
                    <a:pt x="2844" y="48"/>
                  </a:cubicBezTo>
                  <a:lnTo>
                    <a:pt x="2844" y="53"/>
                  </a:lnTo>
                  <a:close/>
                  <a:moveTo>
                    <a:pt x="2689" y="127"/>
                  </a:moveTo>
                  <a:cubicBezTo>
                    <a:pt x="2685" y="122"/>
                    <a:pt x="2683" y="115"/>
                    <a:pt x="2683" y="106"/>
                  </a:cubicBezTo>
                  <a:cubicBezTo>
                    <a:pt x="2683" y="97"/>
                    <a:pt x="2685" y="90"/>
                    <a:pt x="2689" y="85"/>
                  </a:cubicBezTo>
                  <a:cubicBezTo>
                    <a:pt x="2693" y="79"/>
                    <a:pt x="2698" y="77"/>
                    <a:pt x="2704" y="77"/>
                  </a:cubicBezTo>
                  <a:cubicBezTo>
                    <a:pt x="2711" y="77"/>
                    <a:pt x="2716" y="79"/>
                    <a:pt x="2719" y="85"/>
                  </a:cubicBezTo>
                  <a:cubicBezTo>
                    <a:pt x="2723" y="90"/>
                    <a:pt x="2724" y="97"/>
                    <a:pt x="2724" y="106"/>
                  </a:cubicBezTo>
                  <a:cubicBezTo>
                    <a:pt x="2724" y="115"/>
                    <a:pt x="2723" y="122"/>
                    <a:pt x="2719" y="127"/>
                  </a:cubicBezTo>
                  <a:cubicBezTo>
                    <a:pt x="2716" y="132"/>
                    <a:pt x="2711" y="134"/>
                    <a:pt x="2704" y="134"/>
                  </a:cubicBezTo>
                  <a:cubicBezTo>
                    <a:pt x="2698" y="134"/>
                    <a:pt x="2693" y="132"/>
                    <a:pt x="2689" y="127"/>
                  </a:cubicBezTo>
                  <a:moveTo>
                    <a:pt x="2743" y="150"/>
                  </a:moveTo>
                  <a:cubicBezTo>
                    <a:pt x="2752" y="139"/>
                    <a:pt x="2757" y="125"/>
                    <a:pt x="2757" y="106"/>
                  </a:cubicBezTo>
                  <a:cubicBezTo>
                    <a:pt x="2757" y="87"/>
                    <a:pt x="2752" y="72"/>
                    <a:pt x="2743" y="61"/>
                  </a:cubicBezTo>
                  <a:cubicBezTo>
                    <a:pt x="2733" y="51"/>
                    <a:pt x="2720" y="45"/>
                    <a:pt x="2704" y="45"/>
                  </a:cubicBezTo>
                  <a:cubicBezTo>
                    <a:pt x="2688" y="45"/>
                    <a:pt x="2675" y="51"/>
                    <a:pt x="2665" y="61"/>
                  </a:cubicBezTo>
                  <a:cubicBezTo>
                    <a:pt x="2655" y="72"/>
                    <a:pt x="2651" y="87"/>
                    <a:pt x="2651" y="106"/>
                  </a:cubicBezTo>
                  <a:cubicBezTo>
                    <a:pt x="2651" y="125"/>
                    <a:pt x="2655" y="139"/>
                    <a:pt x="2665" y="150"/>
                  </a:cubicBezTo>
                  <a:cubicBezTo>
                    <a:pt x="2675" y="161"/>
                    <a:pt x="2688" y="166"/>
                    <a:pt x="2704" y="166"/>
                  </a:cubicBezTo>
                  <a:cubicBezTo>
                    <a:pt x="2721" y="166"/>
                    <a:pt x="2733" y="161"/>
                    <a:pt x="2743" y="150"/>
                  </a:cubicBezTo>
                  <a:moveTo>
                    <a:pt x="2628" y="163"/>
                  </a:moveTo>
                  <a:cubicBezTo>
                    <a:pt x="2628" y="0"/>
                    <a:pt x="2628" y="0"/>
                    <a:pt x="2628" y="0"/>
                  </a:cubicBezTo>
                  <a:cubicBezTo>
                    <a:pt x="2595" y="16"/>
                    <a:pt x="2595" y="16"/>
                    <a:pt x="2595" y="16"/>
                  </a:cubicBezTo>
                  <a:cubicBezTo>
                    <a:pt x="2595" y="163"/>
                    <a:pt x="2595" y="163"/>
                    <a:pt x="2595" y="163"/>
                  </a:cubicBezTo>
                  <a:lnTo>
                    <a:pt x="2628" y="163"/>
                  </a:lnTo>
                  <a:close/>
                  <a:moveTo>
                    <a:pt x="2505" y="127"/>
                  </a:moveTo>
                  <a:cubicBezTo>
                    <a:pt x="2501" y="122"/>
                    <a:pt x="2499" y="115"/>
                    <a:pt x="2499" y="106"/>
                  </a:cubicBezTo>
                  <a:cubicBezTo>
                    <a:pt x="2499" y="97"/>
                    <a:pt x="2501" y="90"/>
                    <a:pt x="2505" y="85"/>
                  </a:cubicBezTo>
                  <a:cubicBezTo>
                    <a:pt x="2508" y="79"/>
                    <a:pt x="2513" y="77"/>
                    <a:pt x="2520" y="77"/>
                  </a:cubicBezTo>
                  <a:cubicBezTo>
                    <a:pt x="2526" y="77"/>
                    <a:pt x="2531" y="79"/>
                    <a:pt x="2535" y="85"/>
                  </a:cubicBezTo>
                  <a:cubicBezTo>
                    <a:pt x="2538" y="90"/>
                    <a:pt x="2540" y="97"/>
                    <a:pt x="2540" y="106"/>
                  </a:cubicBezTo>
                  <a:cubicBezTo>
                    <a:pt x="2540" y="115"/>
                    <a:pt x="2538" y="122"/>
                    <a:pt x="2535" y="127"/>
                  </a:cubicBezTo>
                  <a:cubicBezTo>
                    <a:pt x="2531" y="132"/>
                    <a:pt x="2526" y="134"/>
                    <a:pt x="2520" y="134"/>
                  </a:cubicBezTo>
                  <a:cubicBezTo>
                    <a:pt x="2513" y="134"/>
                    <a:pt x="2508" y="132"/>
                    <a:pt x="2505" y="127"/>
                  </a:cubicBezTo>
                  <a:moveTo>
                    <a:pt x="2559" y="150"/>
                  </a:moveTo>
                  <a:cubicBezTo>
                    <a:pt x="2568" y="139"/>
                    <a:pt x="2573" y="125"/>
                    <a:pt x="2573" y="106"/>
                  </a:cubicBezTo>
                  <a:cubicBezTo>
                    <a:pt x="2573" y="87"/>
                    <a:pt x="2568" y="72"/>
                    <a:pt x="2558" y="61"/>
                  </a:cubicBezTo>
                  <a:cubicBezTo>
                    <a:pt x="2549" y="51"/>
                    <a:pt x="2536" y="45"/>
                    <a:pt x="2520" y="45"/>
                  </a:cubicBezTo>
                  <a:cubicBezTo>
                    <a:pt x="2503" y="45"/>
                    <a:pt x="2490" y="51"/>
                    <a:pt x="2481" y="61"/>
                  </a:cubicBezTo>
                  <a:cubicBezTo>
                    <a:pt x="2471" y="72"/>
                    <a:pt x="2466" y="87"/>
                    <a:pt x="2466" y="106"/>
                  </a:cubicBezTo>
                  <a:cubicBezTo>
                    <a:pt x="2466" y="125"/>
                    <a:pt x="2471" y="139"/>
                    <a:pt x="2481" y="150"/>
                  </a:cubicBezTo>
                  <a:cubicBezTo>
                    <a:pt x="2490" y="161"/>
                    <a:pt x="2503" y="166"/>
                    <a:pt x="2520" y="166"/>
                  </a:cubicBezTo>
                  <a:cubicBezTo>
                    <a:pt x="2536" y="166"/>
                    <a:pt x="2549" y="161"/>
                    <a:pt x="2559" y="150"/>
                  </a:cubicBezTo>
                  <a:moveTo>
                    <a:pt x="2446" y="163"/>
                  </a:moveTo>
                  <a:cubicBezTo>
                    <a:pt x="2446" y="88"/>
                    <a:pt x="2446" y="88"/>
                    <a:pt x="2446" y="88"/>
                  </a:cubicBezTo>
                  <a:cubicBezTo>
                    <a:pt x="2446" y="73"/>
                    <a:pt x="2442" y="62"/>
                    <a:pt x="2434" y="55"/>
                  </a:cubicBezTo>
                  <a:cubicBezTo>
                    <a:pt x="2426" y="49"/>
                    <a:pt x="2417" y="45"/>
                    <a:pt x="2406" y="45"/>
                  </a:cubicBezTo>
                  <a:cubicBezTo>
                    <a:pt x="2392" y="45"/>
                    <a:pt x="2382" y="50"/>
                    <a:pt x="2375" y="59"/>
                  </a:cubicBezTo>
                  <a:cubicBezTo>
                    <a:pt x="2375" y="48"/>
                    <a:pt x="2375" y="48"/>
                    <a:pt x="2375" y="48"/>
                  </a:cubicBezTo>
                  <a:cubicBezTo>
                    <a:pt x="2342" y="48"/>
                    <a:pt x="2342" y="48"/>
                    <a:pt x="2342" y="48"/>
                  </a:cubicBezTo>
                  <a:cubicBezTo>
                    <a:pt x="2342" y="163"/>
                    <a:pt x="2342" y="163"/>
                    <a:pt x="2342" y="163"/>
                  </a:cubicBezTo>
                  <a:cubicBezTo>
                    <a:pt x="2375" y="163"/>
                    <a:pt x="2375" y="163"/>
                    <a:pt x="2375" y="163"/>
                  </a:cubicBezTo>
                  <a:cubicBezTo>
                    <a:pt x="2375" y="103"/>
                    <a:pt x="2375" y="103"/>
                    <a:pt x="2375" y="103"/>
                  </a:cubicBezTo>
                  <a:cubicBezTo>
                    <a:pt x="2375" y="94"/>
                    <a:pt x="2376" y="87"/>
                    <a:pt x="2379" y="83"/>
                  </a:cubicBezTo>
                  <a:cubicBezTo>
                    <a:pt x="2383" y="79"/>
                    <a:pt x="2388" y="77"/>
                    <a:pt x="2395" y="77"/>
                  </a:cubicBezTo>
                  <a:cubicBezTo>
                    <a:pt x="2402" y="77"/>
                    <a:pt x="2406" y="79"/>
                    <a:pt x="2409" y="83"/>
                  </a:cubicBezTo>
                  <a:cubicBezTo>
                    <a:pt x="2412" y="87"/>
                    <a:pt x="2413" y="94"/>
                    <a:pt x="2413" y="103"/>
                  </a:cubicBezTo>
                  <a:cubicBezTo>
                    <a:pt x="2413" y="163"/>
                    <a:pt x="2413" y="163"/>
                    <a:pt x="2413" y="163"/>
                  </a:cubicBezTo>
                  <a:lnTo>
                    <a:pt x="2446" y="163"/>
                  </a:lnTo>
                  <a:close/>
                  <a:moveTo>
                    <a:pt x="2245" y="163"/>
                  </a:moveTo>
                  <a:cubicBezTo>
                    <a:pt x="2245" y="101"/>
                    <a:pt x="2245" y="101"/>
                    <a:pt x="2245" y="101"/>
                  </a:cubicBezTo>
                  <a:cubicBezTo>
                    <a:pt x="2245" y="85"/>
                    <a:pt x="2251" y="77"/>
                    <a:pt x="2265" y="77"/>
                  </a:cubicBezTo>
                  <a:cubicBezTo>
                    <a:pt x="2272" y="77"/>
                    <a:pt x="2276" y="79"/>
                    <a:pt x="2279" y="83"/>
                  </a:cubicBezTo>
                  <a:cubicBezTo>
                    <a:pt x="2282" y="87"/>
                    <a:pt x="2283" y="93"/>
                    <a:pt x="2283" y="101"/>
                  </a:cubicBezTo>
                  <a:cubicBezTo>
                    <a:pt x="2283" y="163"/>
                    <a:pt x="2283" y="163"/>
                    <a:pt x="2283" y="163"/>
                  </a:cubicBezTo>
                  <a:cubicBezTo>
                    <a:pt x="2316" y="163"/>
                    <a:pt x="2316" y="163"/>
                    <a:pt x="2316" y="163"/>
                  </a:cubicBezTo>
                  <a:cubicBezTo>
                    <a:pt x="2316" y="88"/>
                    <a:pt x="2316" y="88"/>
                    <a:pt x="2316" y="88"/>
                  </a:cubicBezTo>
                  <a:cubicBezTo>
                    <a:pt x="2316" y="73"/>
                    <a:pt x="2312" y="62"/>
                    <a:pt x="2304" y="55"/>
                  </a:cubicBezTo>
                  <a:cubicBezTo>
                    <a:pt x="2296" y="49"/>
                    <a:pt x="2287" y="45"/>
                    <a:pt x="2276" y="45"/>
                  </a:cubicBezTo>
                  <a:cubicBezTo>
                    <a:pt x="2262" y="45"/>
                    <a:pt x="2252" y="50"/>
                    <a:pt x="2245" y="59"/>
                  </a:cubicBezTo>
                  <a:cubicBezTo>
                    <a:pt x="2245" y="0"/>
                    <a:pt x="2245" y="0"/>
                    <a:pt x="2245" y="0"/>
                  </a:cubicBezTo>
                  <a:cubicBezTo>
                    <a:pt x="2212" y="15"/>
                    <a:pt x="2212" y="15"/>
                    <a:pt x="2212" y="15"/>
                  </a:cubicBezTo>
                  <a:cubicBezTo>
                    <a:pt x="2212" y="163"/>
                    <a:pt x="2212" y="163"/>
                    <a:pt x="2212" y="163"/>
                  </a:cubicBezTo>
                  <a:lnTo>
                    <a:pt x="2245" y="163"/>
                  </a:lnTo>
                  <a:close/>
                  <a:moveTo>
                    <a:pt x="2191" y="127"/>
                  </a:moveTo>
                  <a:cubicBezTo>
                    <a:pt x="2159" y="118"/>
                    <a:pt x="2159" y="118"/>
                    <a:pt x="2159" y="118"/>
                  </a:cubicBezTo>
                  <a:cubicBezTo>
                    <a:pt x="2156" y="129"/>
                    <a:pt x="2149" y="135"/>
                    <a:pt x="2140" y="135"/>
                  </a:cubicBezTo>
                  <a:cubicBezTo>
                    <a:pt x="2134" y="135"/>
                    <a:pt x="2129" y="132"/>
                    <a:pt x="2125" y="127"/>
                  </a:cubicBezTo>
                  <a:cubicBezTo>
                    <a:pt x="2121" y="121"/>
                    <a:pt x="2119" y="114"/>
                    <a:pt x="2119" y="106"/>
                  </a:cubicBezTo>
                  <a:cubicBezTo>
                    <a:pt x="2119" y="97"/>
                    <a:pt x="2121" y="90"/>
                    <a:pt x="2125" y="85"/>
                  </a:cubicBezTo>
                  <a:cubicBezTo>
                    <a:pt x="2129" y="79"/>
                    <a:pt x="2134" y="77"/>
                    <a:pt x="2140" y="77"/>
                  </a:cubicBezTo>
                  <a:cubicBezTo>
                    <a:pt x="2149" y="77"/>
                    <a:pt x="2155" y="82"/>
                    <a:pt x="2159" y="92"/>
                  </a:cubicBezTo>
                  <a:cubicBezTo>
                    <a:pt x="2190" y="81"/>
                    <a:pt x="2190" y="81"/>
                    <a:pt x="2190" y="81"/>
                  </a:cubicBezTo>
                  <a:cubicBezTo>
                    <a:pt x="2183" y="57"/>
                    <a:pt x="2166" y="45"/>
                    <a:pt x="2140" y="45"/>
                  </a:cubicBezTo>
                  <a:cubicBezTo>
                    <a:pt x="2123" y="45"/>
                    <a:pt x="2110" y="51"/>
                    <a:pt x="2101" y="62"/>
                  </a:cubicBezTo>
                  <a:cubicBezTo>
                    <a:pt x="2091" y="73"/>
                    <a:pt x="2086" y="87"/>
                    <a:pt x="2086" y="106"/>
                  </a:cubicBezTo>
                  <a:cubicBezTo>
                    <a:pt x="2086" y="125"/>
                    <a:pt x="2091" y="139"/>
                    <a:pt x="2100" y="150"/>
                  </a:cubicBezTo>
                  <a:cubicBezTo>
                    <a:pt x="2110" y="161"/>
                    <a:pt x="2123" y="166"/>
                    <a:pt x="2140" y="166"/>
                  </a:cubicBezTo>
                  <a:cubicBezTo>
                    <a:pt x="2166" y="166"/>
                    <a:pt x="2183" y="153"/>
                    <a:pt x="2191" y="127"/>
                  </a:cubicBezTo>
                  <a:moveTo>
                    <a:pt x="2003" y="78"/>
                  </a:moveTo>
                  <a:cubicBezTo>
                    <a:pt x="2007" y="75"/>
                    <a:pt x="2012" y="73"/>
                    <a:pt x="2018" y="73"/>
                  </a:cubicBezTo>
                  <a:cubicBezTo>
                    <a:pt x="2031" y="73"/>
                    <a:pt x="2038" y="79"/>
                    <a:pt x="2040" y="92"/>
                  </a:cubicBezTo>
                  <a:cubicBezTo>
                    <a:pt x="1997" y="92"/>
                    <a:pt x="1997" y="92"/>
                    <a:pt x="1997" y="92"/>
                  </a:cubicBezTo>
                  <a:cubicBezTo>
                    <a:pt x="1997" y="86"/>
                    <a:pt x="2000" y="81"/>
                    <a:pt x="2003" y="78"/>
                  </a:cubicBezTo>
                  <a:moveTo>
                    <a:pt x="2064" y="145"/>
                  </a:moveTo>
                  <a:cubicBezTo>
                    <a:pt x="2045" y="126"/>
                    <a:pt x="2045" y="126"/>
                    <a:pt x="2045" y="126"/>
                  </a:cubicBezTo>
                  <a:cubicBezTo>
                    <a:pt x="2038" y="134"/>
                    <a:pt x="2030" y="138"/>
                    <a:pt x="2019" y="138"/>
                  </a:cubicBezTo>
                  <a:cubicBezTo>
                    <a:pt x="2013" y="138"/>
                    <a:pt x="2007" y="136"/>
                    <a:pt x="2003" y="133"/>
                  </a:cubicBezTo>
                  <a:cubicBezTo>
                    <a:pt x="1999" y="129"/>
                    <a:pt x="1997" y="124"/>
                    <a:pt x="1996" y="117"/>
                  </a:cubicBezTo>
                  <a:cubicBezTo>
                    <a:pt x="2070" y="117"/>
                    <a:pt x="2070" y="117"/>
                    <a:pt x="2070" y="117"/>
                  </a:cubicBezTo>
                  <a:cubicBezTo>
                    <a:pt x="2071" y="113"/>
                    <a:pt x="2071" y="107"/>
                    <a:pt x="2071" y="100"/>
                  </a:cubicBezTo>
                  <a:cubicBezTo>
                    <a:pt x="2071" y="82"/>
                    <a:pt x="2066" y="69"/>
                    <a:pt x="2057" y="59"/>
                  </a:cubicBezTo>
                  <a:cubicBezTo>
                    <a:pt x="2047" y="50"/>
                    <a:pt x="2035" y="45"/>
                    <a:pt x="2019" y="45"/>
                  </a:cubicBezTo>
                  <a:cubicBezTo>
                    <a:pt x="2002" y="45"/>
                    <a:pt x="1989" y="51"/>
                    <a:pt x="1979" y="61"/>
                  </a:cubicBezTo>
                  <a:cubicBezTo>
                    <a:pt x="1969" y="72"/>
                    <a:pt x="1964" y="87"/>
                    <a:pt x="1964" y="106"/>
                  </a:cubicBezTo>
                  <a:cubicBezTo>
                    <a:pt x="1964" y="124"/>
                    <a:pt x="1969" y="139"/>
                    <a:pt x="1979" y="150"/>
                  </a:cubicBezTo>
                  <a:cubicBezTo>
                    <a:pt x="1989" y="161"/>
                    <a:pt x="2002" y="166"/>
                    <a:pt x="2019" y="166"/>
                  </a:cubicBezTo>
                  <a:cubicBezTo>
                    <a:pt x="2038" y="166"/>
                    <a:pt x="2053" y="159"/>
                    <a:pt x="2064" y="145"/>
                  </a:cubicBezTo>
                  <a:moveTo>
                    <a:pt x="1972" y="38"/>
                  </a:moveTo>
                  <a:cubicBezTo>
                    <a:pt x="1972" y="5"/>
                    <a:pt x="1972" y="5"/>
                    <a:pt x="1972" y="5"/>
                  </a:cubicBezTo>
                  <a:cubicBezTo>
                    <a:pt x="1847" y="5"/>
                    <a:pt x="1847" y="5"/>
                    <a:pt x="1847" y="5"/>
                  </a:cubicBezTo>
                  <a:cubicBezTo>
                    <a:pt x="1847" y="38"/>
                    <a:pt x="1847" y="38"/>
                    <a:pt x="1847" y="38"/>
                  </a:cubicBezTo>
                  <a:cubicBezTo>
                    <a:pt x="1893" y="38"/>
                    <a:pt x="1893" y="38"/>
                    <a:pt x="1893" y="38"/>
                  </a:cubicBezTo>
                  <a:cubicBezTo>
                    <a:pt x="1893" y="163"/>
                    <a:pt x="1893" y="163"/>
                    <a:pt x="1893" y="163"/>
                  </a:cubicBezTo>
                  <a:cubicBezTo>
                    <a:pt x="1927" y="163"/>
                    <a:pt x="1927" y="163"/>
                    <a:pt x="1927" y="163"/>
                  </a:cubicBezTo>
                  <a:cubicBezTo>
                    <a:pt x="1927" y="38"/>
                    <a:pt x="1927" y="38"/>
                    <a:pt x="1927" y="38"/>
                  </a:cubicBezTo>
                  <a:lnTo>
                    <a:pt x="1972" y="38"/>
                  </a:lnTo>
                  <a:close/>
                  <a:moveTo>
                    <a:pt x="1703" y="106"/>
                  </a:moveTo>
                  <a:cubicBezTo>
                    <a:pt x="1703" y="96"/>
                    <a:pt x="1705" y="89"/>
                    <a:pt x="1708" y="84"/>
                  </a:cubicBezTo>
                  <a:cubicBezTo>
                    <a:pt x="1712" y="79"/>
                    <a:pt x="1717" y="77"/>
                    <a:pt x="1723" y="77"/>
                  </a:cubicBezTo>
                  <a:cubicBezTo>
                    <a:pt x="1731" y="77"/>
                    <a:pt x="1737" y="79"/>
                    <a:pt x="1741" y="85"/>
                  </a:cubicBezTo>
                  <a:cubicBezTo>
                    <a:pt x="1741" y="127"/>
                    <a:pt x="1741" y="127"/>
                    <a:pt x="1741" y="127"/>
                  </a:cubicBezTo>
                  <a:cubicBezTo>
                    <a:pt x="1738" y="132"/>
                    <a:pt x="1732" y="134"/>
                    <a:pt x="1723" y="134"/>
                  </a:cubicBezTo>
                  <a:cubicBezTo>
                    <a:pt x="1710" y="134"/>
                    <a:pt x="1703" y="125"/>
                    <a:pt x="1703" y="106"/>
                  </a:cubicBezTo>
                  <a:moveTo>
                    <a:pt x="1741" y="154"/>
                  </a:moveTo>
                  <a:cubicBezTo>
                    <a:pt x="1741" y="163"/>
                    <a:pt x="1741" y="163"/>
                    <a:pt x="1741" y="163"/>
                  </a:cubicBezTo>
                  <a:cubicBezTo>
                    <a:pt x="1774" y="163"/>
                    <a:pt x="1774" y="163"/>
                    <a:pt x="1774" y="163"/>
                  </a:cubicBezTo>
                  <a:cubicBezTo>
                    <a:pt x="1774" y="0"/>
                    <a:pt x="1774" y="0"/>
                    <a:pt x="1774" y="0"/>
                  </a:cubicBezTo>
                  <a:cubicBezTo>
                    <a:pt x="1741" y="15"/>
                    <a:pt x="1741" y="15"/>
                    <a:pt x="1741" y="15"/>
                  </a:cubicBezTo>
                  <a:cubicBezTo>
                    <a:pt x="1741" y="57"/>
                    <a:pt x="1741" y="57"/>
                    <a:pt x="1741" y="57"/>
                  </a:cubicBezTo>
                  <a:cubicBezTo>
                    <a:pt x="1736" y="49"/>
                    <a:pt x="1728" y="45"/>
                    <a:pt x="1718" y="45"/>
                  </a:cubicBezTo>
                  <a:cubicBezTo>
                    <a:pt x="1704" y="45"/>
                    <a:pt x="1693" y="51"/>
                    <a:pt x="1684" y="62"/>
                  </a:cubicBezTo>
                  <a:cubicBezTo>
                    <a:pt x="1675" y="73"/>
                    <a:pt x="1670" y="87"/>
                    <a:pt x="1670" y="106"/>
                  </a:cubicBezTo>
                  <a:cubicBezTo>
                    <a:pt x="1670" y="125"/>
                    <a:pt x="1675" y="140"/>
                    <a:pt x="1683" y="150"/>
                  </a:cubicBezTo>
                  <a:cubicBezTo>
                    <a:pt x="1692" y="161"/>
                    <a:pt x="1703" y="166"/>
                    <a:pt x="1718" y="166"/>
                  </a:cubicBezTo>
                  <a:cubicBezTo>
                    <a:pt x="1729" y="166"/>
                    <a:pt x="1737" y="162"/>
                    <a:pt x="1741" y="154"/>
                  </a:cubicBezTo>
                  <a:moveTo>
                    <a:pt x="1650" y="163"/>
                  </a:moveTo>
                  <a:cubicBezTo>
                    <a:pt x="1650" y="88"/>
                    <a:pt x="1650" y="88"/>
                    <a:pt x="1650" y="88"/>
                  </a:cubicBezTo>
                  <a:cubicBezTo>
                    <a:pt x="1650" y="73"/>
                    <a:pt x="1646" y="62"/>
                    <a:pt x="1638" y="55"/>
                  </a:cubicBezTo>
                  <a:cubicBezTo>
                    <a:pt x="1630" y="49"/>
                    <a:pt x="1621" y="45"/>
                    <a:pt x="1610" y="45"/>
                  </a:cubicBezTo>
                  <a:cubicBezTo>
                    <a:pt x="1596" y="45"/>
                    <a:pt x="1586" y="50"/>
                    <a:pt x="1579" y="59"/>
                  </a:cubicBezTo>
                  <a:cubicBezTo>
                    <a:pt x="1579" y="48"/>
                    <a:pt x="1579" y="48"/>
                    <a:pt x="1579" y="48"/>
                  </a:cubicBezTo>
                  <a:cubicBezTo>
                    <a:pt x="1546" y="48"/>
                    <a:pt x="1546" y="48"/>
                    <a:pt x="1546" y="48"/>
                  </a:cubicBezTo>
                  <a:cubicBezTo>
                    <a:pt x="1546" y="163"/>
                    <a:pt x="1546" y="163"/>
                    <a:pt x="1546" y="163"/>
                  </a:cubicBezTo>
                  <a:cubicBezTo>
                    <a:pt x="1579" y="163"/>
                    <a:pt x="1579" y="163"/>
                    <a:pt x="1579" y="163"/>
                  </a:cubicBezTo>
                  <a:cubicBezTo>
                    <a:pt x="1579" y="103"/>
                    <a:pt x="1579" y="103"/>
                    <a:pt x="1579" y="103"/>
                  </a:cubicBezTo>
                  <a:cubicBezTo>
                    <a:pt x="1579" y="94"/>
                    <a:pt x="1580" y="87"/>
                    <a:pt x="1584" y="83"/>
                  </a:cubicBezTo>
                  <a:cubicBezTo>
                    <a:pt x="1587" y="79"/>
                    <a:pt x="1592" y="77"/>
                    <a:pt x="1599" y="77"/>
                  </a:cubicBezTo>
                  <a:cubicBezTo>
                    <a:pt x="1606" y="77"/>
                    <a:pt x="1610" y="79"/>
                    <a:pt x="1613" y="83"/>
                  </a:cubicBezTo>
                  <a:cubicBezTo>
                    <a:pt x="1616" y="87"/>
                    <a:pt x="1617" y="94"/>
                    <a:pt x="1617" y="103"/>
                  </a:cubicBezTo>
                  <a:cubicBezTo>
                    <a:pt x="1617" y="163"/>
                    <a:pt x="1617" y="163"/>
                    <a:pt x="1617" y="163"/>
                  </a:cubicBezTo>
                  <a:lnTo>
                    <a:pt x="1650" y="163"/>
                  </a:lnTo>
                  <a:close/>
                  <a:moveTo>
                    <a:pt x="1449" y="128"/>
                  </a:moveTo>
                  <a:cubicBezTo>
                    <a:pt x="1449" y="121"/>
                    <a:pt x="1455" y="117"/>
                    <a:pt x="1469" y="117"/>
                  </a:cubicBezTo>
                  <a:cubicBezTo>
                    <a:pt x="1476" y="117"/>
                    <a:pt x="1483" y="118"/>
                    <a:pt x="1489" y="120"/>
                  </a:cubicBezTo>
                  <a:cubicBezTo>
                    <a:pt x="1489" y="130"/>
                    <a:pt x="1489" y="130"/>
                    <a:pt x="1489" y="130"/>
                  </a:cubicBezTo>
                  <a:cubicBezTo>
                    <a:pt x="1482" y="136"/>
                    <a:pt x="1474" y="138"/>
                    <a:pt x="1466" y="138"/>
                  </a:cubicBezTo>
                  <a:cubicBezTo>
                    <a:pt x="1455" y="138"/>
                    <a:pt x="1449" y="135"/>
                    <a:pt x="1449" y="128"/>
                  </a:cubicBezTo>
                  <a:moveTo>
                    <a:pt x="1521" y="163"/>
                  </a:moveTo>
                  <a:cubicBezTo>
                    <a:pt x="1521" y="90"/>
                    <a:pt x="1521" y="90"/>
                    <a:pt x="1521" y="90"/>
                  </a:cubicBezTo>
                  <a:cubicBezTo>
                    <a:pt x="1521" y="60"/>
                    <a:pt x="1505" y="45"/>
                    <a:pt x="1472" y="45"/>
                  </a:cubicBezTo>
                  <a:cubicBezTo>
                    <a:pt x="1453" y="45"/>
                    <a:pt x="1437" y="50"/>
                    <a:pt x="1423" y="60"/>
                  </a:cubicBezTo>
                  <a:cubicBezTo>
                    <a:pt x="1433" y="85"/>
                    <a:pt x="1433" y="85"/>
                    <a:pt x="1433" y="85"/>
                  </a:cubicBezTo>
                  <a:cubicBezTo>
                    <a:pt x="1445" y="77"/>
                    <a:pt x="1457" y="73"/>
                    <a:pt x="1470" y="73"/>
                  </a:cubicBezTo>
                  <a:cubicBezTo>
                    <a:pt x="1476" y="73"/>
                    <a:pt x="1480" y="74"/>
                    <a:pt x="1484" y="77"/>
                  </a:cubicBezTo>
                  <a:cubicBezTo>
                    <a:pt x="1487" y="80"/>
                    <a:pt x="1489" y="84"/>
                    <a:pt x="1489" y="89"/>
                  </a:cubicBezTo>
                  <a:cubicBezTo>
                    <a:pt x="1489" y="95"/>
                    <a:pt x="1489" y="95"/>
                    <a:pt x="1489" y="95"/>
                  </a:cubicBezTo>
                  <a:cubicBezTo>
                    <a:pt x="1483" y="92"/>
                    <a:pt x="1474" y="91"/>
                    <a:pt x="1463" y="91"/>
                  </a:cubicBezTo>
                  <a:cubicBezTo>
                    <a:pt x="1451" y="91"/>
                    <a:pt x="1440" y="94"/>
                    <a:pt x="1431" y="101"/>
                  </a:cubicBezTo>
                  <a:cubicBezTo>
                    <a:pt x="1421" y="107"/>
                    <a:pt x="1417" y="116"/>
                    <a:pt x="1417" y="128"/>
                  </a:cubicBezTo>
                  <a:cubicBezTo>
                    <a:pt x="1417" y="140"/>
                    <a:pt x="1421" y="150"/>
                    <a:pt x="1429" y="156"/>
                  </a:cubicBezTo>
                  <a:cubicBezTo>
                    <a:pt x="1437" y="163"/>
                    <a:pt x="1447" y="166"/>
                    <a:pt x="1460" y="166"/>
                  </a:cubicBezTo>
                  <a:cubicBezTo>
                    <a:pt x="1472" y="166"/>
                    <a:pt x="1482" y="162"/>
                    <a:pt x="1489" y="155"/>
                  </a:cubicBezTo>
                  <a:cubicBezTo>
                    <a:pt x="1489" y="163"/>
                    <a:pt x="1489" y="163"/>
                    <a:pt x="1489" y="163"/>
                  </a:cubicBezTo>
                  <a:lnTo>
                    <a:pt x="1521" y="163"/>
                  </a:lnTo>
                  <a:close/>
                  <a:moveTo>
                    <a:pt x="1275" y="163"/>
                  </a:moveTo>
                  <a:cubicBezTo>
                    <a:pt x="1275" y="101"/>
                    <a:pt x="1275" y="101"/>
                    <a:pt x="1275" y="101"/>
                  </a:cubicBezTo>
                  <a:cubicBezTo>
                    <a:pt x="1275" y="85"/>
                    <a:pt x="1281" y="77"/>
                    <a:pt x="1295" y="77"/>
                  </a:cubicBezTo>
                  <a:cubicBezTo>
                    <a:pt x="1302" y="77"/>
                    <a:pt x="1306" y="79"/>
                    <a:pt x="1309" y="83"/>
                  </a:cubicBezTo>
                  <a:cubicBezTo>
                    <a:pt x="1312" y="87"/>
                    <a:pt x="1313" y="93"/>
                    <a:pt x="1313" y="101"/>
                  </a:cubicBezTo>
                  <a:cubicBezTo>
                    <a:pt x="1313" y="163"/>
                    <a:pt x="1313" y="163"/>
                    <a:pt x="1313" y="163"/>
                  </a:cubicBezTo>
                  <a:cubicBezTo>
                    <a:pt x="1346" y="163"/>
                    <a:pt x="1346" y="163"/>
                    <a:pt x="1346" y="163"/>
                  </a:cubicBezTo>
                  <a:cubicBezTo>
                    <a:pt x="1346" y="88"/>
                    <a:pt x="1346" y="88"/>
                    <a:pt x="1346" y="88"/>
                  </a:cubicBezTo>
                  <a:cubicBezTo>
                    <a:pt x="1346" y="73"/>
                    <a:pt x="1342" y="62"/>
                    <a:pt x="1334" y="55"/>
                  </a:cubicBezTo>
                  <a:cubicBezTo>
                    <a:pt x="1326" y="49"/>
                    <a:pt x="1317" y="45"/>
                    <a:pt x="1306" y="45"/>
                  </a:cubicBezTo>
                  <a:cubicBezTo>
                    <a:pt x="1293" y="45"/>
                    <a:pt x="1282" y="50"/>
                    <a:pt x="1275" y="59"/>
                  </a:cubicBezTo>
                  <a:cubicBezTo>
                    <a:pt x="1275" y="0"/>
                    <a:pt x="1275" y="0"/>
                    <a:pt x="1275" y="0"/>
                  </a:cubicBezTo>
                  <a:cubicBezTo>
                    <a:pt x="1242" y="15"/>
                    <a:pt x="1242" y="15"/>
                    <a:pt x="1242" y="15"/>
                  </a:cubicBezTo>
                  <a:cubicBezTo>
                    <a:pt x="1242" y="163"/>
                    <a:pt x="1242" y="163"/>
                    <a:pt x="1242" y="163"/>
                  </a:cubicBezTo>
                  <a:lnTo>
                    <a:pt x="1275" y="163"/>
                  </a:lnTo>
                  <a:close/>
                  <a:moveTo>
                    <a:pt x="1219" y="161"/>
                  </a:moveTo>
                  <a:cubicBezTo>
                    <a:pt x="1223" y="133"/>
                    <a:pt x="1223" y="133"/>
                    <a:pt x="1223" y="133"/>
                  </a:cubicBezTo>
                  <a:cubicBezTo>
                    <a:pt x="1216" y="136"/>
                    <a:pt x="1210" y="138"/>
                    <a:pt x="1203" y="138"/>
                  </a:cubicBezTo>
                  <a:cubicBezTo>
                    <a:pt x="1201" y="138"/>
                    <a:pt x="1200" y="137"/>
                    <a:pt x="1198" y="136"/>
                  </a:cubicBezTo>
                  <a:cubicBezTo>
                    <a:pt x="1197" y="135"/>
                    <a:pt x="1196" y="133"/>
                    <a:pt x="1196" y="131"/>
                  </a:cubicBezTo>
                  <a:cubicBezTo>
                    <a:pt x="1196" y="77"/>
                    <a:pt x="1196" y="77"/>
                    <a:pt x="1196" y="77"/>
                  </a:cubicBezTo>
                  <a:cubicBezTo>
                    <a:pt x="1221" y="77"/>
                    <a:pt x="1221" y="77"/>
                    <a:pt x="1221" y="77"/>
                  </a:cubicBezTo>
                  <a:cubicBezTo>
                    <a:pt x="1221" y="48"/>
                    <a:pt x="1221" y="48"/>
                    <a:pt x="1221" y="48"/>
                  </a:cubicBezTo>
                  <a:cubicBezTo>
                    <a:pt x="1196" y="48"/>
                    <a:pt x="1196" y="48"/>
                    <a:pt x="1196" y="48"/>
                  </a:cubicBezTo>
                  <a:cubicBezTo>
                    <a:pt x="1196" y="0"/>
                    <a:pt x="1196" y="0"/>
                    <a:pt x="1196" y="0"/>
                  </a:cubicBezTo>
                  <a:cubicBezTo>
                    <a:pt x="1164" y="16"/>
                    <a:pt x="1164" y="16"/>
                    <a:pt x="1164" y="16"/>
                  </a:cubicBezTo>
                  <a:cubicBezTo>
                    <a:pt x="1164" y="48"/>
                    <a:pt x="1164" y="48"/>
                    <a:pt x="1164" y="48"/>
                  </a:cubicBezTo>
                  <a:cubicBezTo>
                    <a:pt x="1148" y="48"/>
                    <a:pt x="1148" y="48"/>
                    <a:pt x="1148" y="48"/>
                  </a:cubicBezTo>
                  <a:cubicBezTo>
                    <a:pt x="1148" y="77"/>
                    <a:pt x="1148" y="77"/>
                    <a:pt x="1148" y="77"/>
                  </a:cubicBezTo>
                  <a:cubicBezTo>
                    <a:pt x="1164" y="77"/>
                    <a:pt x="1164" y="77"/>
                    <a:pt x="1164" y="77"/>
                  </a:cubicBezTo>
                  <a:cubicBezTo>
                    <a:pt x="1164" y="134"/>
                    <a:pt x="1164" y="134"/>
                    <a:pt x="1164" y="134"/>
                  </a:cubicBezTo>
                  <a:cubicBezTo>
                    <a:pt x="1164" y="155"/>
                    <a:pt x="1174" y="166"/>
                    <a:pt x="1193" y="166"/>
                  </a:cubicBezTo>
                  <a:cubicBezTo>
                    <a:pt x="1203" y="166"/>
                    <a:pt x="1212" y="164"/>
                    <a:pt x="1219" y="161"/>
                  </a:cubicBezTo>
                  <a:moveTo>
                    <a:pt x="1130" y="163"/>
                  </a:moveTo>
                  <a:cubicBezTo>
                    <a:pt x="1130" y="0"/>
                    <a:pt x="1130" y="0"/>
                    <a:pt x="1130" y="0"/>
                  </a:cubicBezTo>
                  <a:cubicBezTo>
                    <a:pt x="1097" y="16"/>
                    <a:pt x="1097" y="16"/>
                    <a:pt x="1097" y="16"/>
                  </a:cubicBezTo>
                  <a:cubicBezTo>
                    <a:pt x="1097" y="163"/>
                    <a:pt x="1097" y="163"/>
                    <a:pt x="1097" y="163"/>
                  </a:cubicBezTo>
                  <a:lnTo>
                    <a:pt x="1130" y="163"/>
                  </a:lnTo>
                  <a:close/>
                  <a:moveTo>
                    <a:pt x="999" y="128"/>
                  </a:moveTo>
                  <a:cubicBezTo>
                    <a:pt x="999" y="121"/>
                    <a:pt x="1006" y="117"/>
                    <a:pt x="1019" y="117"/>
                  </a:cubicBezTo>
                  <a:cubicBezTo>
                    <a:pt x="1026" y="117"/>
                    <a:pt x="1033" y="118"/>
                    <a:pt x="1039" y="120"/>
                  </a:cubicBezTo>
                  <a:cubicBezTo>
                    <a:pt x="1039" y="130"/>
                    <a:pt x="1039" y="130"/>
                    <a:pt x="1039" y="130"/>
                  </a:cubicBezTo>
                  <a:cubicBezTo>
                    <a:pt x="1032" y="136"/>
                    <a:pt x="1025" y="138"/>
                    <a:pt x="1016" y="138"/>
                  </a:cubicBezTo>
                  <a:cubicBezTo>
                    <a:pt x="1005" y="138"/>
                    <a:pt x="999" y="135"/>
                    <a:pt x="999" y="128"/>
                  </a:cubicBezTo>
                  <a:moveTo>
                    <a:pt x="1071" y="163"/>
                  </a:moveTo>
                  <a:cubicBezTo>
                    <a:pt x="1071" y="90"/>
                    <a:pt x="1071" y="90"/>
                    <a:pt x="1071" y="90"/>
                  </a:cubicBezTo>
                  <a:cubicBezTo>
                    <a:pt x="1071" y="60"/>
                    <a:pt x="1055" y="45"/>
                    <a:pt x="1022" y="45"/>
                  </a:cubicBezTo>
                  <a:cubicBezTo>
                    <a:pt x="1004" y="45"/>
                    <a:pt x="987" y="50"/>
                    <a:pt x="973" y="60"/>
                  </a:cubicBezTo>
                  <a:cubicBezTo>
                    <a:pt x="983" y="85"/>
                    <a:pt x="983" y="85"/>
                    <a:pt x="983" y="85"/>
                  </a:cubicBezTo>
                  <a:cubicBezTo>
                    <a:pt x="995" y="77"/>
                    <a:pt x="1008" y="73"/>
                    <a:pt x="1020" y="73"/>
                  </a:cubicBezTo>
                  <a:cubicBezTo>
                    <a:pt x="1026" y="73"/>
                    <a:pt x="1031" y="74"/>
                    <a:pt x="1034" y="77"/>
                  </a:cubicBezTo>
                  <a:cubicBezTo>
                    <a:pt x="1037" y="80"/>
                    <a:pt x="1039" y="84"/>
                    <a:pt x="1039" y="89"/>
                  </a:cubicBezTo>
                  <a:cubicBezTo>
                    <a:pt x="1039" y="95"/>
                    <a:pt x="1039" y="95"/>
                    <a:pt x="1039" y="95"/>
                  </a:cubicBezTo>
                  <a:cubicBezTo>
                    <a:pt x="1033" y="92"/>
                    <a:pt x="1024" y="91"/>
                    <a:pt x="1014" y="91"/>
                  </a:cubicBezTo>
                  <a:cubicBezTo>
                    <a:pt x="1001" y="91"/>
                    <a:pt x="990" y="94"/>
                    <a:pt x="981" y="101"/>
                  </a:cubicBezTo>
                  <a:cubicBezTo>
                    <a:pt x="971" y="107"/>
                    <a:pt x="967" y="116"/>
                    <a:pt x="967" y="128"/>
                  </a:cubicBezTo>
                  <a:cubicBezTo>
                    <a:pt x="967" y="140"/>
                    <a:pt x="971" y="150"/>
                    <a:pt x="979" y="156"/>
                  </a:cubicBezTo>
                  <a:cubicBezTo>
                    <a:pt x="987" y="163"/>
                    <a:pt x="997" y="166"/>
                    <a:pt x="1010" y="166"/>
                  </a:cubicBezTo>
                  <a:cubicBezTo>
                    <a:pt x="1022" y="166"/>
                    <a:pt x="1032" y="162"/>
                    <a:pt x="1039" y="155"/>
                  </a:cubicBezTo>
                  <a:cubicBezTo>
                    <a:pt x="1039" y="163"/>
                    <a:pt x="1039" y="163"/>
                    <a:pt x="1039" y="163"/>
                  </a:cubicBezTo>
                  <a:lnTo>
                    <a:pt x="1071" y="163"/>
                  </a:lnTo>
                  <a:close/>
                  <a:moveTo>
                    <a:pt x="886" y="78"/>
                  </a:moveTo>
                  <a:cubicBezTo>
                    <a:pt x="889" y="75"/>
                    <a:pt x="894" y="73"/>
                    <a:pt x="900" y="73"/>
                  </a:cubicBezTo>
                  <a:cubicBezTo>
                    <a:pt x="913" y="73"/>
                    <a:pt x="920" y="79"/>
                    <a:pt x="922" y="92"/>
                  </a:cubicBezTo>
                  <a:cubicBezTo>
                    <a:pt x="879" y="92"/>
                    <a:pt x="879" y="92"/>
                    <a:pt x="879" y="92"/>
                  </a:cubicBezTo>
                  <a:cubicBezTo>
                    <a:pt x="880" y="86"/>
                    <a:pt x="882" y="81"/>
                    <a:pt x="886" y="78"/>
                  </a:cubicBezTo>
                  <a:moveTo>
                    <a:pt x="946" y="145"/>
                  </a:moveTo>
                  <a:cubicBezTo>
                    <a:pt x="927" y="126"/>
                    <a:pt x="927" y="126"/>
                    <a:pt x="927" y="126"/>
                  </a:cubicBezTo>
                  <a:cubicBezTo>
                    <a:pt x="921" y="134"/>
                    <a:pt x="912" y="138"/>
                    <a:pt x="901" y="138"/>
                  </a:cubicBezTo>
                  <a:cubicBezTo>
                    <a:pt x="895" y="138"/>
                    <a:pt x="890" y="136"/>
                    <a:pt x="885" y="133"/>
                  </a:cubicBezTo>
                  <a:cubicBezTo>
                    <a:pt x="881" y="129"/>
                    <a:pt x="879" y="124"/>
                    <a:pt x="879" y="117"/>
                  </a:cubicBezTo>
                  <a:cubicBezTo>
                    <a:pt x="952" y="117"/>
                    <a:pt x="952" y="117"/>
                    <a:pt x="952" y="117"/>
                  </a:cubicBezTo>
                  <a:cubicBezTo>
                    <a:pt x="953" y="113"/>
                    <a:pt x="953" y="107"/>
                    <a:pt x="953" y="100"/>
                  </a:cubicBezTo>
                  <a:cubicBezTo>
                    <a:pt x="953" y="82"/>
                    <a:pt x="948" y="69"/>
                    <a:pt x="939" y="59"/>
                  </a:cubicBezTo>
                  <a:cubicBezTo>
                    <a:pt x="929" y="50"/>
                    <a:pt x="917" y="45"/>
                    <a:pt x="901" y="45"/>
                  </a:cubicBezTo>
                  <a:cubicBezTo>
                    <a:pt x="885" y="45"/>
                    <a:pt x="871" y="51"/>
                    <a:pt x="861" y="61"/>
                  </a:cubicBezTo>
                  <a:cubicBezTo>
                    <a:pt x="851" y="72"/>
                    <a:pt x="847" y="87"/>
                    <a:pt x="847" y="106"/>
                  </a:cubicBezTo>
                  <a:cubicBezTo>
                    <a:pt x="847" y="124"/>
                    <a:pt x="851" y="139"/>
                    <a:pt x="861" y="150"/>
                  </a:cubicBezTo>
                  <a:cubicBezTo>
                    <a:pt x="871" y="161"/>
                    <a:pt x="884" y="166"/>
                    <a:pt x="901" y="166"/>
                  </a:cubicBezTo>
                  <a:cubicBezTo>
                    <a:pt x="920" y="166"/>
                    <a:pt x="935" y="159"/>
                    <a:pt x="946" y="145"/>
                  </a:cubicBezTo>
                  <a:moveTo>
                    <a:pt x="825" y="163"/>
                  </a:moveTo>
                  <a:cubicBezTo>
                    <a:pt x="825" y="5"/>
                    <a:pt x="825" y="5"/>
                    <a:pt x="825" y="5"/>
                  </a:cubicBezTo>
                  <a:cubicBezTo>
                    <a:pt x="791" y="5"/>
                    <a:pt x="791" y="5"/>
                    <a:pt x="791" y="5"/>
                  </a:cubicBezTo>
                  <a:cubicBezTo>
                    <a:pt x="791" y="66"/>
                    <a:pt x="791" y="66"/>
                    <a:pt x="791" y="66"/>
                  </a:cubicBezTo>
                  <a:cubicBezTo>
                    <a:pt x="728" y="66"/>
                    <a:pt x="728" y="66"/>
                    <a:pt x="728" y="66"/>
                  </a:cubicBezTo>
                  <a:cubicBezTo>
                    <a:pt x="728" y="5"/>
                    <a:pt x="728" y="5"/>
                    <a:pt x="728" y="5"/>
                  </a:cubicBezTo>
                  <a:cubicBezTo>
                    <a:pt x="694" y="5"/>
                    <a:pt x="694" y="5"/>
                    <a:pt x="694" y="5"/>
                  </a:cubicBezTo>
                  <a:cubicBezTo>
                    <a:pt x="694" y="163"/>
                    <a:pt x="694" y="163"/>
                    <a:pt x="694" y="163"/>
                  </a:cubicBezTo>
                  <a:cubicBezTo>
                    <a:pt x="728" y="163"/>
                    <a:pt x="728" y="163"/>
                    <a:pt x="728" y="163"/>
                  </a:cubicBezTo>
                  <a:cubicBezTo>
                    <a:pt x="728" y="99"/>
                    <a:pt x="728" y="99"/>
                    <a:pt x="728" y="99"/>
                  </a:cubicBezTo>
                  <a:cubicBezTo>
                    <a:pt x="791" y="99"/>
                    <a:pt x="791" y="99"/>
                    <a:pt x="791" y="99"/>
                  </a:cubicBezTo>
                  <a:cubicBezTo>
                    <a:pt x="791" y="163"/>
                    <a:pt x="791" y="163"/>
                    <a:pt x="791" y="163"/>
                  </a:cubicBezTo>
                  <a:lnTo>
                    <a:pt x="825" y="163"/>
                  </a:lnTo>
                  <a:close/>
                  <a:moveTo>
                    <a:pt x="614" y="163"/>
                  </a:moveTo>
                  <a:cubicBezTo>
                    <a:pt x="614" y="0"/>
                    <a:pt x="614" y="0"/>
                    <a:pt x="614" y="0"/>
                  </a:cubicBezTo>
                  <a:cubicBezTo>
                    <a:pt x="581" y="16"/>
                    <a:pt x="581" y="16"/>
                    <a:pt x="581" y="16"/>
                  </a:cubicBezTo>
                  <a:cubicBezTo>
                    <a:pt x="581" y="163"/>
                    <a:pt x="581" y="163"/>
                    <a:pt x="581" y="163"/>
                  </a:cubicBezTo>
                  <a:lnTo>
                    <a:pt x="614" y="163"/>
                  </a:lnTo>
                  <a:close/>
                  <a:moveTo>
                    <a:pt x="483" y="128"/>
                  </a:moveTo>
                  <a:cubicBezTo>
                    <a:pt x="483" y="121"/>
                    <a:pt x="490" y="117"/>
                    <a:pt x="503" y="117"/>
                  </a:cubicBezTo>
                  <a:cubicBezTo>
                    <a:pt x="510" y="117"/>
                    <a:pt x="517" y="118"/>
                    <a:pt x="523" y="120"/>
                  </a:cubicBezTo>
                  <a:cubicBezTo>
                    <a:pt x="523" y="130"/>
                    <a:pt x="523" y="130"/>
                    <a:pt x="523" y="130"/>
                  </a:cubicBezTo>
                  <a:cubicBezTo>
                    <a:pt x="516" y="136"/>
                    <a:pt x="509" y="138"/>
                    <a:pt x="501" y="138"/>
                  </a:cubicBezTo>
                  <a:cubicBezTo>
                    <a:pt x="489" y="138"/>
                    <a:pt x="483" y="135"/>
                    <a:pt x="483" y="128"/>
                  </a:cubicBezTo>
                  <a:moveTo>
                    <a:pt x="555" y="163"/>
                  </a:moveTo>
                  <a:cubicBezTo>
                    <a:pt x="555" y="90"/>
                    <a:pt x="555" y="90"/>
                    <a:pt x="555" y="90"/>
                  </a:cubicBezTo>
                  <a:cubicBezTo>
                    <a:pt x="555" y="60"/>
                    <a:pt x="539" y="45"/>
                    <a:pt x="506" y="45"/>
                  </a:cubicBezTo>
                  <a:cubicBezTo>
                    <a:pt x="488" y="45"/>
                    <a:pt x="471" y="50"/>
                    <a:pt x="457" y="60"/>
                  </a:cubicBezTo>
                  <a:cubicBezTo>
                    <a:pt x="467" y="85"/>
                    <a:pt x="467" y="85"/>
                    <a:pt x="467" y="85"/>
                  </a:cubicBezTo>
                  <a:cubicBezTo>
                    <a:pt x="479" y="77"/>
                    <a:pt x="492" y="73"/>
                    <a:pt x="504" y="73"/>
                  </a:cubicBezTo>
                  <a:cubicBezTo>
                    <a:pt x="510" y="73"/>
                    <a:pt x="515" y="74"/>
                    <a:pt x="518" y="77"/>
                  </a:cubicBezTo>
                  <a:cubicBezTo>
                    <a:pt x="521" y="80"/>
                    <a:pt x="523" y="84"/>
                    <a:pt x="523" y="89"/>
                  </a:cubicBezTo>
                  <a:cubicBezTo>
                    <a:pt x="523" y="95"/>
                    <a:pt x="523" y="95"/>
                    <a:pt x="523" y="95"/>
                  </a:cubicBezTo>
                  <a:cubicBezTo>
                    <a:pt x="517" y="92"/>
                    <a:pt x="508" y="91"/>
                    <a:pt x="498" y="91"/>
                  </a:cubicBezTo>
                  <a:cubicBezTo>
                    <a:pt x="485" y="91"/>
                    <a:pt x="474" y="94"/>
                    <a:pt x="465" y="101"/>
                  </a:cubicBezTo>
                  <a:cubicBezTo>
                    <a:pt x="456" y="107"/>
                    <a:pt x="451" y="116"/>
                    <a:pt x="451" y="128"/>
                  </a:cubicBezTo>
                  <a:cubicBezTo>
                    <a:pt x="451" y="140"/>
                    <a:pt x="455" y="150"/>
                    <a:pt x="463" y="156"/>
                  </a:cubicBezTo>
                  <a:cubicBezTo>
                    <a:pt x="471" y="163"/>
                    <a:pt x="481" y="166"/>
                    <a:pt x="494" y="166"/>
                  </a:cubicBezTo>
                  <a:cubicBezTo>
                    <a:pt x="506" y="166"/>
                    <a:pt x="516" y="162"/>
                    <a:pt x="523" y="155"/>
                  </a:cubicBezTo>
                  <a:cubicBezTo>
                    <a:pt x="523" y="163"/>
                    <a:pt x="523" y="163"/>
                    <a:pt x="523" y="163"/>
                  </a:cubicBezTo>
                  <a:lnTo>
                    <a:pt x="555" y="163"/>
                  </a:lnTo>
                  <a:close/>
                  <a:moveTo>
                    <a:pt x="365" y="127"/>
                  </a:moveTo>
                  <a:cubicBezTo>
                    <a:pt x="365" y="84"/>
                    <a:pt x="365" y="84"/>
                    <a:pt x="365" y="84"/>
                  </a:cubicBezTo>
                  <a:cubicBezTo>
                    <a:pt x="369" y="79"/>
                    <a:pt x="375" y="77"/>
                    <a:pt x="383" y="77"/>
                  </a:cubicBezTo>
                  <a:cubicBezTo>
                    <a:pt x="390" y="77"/>
                    <a:pt x="395" y="79"/>
                    <a:pt x="398" y="84"/>
                  </a:cubicBezTo>
                  <a:cubicBezTo>
                    <a:pt x="402" y="89"/>
                    <a:pt x="404" y="96"/>
                    <a:pt x="404" y="106"/>
                  </a:cubicBezTo>
                  <a:cubicBezTo>
                    <a:pt x="404" y="115"/>
                    <a:pt x="402" y="122"/>
                    <a:pt x="398" y="127"/>
                  </a:cubicBezTo>
                  <a:cubicBezTo>
                    <a:pt x="395" y="132"/>
                    <a:pt x="390" y="134"/>
                    <a:pt x="383" y="134"/>
                  </a:cubicBezTo>
                  <a:cubicBezTo>
                    <a:pt x="375" y="134"/>
                    <a:pt x="369" y="132"/>
                    <a:pt x="365" y="127"/>
                  </a:cubicBezTo>
                  <a:moveTo>
                    <a:pt x="423" y="150"/>
                  </a:moveTo>
                  <a:cubicBezTo>
                    <a:pt x="432" y="140"/>
                    <a:pt x="436" y="125"/>
                    <a:pt x="436" y="106"/>
                  </a:cubicBezTo>
                  <a:cubicBezTo>
                    <a:pt x="436" y="87"/>
                    <a:pt x="432" y="73"/>
                    <a:pt x="423" y="62"/>
                  </a:cubicBezTo>
                  <a:cubicBezTo>
                    <a:pt x="414" y="51"/>
                    <a:pt x="402" y="45"/>
                    <a:pt x="388" y="45"/>
                  </a:cubicBezTo>
                  <a:cubicBezTo>
                    <a:pt x="378" y="45"/>
                    <a:pt x="371" y="49"/>
                    <a:pt x="365" y="56"/>
                  </a:cubicBezTo>
                  <a:cubicBezTo>
                    <a:pt x="365" y="0"/>
                    <a:pt x="365" y="0"/>
                    <a:pt x="365" y="0"/>
                  </a:cubicBezTo>
                  <a:cubicBezTo>
                    <a:pt x="333" y="15"/>
                    <a:pt x="333" y="15"/>
                    <a:pt x="333" y="15"/>
                  </a:cubicBezTo>
                  <a:cubicBezTo>
                    <a:pt x="333" y="163"/>
                    <a:pt x="333" y="163"/>
                    <a:pt x="333" y="163"/>
                  </a:cubicBezTo>
                  <a:cubicBezTo>
                    <a:pt x="365" y="163"/>
                    <a:pt x="365" y="163"/>
                    <a:pt x="365" y="163"/>
                  </a:cubicBezTo>
                  <a:cubicBezTo>
                    <a:pt x="365" y="154"/>
                    <a:pt x="365" y="154"/>
                    <a:pt x="365" y="154"/>
                  </a:cubicBezTo>
                  <a:cubicBezTo>
                    <a:pt x="370" y="162"/>
                    <a:pt x="377" y="166"/>
                    <a:pt x="387" y="166"/>
                  </a:cubicBezTo>
                  <a:cubicBezTo>
                    <a:pt x="402" y="166"/>
                    <a:pt x="414" y="161"/>
                    <a:pt x="423" y="150"/>
                  </a:cubicBezTo>
                  <a:moveTo>
                    <a:pt x="243" y="127"/>
                  </a:moveTo>
                  <a:cubicBezTo>
                    <a:pt x="239" y="122"/>
                    <a:pt x="237" y="115"/>
                    <a:pt x="237" y="106"/>
                  </a:cubicBezTo>
                  <a:cubicBezTo>
                    <a:pt x="237" y="97"/>
                    <a:pt x="239" y="90"/>
                    <a:pt x="243" y="85"/>
                  </a:cubicBezTo>
                  <a:cubicBezTo>
                    <a:pt x="247" y="79"/>
                    <a:pt x="252" y="77"/>
                    <a:pt x="258" y="77"/>
                  </a:cubicBezTo>
                  <a:cubicBezTo>
                    <a:pt x="265" y="77"/>
                    <a:pt x="270" y="79"/>
                    <a:pt x="273" y="85"/>
                  </a:cubicBezTo>
                  <a:cubicBezTo>
                    <a:pt x="277" y="90"/>
                    <a:pt x="279" y="97"/>
                    <a:pt x="279" y="106"/>
                  </a:cubicBezTo>
                  <a:cubicBezTo>
                    <a:pt x="279" y="115"/>
                    <a:pt x="277" y="122"/>
                    <a:pt x="273" y="127"/>
                  </a:cubicBezTo>
                  <a:cubicBezTo>
                    <a:pt x="270" y="132"/>
                    <a:pt x="265" y="134"/>
                    <a:pt x="258" y="134"/>
                  </a:cubicBezTo>
                  <a:cubicBezTo>
                    <a:pt x="252" y="134"/>
                    <a:pt x="247" y="132"/>
                    <a:pt x="243" y="127"/>
                  </a:cubicBezTo>
                  <a:moveTo>
                    <a:pt x="297" y="150"/>
                  </a:moveTo>
                  <a:cubicBezTo>
                    <a:pt x="306" y="139"/>
                    <a:pt x="311" y="125"/>
                    <a:pt x="311" y="106"/>
                  </a:cubicBezTo>
                  <a:cubicBezTo>
                    <a:pt x="311" y="87"/>
                    <a:pt x="306" y="72"/>
                    <a:pt x="297" y="61"/>
                  </a:cubicBezTo>
                  <a:cubicBezTo>
                    <a:pt x="287" y="51"/>
                    <a:pt x="274" y="45"/>
                    <a:pt x="258" y="45"/>
                  </a:cubicBezTo>
                  <a:cubicBezTo>
                    <a:pt x="242" y="45"/>
                    <a:pt x="229" y="51"/>
                    <a:pt x="219" y="61"/>
                  </a:cubicBezTo>
                  <a:cubicBezTo>
                    <a:pt x="210" y="72"/>
                    <a:pt x="205" y="87"/>
                    <a:pt x="205" y="106"/>
                  </a:cubicBezTo>
                  <a:cubicBezTo>
                    <a:pt x="205" y="125"/>
                    <a:pt x="209" y="139"/>
                    <a:pt x="219" y="150"/>
                  </a:cubicBezTo>
                  <a:cubicBezTo>
                    <a:pt x="229" y="161"/>
                    <a:pt x="242" y="166"/>
                    <a:pt x="258" y="166"/>
                  </a:cubicBezTo>
                  <a:cubicBezTo>
                    <a:pt x="275" y="166"/>
                    <a:pt x="288" y="161"/>
                    <a:pt x="297" y="150"/>
                  </a:cubicBezTo>
                  <a:moveTo>
                    <a:pt x="182" y="163"/>
                  </a:moveTo>
                  <a:cubicBezTo>
                    <a:pt x="182" y="0"/>
                    <a:pt x="182" y="0"/>
                    <a:pt x="182" y="0"/>
                  </a:cubicBezTo>
                  <a:cubicBezTo>
                    <a:pt x="149" y="16"/>
                    <a:pt x="149" y="16"/>
                    <a:pt x="149" y="16"/>
                  </a:cubicBezTo>
                  <a:cubicBezTo>
                    <a:pt x="149" y="163"/>
                    <a:pt x="149" y="163"/>
                    <a:pt x="149" y="163"/>
                  </a:cubicBezTo>
                  <a:lnTo>
                    <a:pt x="182" y="163"/>
                  </a:lnTo>
                  <a:close/>
                  <a:moveTo>
                    <a:pt x="112" y="149"/>
                  </a:moveTo>
                  <a:cubicBezTo>
                    <a:pt x="123" y="138"/>
                    <a:pt x="129" y="123"/>
                    <a:pt x="129" y="103"/>
                  </a:cubicBezTo>
                  <a:cubicBezTo>
                    <a:pt x="129" y="78"/>
                    <a:pt x="129" y="78"/>
                    <a:pt x="129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111"/>
                    <a:pt x="68" y="111"/>
                    <a:pt x="68" y="111"/>
                  </a:cubicBezTo>
                  <a:cubicBezTo>
                    <a:pt x="94" y="111"/>
                    <a:pt x="94" y="111"/>
                    <a:pt x="94" y="111"/>
                  </a:cubicBezTo>
                  <a:cubicBezTo>
                    <a:pt x="94" y="112"/>
                    <a:pt x="94" y="112"/>
                    <a:pt x="94" y="112"/>
                  </a:cubicBezTo>
                  <a:cubicBezTo>
                    <a:pt x="94" y="118"/>
                    <a:pt x="91" y="123"/>
                    <a:pt x="86" y="127"/>
                  </a:cubicBezTo>
                  <a:cubicBezTo>
                    <a:pt x="82" y="131"/>
                    <a:pt x="76" y="133"/>
                    <a:pt x="70" y="133"/>
                  </a:cubicBezTo>
                  <a:cubicBezTo>
                    <a:pt x="58" y="133"/>
                    <a:pt x="50" y="128"/>
                    <a:pt x="44" y="119"/>
                  </a:cubicBezTo>
                  <a:cubicBezTo>
                    <a:pt x="38" y="110"/>
                    <a:pt x="35" y="98"/>
                    <a:pt x="35" y="84"/>
                  </a:cubicBezTo>
                  <a:cubicBezTo>
                    <a:pt x="35" y="76"/>
                    <a:pt x="36" y="69"/>
                    <a:pt x="38" y="62"/>
                  </a:cubicBezTo>
                  <a:cubicBezTo>
                    <a:pt x="40" y="55"/>
                    <a:pt x="44" y="49"/>
                    <a:pt x="49" y="44"/>
                  </a:cubicBezTo>
                  <a:cubicBezTo>
                    <a:pt x="55" y="38"/>
                    <a:pt x="61" y="36"/>
                    <a:pt x="70" y="36"/>
                  </a:cubicBezTo>
                  <a:cubicBezTo>
                    <a:pt x="80" y="36"/>
                    <a:pt x="89" y="42"/>
                    <a:pt x="98" y="56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121" y="28"/>
                    <a:pt x="113" y="19"/>
                    <a:pt x="104" y="12"/>
                  </a:cubicBezTo>
                  <a:cubicBezTo>
                    <a:pt x="95" y="6"/>
                    <a:pt x="84" y="3"/>
                    <a:pt x="70" y="3"/>
                  </a:cubicBezTo>
                  <a:cubicBezTo>
                    <a:pt x="58" y="3"/>
                    <a:pt x="48" y="5"/>
                    <a:pt x="39" y="10"/>
                  </a:cubicBezTo>
                  <a:cubicBezTo>
                    <a:pt x="29" y="15"/>
                    <a:pt x="22" y="21"/>
                    <a:pt x="17" y="29"/>
                  </a:cubicBezTo>
                  <a:cubicBezTo>
                    <a:pt x="11" y="37"/>
                    <a:pt x="7" y="46"/>
                    <a:pt x="4" y="55"/>
                  </a:cubicBezTo>
                  <a:cubicBezTo>
                    <a:pt x="1" y="65"/>
                    <a:pt x="0" y="74"/>
                    <a:pt x="0" y="84"/>
                  </a:cubicBezTo>
                  <a:cubicBezTo>
                    <a:pt x="0" y="95"/>
                    <a:pt x="1" y="105"/>
                    <a:pt x="4" y="115"/>
                  </a:cubicBezTo>
                  <a:cubicBezTo>
                    <a:pt x="7" y="124"/>
                    <a:pt x="11" y="133"/>
                    <a:pt x="16" y="140"/>
                  </a:cubicBezTo>
                  <a:cubicBezTo>
                    <a:pt x="22" y="148"/>
                    <a:pt x="29" y="155"/>
                    <a:pt x="38" y="159"/>
                  </a:cubicBezTo>
                  <a:cubicBezTo>
                    <a:pt x="47" y="164"/>
                    <a:pt x="58" y="166"/>
                    <a:pt x="70" y="166"/>
                  </a:cubicBezTo>
                  <a:cubicBezTo>
                    <a:pt x="87" y="166"/>
                    <a:pt x="101" y="160"/>
                    <a:pt x="112" y="14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5AD3220-C4AC-4468-9CA5-91A07B7562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39725" y="3162300"/>
              <a:ext cx="744538" cy="920750"/>
            </a:xfrm>
            <a:custGeom>
              <a:avLst/>
              <a:gdLst>
                <a:gd name="T0" fmla="*/ 505 w 647"/>
                <a:gd name="T1" fmla="*/ 798 h 798"/>
                <a:gd name="T2" fmla="*/ 212 w 647"/>
                <a:gd name="T3" fmla="*/ 363 h 798"/>
                <a:gd name="T4" fmla="*/ 180 w 647"/>
                <a:gd name="T5" fmla="*/ 314 h 798"/>
                <a:gd name="T6" fmla="*/ 156 w 647"/>
                <a:gd name="T7" fmla="*/ 273 h 798"/>
                <a:gd name="T8" fmla="*/ 156 w 647"/>
                <a:gd name="T9" fmla="*/ 306 h 798"/>
                <a:gd name="T10" fmla="*/ 157 w 647"/>
                <a:gd name="T11" fmla="*/ 355 h 798"/>
                <a:gd name="T12" fmla="*/ 158 w 647"/>
                <a:gd name="T13" fmla="*/ 405 h 798"/>
                <a:gd name="T14" fmla="*/ 158 w 647"/>
                <a:gd name="T15" fmla="*/ 447 h 798"/>
                <a:gd name="T16" fmla="*/ 158 w 647"/>
                <a:gd name="T17" fmla="*/ 798 h 798"/>
                <a:gd name="T18" fmla="*/ 0 w 647"/>
                <a:gd name="T19" fmla="*/ 798 h 798"/>
                <a:gd name="T20" fmla="*/ 0 w 647"/>
                <a:gd name="T21" fmla="*/ 0 h 798"/>
                <a:gd name="T22" fmla="*/ 154 w 647"/>
                <a:gd name="T23" fmla="*/ 0 h 798"/>
                <a:gd name="T24" fmla="*/ 435 w 647"/>
                <a:gd name="T25" fmla="*/ 422 h 798"/>
                <a:gd name="T26" fmla="*/ 467 w 647"/>
                <a:gd name="T27" fmla="*/ 471 h 798"/>
                <a:gd name="T28" fmla="*/ 491 w 647"/>
                <a:gd name="T29" fmla="*/ 512 h 798"/>
                <a:gd name="T30" fmla="*/ 491 w 647"/>
                <a:gd name="T31" fmla="*/ 479 h 798"/>
                <a:gd name="T32" fmla="*/ 490 w 647"/>
                <a:gd name="T33" fmla="*/ 431 h 798"/>
                <a:gd name="T34" fmla="*/ 489 w 647"/>
                <a:gd name="T35" fmla="*/ 380 h 798"/>
                <a:gd name="T36" fmla="*/ 489 w 647"/>
                <a:gd name="T37" fmla="*/ 338 h 798"/>
                <a:gd name="T38" fmla="*/ 489 w 647"/>
                <a:gd name="T39" fmla="*/ 0 h 798"/>
                <a:gd name="T40" fmla="*/ 647 w 647"/>
                <a:gd name="T41" fmla="*/ 0 h 798"/>
                <a:gd name="T42" fmla="*/ 647 w 647"/>
                <a:gd name="T43" fmla="*/ 798 h 798"/>
                <a:gd name="T44" fmla="*/ 505 w 647"/>
                <a:gd name="T45" fmla="*/ 798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7" h="798">
                  <a:moveTo>
                    <a:pt x="505" y="798"/>
                  </a:moveTo>
                  <a:cubicBezTo>
                    <a:pt x="212" y="363"/>
                    <a:pt x="212" y="363"/>
                    <a:pt x="212" y="363"/>
                  </a:cubicBezTo>
                  <a:cubicBezTo>
                    <a:pt x="202" y="348"/>
                    <a:pt x="191" y="331"/>
                    <a:pt x="180" y="314"/>
                  </a:cubicBezTo>
                  <a:cubicBezTo>
                    <a:pt x="169" y="297"/>
                    <a:pt x="161" y="283"/>
                    <a:pt x="156" y="273"/>
                  </a:cubicBezTo>
                  <a:cubicBezTo>
                    <a:pt x="156" y="280"/>
                    <a:pt x="156" y="291"/>
                    <a:pt x="156" y="306"/>
                  </a:cubicBezTo>
                  <a:cubicBezTo>
                    <a:pt x="157" y="321"/>
                    <a:pt x="157" y="337"/>
                    <a:pt x="157" y="355"/>
                  </a:cubicBezTo>
                  <a:cubicBezTo>
                    <a:pt x="157" y="372"/>
                    <a:pt x="157" y="388"/>
                    <a:pt x="158" y="405"/>
                  </a:cubicBezTo>
                  <a:cubicBezTo>
                    <a:pt x="158" y="422"/>
                    <a:pt x="158" y="436"/>
                    <a:pt x="158" y="447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435" y="422"/>
                    <a:pt x="435" y="422"/>
                    <a:pt x="435" y="422"/>
                  </a:cubicBezTo>
                  <a:cubicBezTo>
                    <a:pt x="445" y="437"/>
                    <a:pt x="456" y="453"/>
                    <a:pt x="467" y="471"/>
                  </a:cubicBezTo>
                  <a:cubicBezTo>
                    <a:pt x="478" y="488"/>
                    <a:pt x="486" y="502"/>
                    <a:pt x="491" y="512"/>
                  </a:cubicBezTo>
                  <a:cubicBezTo>
                    <a:pt x="491" y="505"/>
                    <a:pt x="491" y="493"/>
                    <a:pt x="491" y="479"/>
                  </a:cubicBezTo>
                  <a:cubicBezTo>
                    <a:pt x="490" y="464"/>
                    <a:pt x="490" y="448"/>
                    <a:pt x="490" y="431"/>
                  </a:cubicBezTo>
                  <a:cubicBezTo>
                    <a:pt x="490" y="414"/>
                    <a:pt x="490" y="397"/>
                    <a:pt x="489" y="380"/>
                  </a:cubicBezTo>
                  <a:cubicBezTo>
                    <a:pt x="489" y="363"/>
                    <a:pt x="489" y="349"/>
                    <a:pt x="489" y="338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647" y="0"/>
                    <a:pt x="647" y="0"/>
                    <a:pt x="647" y="0"/>
                  </a:cubicBezTo>
                  <a:cubicBezTo>
                    <a:pt x="647" y="798"/>
                    <a:pt x="647" y="798"/>
                    <a:pt x="647" y="798"/>
                  </a:cubicBezTo>
                  <a:lnTo>
                    <a:pt x="505" y="798"/>
                  </a:lnTo>
                  <a:close/>
                </a:path>
              </a:pathLst>
            </a:custGeom>
            <a:solidFill>
              <a:srgbClr val="989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336070D-CF3C-46E2-AD02-11BD6E4CC0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989175" y="3162300"/>
              <a:ext cx="744538" cy="920750"/>
            </a:xfrm>
            <a:custGeom>
              <a:avLst/>
              <a:gdLst>
                <a:gd name="T0" fmla="*/ 608 w 647"/>
                <a:gd name="T1" fmla="*/ 401 h 798"/>
                <a:gd name="T2" fmla="*/ 647 w 647"/>
                <a:gd name="T3" fmla="*/ 253 h 798"/>
                <a:gd name="T4" fmla="*/ 625 w 647"/>
                <a:gd name="T5" fmla="*/ 142 h 798"/>
                <a:gd name="T6" fmla="*/ 565 w 647"/>
                <a:gd name="T7" fmla="*/ 63 h 798"/>
                <a:gd name="T8" fmla="*/ 478 w 647"/>
                <a:gd name="T9" fmla="*/ 15 h 798"/>
                <a:gd name="T10" fmla="*/ 372 w 647"/>
                <a:gd name="T11" fmla="*/ 0 h 798"/>
                <a:gd name="T12" fmla="*/ 0 w 647"/>
                <a:gd name="T13" fmla="*/ 0 h 798"/>
                <a:gd name="T14" fmla="*/ 0 w 647"/>
                <a:gd name="T15" fmla="*/ 798 h 798"/>
                <a:gd name="T16" fmla="*/ 158 w 647"/>
                <a:gd name="T17" fmla="*/ 798 h 798"/>
                <a:gd name="T18" fmla="*/ 158 w 647"/>
                <a:gd name="T19" fmla="*/ 511 h 798"/>
                <a:gd name="T20" fmla="*/ 320 w 647"/>
                <a:gd name="T21" fmla="*/ 511 h 798"/>
                <a:gd name="T22" fmla="*/ 462 w 647"/>
                <a:gd name="T23" fmla="*/ 798 h 798"/>
                <a:gd name="T24" fmla="*/ 647 w 647"/>
                <a:gd name="T25" fmla="*/ 798 h 798"/>
                <a:gd name="T26" fmla="*/ 494 w 647"/>
                <a:gd name="T27" fmla="*/ 488 h 798"/>
                <a:gd name="T28" fmla="*/ 608 w 647"/>
                <a:gd name="T29" fmla="*/ 401 h 798"/>
                <a:gd name="T30" fmla="*/ 368 w 647"/>
                <a:gd name="T31" fmla="*/ 360 h 798"/>
                <a:gd name="T32" fmla="*/ 158 w 647"/>
                <a:gd name="T33" fmla="*/ 360 h 798"/>
                <a:gd name="T34" fmla="*/ 158 w 647"/>
                <a:gd name="T35" fmla="*/ 156 h 798"/>
                <a:gd name="T36" fmla="*/ 368 w 647"/>
                <a:gd name="T37" fmla="*/ 156 h 798"/>
                <a:gd name="T38" fmla="*/ 452 w 647"/>
                <a:gd name="T39" fmla="*/ 180 h 798"/>
                <a:gd name="T40" fmla="*/ 482 w 647"/>
                <a:gd name="T41" fmla="*/ 257 h 798"/>
                <a:gd name="T42" fmla="*/ 368 w 647"/>
                <a:gd name="T43" fmla="*/ 36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08" y="401"/>
                  </a:moveTo>
                  <a:cubicBezTo>
                    <a:pt x="634" y="363"/>
                    <a:pt x="647" y="313"/>
                    <a:pt x="647" y="253"/>
                  </a:cubicBezTo>
                  <a:cubicBezTo>
                    <a:pt x="647" y="211"/>
                    <a:pt x="639" y="174"/>
                    <a:pt x="625" y="142"/>
                  </a:cubicBezTo>
                  <a:cubicBezTo>
                    <a:pt x="610" y="111"/>
                    <a:pt x="591" y="84"/>
                    <a:pt x="565" y="63"/>
                  </a:cubicBezTo>
                  <a:cubicBezTo>
                    <a:pt x="540" y="42"/>
                    <a:pt x="511" y="26"/>
                    <a:pt x="478" y="15"/>
                  </a:cubicBezTo>
                  <a:cubicBezTo>
                    <a:pt x="444" y="5"/>
                    <a:pt x="409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158" y="798"/>
                    <a:pt x="158" y="798"/>
                    <a:pt x="158" y="798"/>
                  </a:cubicBezTo>
                  <a:cubicBezTo>
                    <a:pt x="158" y="511"/>
                    <a:pt x="158" y="511"/>
                    <a:pt x="158" y="511"/>
                  </a:cubicBezTo>
                  <a:cubicBezTo>
                    <a:pt x="320" y="511"/>
                    <a:pt x="320" y="511"/>
                    <a:pt x="320" y="511"/>
                  </a:cubicBezTo>
                  <a:cubicBezTo>
                    <a:pt x="462" y="798"/>
                    <a:pt x="462" y="798"/>
                    <a:pt x="462" y="798"/>
                  </a:cubicBezTo>
                  <a:cubicBezTo>
                    <a:pt x="647" y="798"/>
                    <a:pt x="647" y="798"/>
                    <a:pt x="647" y="798"/>
                  </a:cubicBezTo>
                  <a:cubicBezTo>
                    <a:pt x="494" y="488"/>
                    <a:pt x="494" y="488"/>
                    <a:pt x="494" y="488"/>
                  </a:cubicBezTo>
                  <a:cubicBezTo>
                    <a:pt x="545" y="468"/>
                    <a:pt x="583" y="439"/>
                    <a:pt x="608" y="401"/>
                  </a:cubicBezTo>
                  <a:close/>
                  <a:moveTo>
                    <a:pt x="368" y="360"/>
                  </a:moveTo>
                  <a:cubicBezTo>
                    <a:pt x="158" y="360"/>
                    <a:pt x="158" y="360"/>
                    <a:pt x="158" y="360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368" y="156"/>
                    <a:pt x="368" y="156"/>
                    <a:pt x="368" y="156"/>
                  </a:cubicBezTo>
                  <a:cubicBezTo>
                    <a:pt x="404" y="156"/>
                    <a:pt x="432" y="164"/>
                    <a:pt x="452" y="180"/>
                  </a:cubicBezTo>
                  <a:cubicBezTo>
                    <a:pt x="472" y="195"/>
                    <a:pt x="482" y="221"/>
                    <a:pt x="482" y="257"/>
                  </a:cubicBezTo>
                  <a:cubicBezTo>
                    <a:pt x="482" y="326"/>
                    <a:pt x="444" y="360"/>
                    <a:pt x="368" y="360"/>
                  </a:cubicBezTo>
                  <a:close/>
                </a:path>
              </a:pathLst>
            </a:custGeom>
            <a:solidFill>
              <a:srgbClr val="989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63AC322-7A5A-4413-B9B9-25642620B6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78175" y="3162300"/>
              <a:ext cx="744538" cy="920750"/>
            </a:xfrm>
            <a:custGeom>
              <a:avLst/>
              <a:gdLst>
                <a:gd name="T0" fmla="*/ 616 w 647"/>
                <a:gd name="T1" fmla="*/ 214 h 798"/>
                <a:gd name="T2" fmla="*/ 533 w 647"/>
                <a:gd name="T3" fmla="*/ 90 h 798"/>
                <a:gd name="T4" fmla="*/ 408 w 647"/>
                <a:gd name="T5" fmla="*/ 21 h 798"/>
                <a:gd name="T6" fmla="*/ 250 w 647"/>
                <a:gd name="T7" fmla="*/ 0 h 798"/>
                <a:gd name="T8" fmla="*/ 0 w 647"/>
                <a:gd name="T9" fmla="*/ 0 h 798"/>
                <a:gd name="T10" fmla="*/ 0 w 647"/>
                <a:gd name="T11" fmla="*/ 798 h 798"/>
                <a:gd name="T12" fmla="*/ 238 w 647"/>
                <a:gd name="T13" fmla="*/ 798 h 798"/>
                <a:gd name="T14" fmla="*/ 388 w 647"/>
                <a:gd name="T15" fmla="*/ 776 h 798"/>
                <a:gd name="T16" fmla="*/ 519 w 647"/>
                <a:gd name="T17" fmla="*/ 704 h 798"/>
                <a:gd name="T18" fmla="*/ 612 w 647"/>
                <a:gd name="T19" fmla="*/ 580 h 798"/>
                <a:gd name="T20" fmla="*/ 647 w 647"/>
                <a:gd name="T21" fmla="*/ 399 h 798"/>
                <a:gd name="T22" fmla="*/ 616 w 647"/>
                <a:gd name="T23" fmla="*/ 214 h 798"/>
                <a:gd name="T24" fmla="*/ 468 w 647"/>
                <a:gd name="T25" fmla="*/ 499 h 798"/>
                <a:gd name="T26" fmla="*/ 423 w 647"/>
                <a:gd name="T27" fmla="*/ 575 h 798"/>
                <a:gd name="T28" fmla="*/ 347 w 647"/>
                <a:gd name="T29" fmla="*/ 625 h 798"/>
                <a:gd name="T30" fmla="*/ 237 w 647"/>
                <a:gd name="T31" fmla="*/ 642 h 798"/>
                <a:gd name="T32" fmla="*/ 158 w 647"/>
                <a:gd name="T33" fmla="*/ 642 h 798"/>
                <a:gd name="T34" fmla="*/ 158 w 647"/>
                <a:gd name="T35" fmla="*/ 156 h 798"/>
                <a:gd name="T36" fmla="*/ 243 w 647"/>
                <a:gd name="T37" fmla="*/ 156 h 798"/>
                <a:gd name="T38" fmla="*/ 426 w 647"/>
                <a:gd name="T39" fmla="*/ 217 h 798"/>
                <a:gd name="T40" fmla="*/ 482 w 647"/>
                <a:gd name="T41" fmla="*/ 399 h 798"/>
                <a:gd name="T42" fmla="*/ 468 w 647"/>
                <a:gd name="T43" fmla="*/ 499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7" h="798">
                  <a:moveTo>
                    <a:pt x="616" y="214"/>
                  </a:moveTo>
                  <a:cubicBezTo>
                    <a:pt x="596" y="163"/>
                    <a:pt x="568" y="122"/>
                    <a:pt x="533" y="90"/>
                  </a:cubicBezTo>
                  <a:cubicBezTo>
                    <a:pt x="498" y="58"/>
                    <a:pt x="456" y="35"/>
                    <a:pt x="408" y="21"/>
                  </a:cubicBezTo>
                  <a:cubicBezTo>
                    <a:pt x="359" y="7"/>
                    <a:pt x="307" y="0"/>
                    <a:pt x="25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238" y="798"/>
                    <a:pt x="238" y="798"/>
                    <a:pt x="238" y="798"/>
                  </a:cubicBezTo>
                  <a:cubicBezTo>
                    <a:pt x="289" y="798"/>
                    <a:pt x="339" y="791"/>
                    <a:pt x="388" y="776"/>
                  </a:cubicBezTo>
                  <a:cubicBezTo>
                    <a:pt x="437" y="760"/>
                    <a:pt x="481" y="737"/>
                    <a:pt x="519" y="704"/>
                  </a:cubicBezTo>
                  <a:cubicBezTo>
                    <a:pt x="558" y="672"/>
                    <a:pt x="589" y="631"/>
                    <a:pt x="612" y="580"/>
                  </a:cubicBezTo>
                  <a:cubicBezTo>
                    <a:pt x="635" y="529"/>
                    <a:pt x="647" y="469"/>
                    <a:pt x="647" y="399"/>
                  </a:cubicBezTo>
                  <a:cubicBezTo>
                    <a:pt x="647" y="326"/>
                    <a:pt x="637" y="264"/>
                    <a:pt x="616" y="214"/>
                  </a:cubicBezTo>
                  <a:close/>
                  <a:moveTo>
                    <a:pt x="468" y="499"/>
                  </a:moveTo>
                  <a:cubicBezTo>
                    <a:pt x="458" y="529"/>
                    <a:pt x="443" y="554"/>
                    <a:pt x="423" y="575"/>
                  </a:cubicBezTo>
                  <a:cubicBezTo>
                    <a:pt x="403" y="596"/>
                    <a:pt x="378" y="613"/>
                    <a:pt x="347" y="625"/>
                  </a:cubicBezTo>
                  <a:cubicBezTo>
                    <a:pt x="316" y="636"/>
                    <a:pt x="279" y="642"/>
                    <a:pt x="237" y="642"/>
                  </a:cubicBezTo>
                  <a:cubicBezTo>
                    <a:pt x="158" y="642"/>
                    <a:pt x="158" y="642"/>
                    <a:pt x="158" y="642"/>
                  </a:cubicBezTo>
                  <a:cubicBezTo>
                    <a:pt x="158" y="156"/>
                    <a:pt x="158" y="156"/>
                    <a:pt x="158" y="156"/>
                  </a:cubicBezTo>
                  <a:cubicBezTo>
                    <a:pt x="243" y="156"/>
                    <a:pt x="243" y="156"/>
                    <a:pt x="243" y="156"/>
                  </a:cubicBezTo>
                  <a:cubicBezTo>
                    <a:pt x="328" y="156"/>
                    <a:pt x="389" y="177"/>
                    <a:pt x="426" y="217"/>
                  </a:cubicBezTo>
                  <a:cubicBezTo>
                    <a:pt x="464" y="258"/>
                    <a:pt x="482" y="318"/>
                    <a:pt x="482" y="399"/>
                  </a:cubicBezTo>
                  <a:cubicBezTo>
                    <a:pt x="482" y="436"/>
                    <a:pt x="477" y="469"/>
                    <a:pt x="468" y="499"/>
                  </a:cubicBezTo>
                  <a:close/>
                </a:path>
              </a:pathLst>
            </a:custGeom>
            <a:solidFill>
              <a:srgbClr val="989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4A810B7-A1C5-4C95-9588-09D71DCBB15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746538" y="3162300"/>
              <a:ext cx="182563" cy="922338"/>
            </a:xfrm>
            <a:prstGeom prst="rect">
              <a:avLst/>
            </a:prstGeom>
            <a:solidFill>
              <a:srgbClr val="989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00886227-79AB-4A6B-891F-2C2BBF8F2A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57688" y="3148013"/>
              <a:ext cx="746125" cy="950913"/>
            </a:xfrm>
            <a:custGeom>
              <a:avLst/>
              <a:gdLst>
                <a:gd name="T0" fmla="*/ 499 w 647"/>
                <a:gd name="T1" fmla="*/ 245 h 823"/>
                <a:gd name="T2" fmla="*/ 442 w 647"/>
                <a:gd name="T3" fmla="*/ 181 h 823"/>
                <a:gd name="T4" fmla="*/ 353 w 647"/>
                <a:gd name="T5" fmla="*/ 158 h 823"/>
                <a:gd name="T6" fmla="*/ 273 w 647"/>
                <a:gd name="T7" fmla="*/ 177 h 823"/>
                <a:gd name="T8" fmla="*/ 213 w 647"/>
                <a:gd name="T9" fmla="*/ 229 h 823"/>
                <a:gd name="T10" fmla="*/ 177 w 647"/>
                <a:gd name="T11" fmla="*/ 309 h 823"/>
                <a:gd name="T12" fmla="*/ 164 w 647"/>
                <a:gd name="T13" fmla="*/ 411 h 823"/>
                <a:gd name="T14" fmla="*/ 177 w 647"/>
                <a:gd name="T15" fmla="*/ 511 h 823"/>
                <a:gd name="T16" fmla="*/ 214 w 647"/>
                <a:gd name="T17" fmla="*/ 592 h 823"/>
                <a:gd name="T18" fmla="*/ 274 w 647"/>
                <a:gd name="T19" fmla="*/ 645 h 823"/>
                <a:gd name="T20" fmla="*/ 354 w 647"/>
                <a:gd name="T21" fmla="*/ 664 h 823"/>
                <a:gd name="T22" fmla="*/ 443 w 647"/>
                <a:gd name="T23" fmla="*/ 641 h 823"/>
                <a:gd name="T24" fmla="*/ 510 w 647"/>
                <a:gd name="T25" fmla="*/ 563 h 823"/>
                <a:gd name="T26" fmla="*/ 645 w 647"/>
                <a:gd name="T27" fmla="*/ 643 h 823"/>
                <a:gd name="T28" fmla="*/ 531 w 647"/>
                <a:gd name="T29" fmla="*/ 776 h 823"/>
                <a:gd name="T30" fmla="*/ 349 w 647"/>
                <a:gd name="T31" fmla="*/ 823 h 823"/>
                <a:gd name="T32" fmla="*/ 207 w 647"/>
                <a:gd name="T33" fmla="*/ 794 h 823"/>
                <a:gd name="T34" fmla="*/ 96 w 647"/>
                <a:gd name="T35" fmla="*/ 711 h 823"/>
                <a:gd name="T36" fmla="*/ 25 w 647"/>
                <a:gd name="T37" fmla="*/ 582 h 823"/>
                <a:gd name="T38" fmla="*/ 0 w 647"/>
                <a:gd name="T39" fmla="*/ 411 h 823"/>
                <a:gd name="T40" fmla="*/ 26 w 647"/>
                <a:gd name="T41" fmla="*/ 244 h 823"/>
                <a:gd name="T42" fmla="*/ 99 w 647"/>
                <a:gd name="T43" fmla="*/ 114 h 823"/>
                <a:gd name="T44" fmla="*/ 211 w 647"/>
                <a:gd name="T45" fmla="*/ 30 h 823"/>
                <a:gd name="T46" fmla="*/ 355 w 647"/>
                <a:gd name="T47" fmla="*/ 0 h 823"/>
                <a:gd name="T48" fmla="*/ 456 w 647"/>
                <a:gd name="T49" fmla="*/ 13 h 823"/>
                <a:gd name="T50" fmla="*/ 538 w 647"/>
                <a:gd name="T51" fmla="*/ 49 h 823"/>
                <a:gd name="T52" fmla="*/ 601 w 647"/>
                <a:gd name="T53" fmla="*/ 105 h 823"/>
                <a:gd name="T54" fmla="*/ 647 w 647"/>
                <a:gd name="T55" fmla="*/ 176 h 823"/>
                <a:gd name="T56" fmla="*/ 499 w 647"/>
                <a:gd name="T57" fmla="*/ 245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7" h="823">
                  <a:moveTo>
                    <a:pt x="499" y="245"/>
                  </a:moveTo>
                  <a:cubicBezTo>
                    <a:pt x="484" y="217"/>
                    <a:pt x="465" y="196"/>
                    <a:pt x="442" y="181"/>
                  </a:cubicBezTo>
                  <a:cubicBezTo>
                    <a:pt x="419" y="166"/>
                    <a:pt x="389" y="158"/>
                    <a:pt x="353" y="158"/>
                  </a:cubicBezTo>
                  <a:cubicBezTo>
                    <a:pt x="323" y="158"/>
                    <a:pt x="296" y="164"/>
                    <a:pt x="273" y="177"/>
                  </a:cubicBezTo>
                  <a:cubicBezTo>
                    <a:pt x="249" y="189"/>
                    <a:pt x="229" y="207"/>
                    <a:pt x="213" y="229"/>
                  </a:cubicBezTo>
                  <a:cubicBezTo>
                    <a:pt x="197" y="252"/>
                    <a:pt x="185" y="278"/>
                    <a:pt x="177" y="309"/>
                  </a:cubicBezTo>
                  <a:cubicBezTo>
                    <a:pt x="168" y="340"/>
                    <a:pt x="164" y="374"/>
                    <a:pt x="164" y="411"/>
                  </a:cubicBezTo>
                  <a:cubicBezTo>
                    <a:pt x="164" y="447"/>
                    <a:pt x="168" y="480"/>
                    <a:pt x="177" y="511"/>
                  </a:cubicBezTo>
                  <a:cubicBezTo>
                    <a:pt x="185" y="542"/>
                    <a:pt x="198" y="569"/>
                    <a:pt x="214" y="592"/>
                  </a:cubicBezTo>
                  <a:cubicBezTo>
                    <a:pt x="230" y="614"/>
                    <a:pt x="250" y="632"/>
                    <a:pt x="274" y="645"/>
                  </a:cubicBezTo>
                  <a:cubicBezTo>
                    <a:pt x="297" y="658"/>
                    <a:pt x="324" y="664"/>
                    <a:pt x="354" y="664"/>
                  </a:cubicBezTo>
                  <a:cubicBezTo>
                    <a:pt x="390" y="664"/>
                    <a:pt x="420" y="656"/>
                    <a:pt x="443" y="641"/>
                  </a:cubicBezTo>
                  <a:cubicBezTo>
                    <a:pt x="466" y="625"/>
                    <a:pt x="489" y="599"/>
                    <a:pt x="510" y="563"/>
                  </a:cubicBezTo>
                  <a:cubicBezTo>
                    <a:pt x="645" y="643"/>
                    <a:pt x="645" y="643"/>
                    <a:pt x="645" y="643"/>
                  </a:cubicBezTo>
                  <a:cubicBezTo>
                    <a:pt x="617" y="700"/>
                    <a:pt x="579" y="744"/>
                    <a:pt x="531" y="776"/>
                  </a:cubicBezTo>
                  <a:cubicBezTo>
                    <a:pt x="483" y="807"/>
                    <a:pt x="422" y="823"/>
                    <a:pt x="349" y="823"/>
                  </a:cubicBezTo>
                  <a:cubicBezTo>
                    <a:pt x="297" y="823"/>
                    <a:pt x="249" y="813"/>
                    <a:pt x="207" y="794"/>
                  </a:cubicBezTo>
                  <a:cubicBezTo>
                    <a:pt x="164" y="775"/>
                    <a:pt x="127" y="747"/>
                    <a:pt x="96" y="711"/>
                  </a:cubicBezTo>
                  <a:cubicBezTo>
                    <a:pt x="66" y="676"/>
                    <a:pt x="42" y="632"/>
                    <a:pt x="25" y="582"/>
                  </a:cubicBezTo>
                  <a:cubicBezTo>
                    <a:pt x="8" y="531"/>
                    <a:pt x="0" y="474"/>
                    <a:pt x="0" y="411"/>
                  </a:cubicBezTo>
                  <a:cubicBezTo>
                    <a:pt x="0" y="350"/>
                    <a:pt x="9" y="295"/>
                    <a:pt x="26" y="244"/>
                  </a:cubicBezTo>
                  <a:cubicBezTo>
                    <a:pt x="44" y="194"/>
                    <a:pt x="68" y="150"/>
                    <a:pt x="99" y="114"/>
                  </a:cubicBezTo>
                  <a:cubicBezTo>
                    <a:pt x="131" y="78"/>
                    <a:pt x="168" y="50"/>
                    <a:pt x="211" y="30"/>
                  </a:cubicBezTo>
                  <a:cubicBezTo>
                    <a:pt x="254" y="10"/>
                    <a:pt x="302" y="0"/>
                    <a:pt x="355" y="0"/>
                  </a:cubicBezTo>
                  <a:cubicBezTo>
                    <a:pt x="392" y="0"/>
                    <a:pt x="426" y="4"/>
                    <a:pt x="456" y="13"/>
                  </a:cubicBezTo>
                  <a:cubicBezTo>
                    <a:pt x="487" y="21"/>
                    <a:pt x="514" y="34"/>
                    <a:pt x="538" y="49"/>
                  </a:cubicBezTo>
                  <a:cubicBezTo>
                    <a:pt x="562" y="65"/>
                    <a:pt x="583" y="83"/>
                    <a:pt x="601" y="105"/>
                  </a:cubicBezTo>
                  <a:cubicBezTo>
                    <a:pt x="619" y="127"/>
                    <a:pt x="634" y="150"/>
                    <a:pt x="647" y="176"/>
                  </a:cubicBezTo>
                  <a:lnTo>
                    <a:pt x="499" y="245"/>
                  </a:lnTo>
                  <a:close/>
                </a:path>
              </a:pathLst>
            </a:custGeom>
            <a:solidFill>
              <a:srgbClr val="989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D5325C80-933D-4642-AD70-528819317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173413"/>
              <a:ext cx="334963" cy="336550"/>
            </a:xfrm>
            <a:custGeom>
              <a:avLst/>
              <a:gdLst>
                <a:gd name="T0" fmla="*/ 291 w 291"/>
                <a:gd name="T1" fmla="*/ 0 h 292"/>
                <a:gd name="T2" fmla="*/ 0 w 291"/>
                <a:gd name="T3" fmla="*/ 292 h 292"/>
                <a:gd name="T4" fmla="*/ 291 w 291"/>
                <a:gd name="T5" fmla="*/ 292 h 292"/>
                <a:gd name="T6" fmla="*/ 291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291" y="0"/>
                  </a:moveTo>
                  <a:cubicBezTo>
                    <a:pt x="148" y="37"/>
                    <a:pt x="37" y="149"/>
                    <a:pt x="0" y="292"/>
                  </a:cubicBezTo>
                  <a:cubicBezTo>
                    <a:pt x="291" y="292"/>
                    <a:pt x="291" y="292"/>
                    <a:pt x="291" y="292"/>
                  </a:cubicBezTo>
                  <a:lnTo>
                    <a:pt x="2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035D3ACB-4D23-4BC6-A21F-6DE8D87A4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173413"/>
              <a:ext cx="334963" cy="336550"/>
            </a:xfrm>
            <a:custGeom>
              <a:avLst/>
              <a:gdLst>
                <a:gd name="T0" fmla="*/ 292 w 292"/>
                <a:gd name="T1" fmla="*/ 292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292"/>
                  </a:moveTo>
                  <a:cubicBezTo>
                    <a:pt x="255" y="149"/>
                    <a:pt x="143" y="37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lnTo>
                    <a:pt x="292" y="29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622579DD-A2EB-4929-AB29-F478AB87AC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38250" y="3746500"/>
              <a:ext cx="334963" cy="336550"/>
            </a:xfrm>
            <a:custGeom>
              <a:avLst/>
              <a:gdLst>
                <a:gd name="T0" fmla="*/ 0 w 291"/>
                <a:gd name="T1" fmla="*/ 0 h 292"/>
                <a:gd name="T2" fmla="*/ 291 w 291"/>
                <a:gd name="T3" fmla="*/ 292 h 292"/>
                <a:gd name="T4" fmla="*/ 291 w 291"/>
                <a:gd name="T5" fmla="*/ 0 h 292"/>
                <a:gd name="T6" fmla="*/ 0 w 291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92">
                  <a:moveTo>
                    <a:pt x="0" y="0"/>
                  </a:moveTo>
                  <a:cubicBezTo>
                    <a:pt x="37" y="143"/>
                    <a:pt x="149" y="255"/>
                    <a:pt x="291" y="292"/>
                  </a:cubicBezTo>
                  <a:cubicBezTo>
                    <a:pt x="291" y="0"/>
                    <a:pt x="291" y="0"/>
                    <a:pt x="29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403BBDF-1741-476C-A337-40E0701873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09750" y="3746500"/>
              <a:ext cx="334963" cy="336550"/>
            </a:xfrm>
            <a:custGeom>
              <a:avLst/>
              <a:gdLst>
                <a:gd name="T0" fmla="*/ 292 w 292"/>
                <a:gd name="T1" fmla="*/ 0 h 292"/>
                <a:gd name="T2" fmla="*/ 0 w 292"/>
                <a:gd name="T3" fmla="*/ 0 h 292"/>
                <a:gd name="T4" fmla="*/ 0 w 292"/>
                <a:gd name="T5" fmla="*/ 292 h 292"/>
                <a:gd name="T6" fmla="*/ 292 w 292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292">
                  <a:moveTo>
                    <a:pt x="29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92"/>
                    <a:pt x="0" y="292"/>
                    <a:pt x="0" y="292"/>
                  </a:cubicBezTo>
                  <a:cubicBezTo>
                    <a:pt x="143" y="255"/>
                    <a:pt x="255" y="143"/>
                    <a:pt x="292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9DBC5FF-EC28-4DC2-BB0E-88DED0C0FB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  <a:gd name="T16" fmla="*/ 0 w 26"/>
                <a:gd name="T17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A987A1B9-2B46-422D-B8C8-082AEC2B19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751425" y="3179763"/>
              <a:ext cx="41275" cy="57150"/>
            </a:xfrm>
            <a:custGeom>
              <a:avLst/>
              <a:gdLst>
                <a:gd name="T0" fmla="*/ 0 w 26"/>
                <a:gd name="T1" fmla="*/ 5 h 36"/>
                <a:gd name="T2" fmla="*/ 10 w 26"/>
                <a:gd name="T3" fmla="*/ 5 h 36"/>
                <a:gd name="T4" fmla="*/ 10 w 26"/>
                <a:gd name="T5" fmla="*/ 36 h 36"/>
                <a:gd name="T6" fmla="*/ 16 w 26"/>
                <a:gd name="T7" fmla="*/ 36 h 36"/>
                <a:gd name="T8" fmla="*/ 16 w 26"/>
                <a:gd name="T9" fmla="*/ 5 h 36"/>
                <a:gd name="T10" fmla="*/ 26 w 26"/>
                <a:gd name="T11" fmla="*/ 5 h 36"/>
                <a:gd name="T12" fmla="*/ 26 w 26"/>
                <a:gd name="T13" fmla="*/ 0 h 36"/>
                <a:gd name="T14" fmla="*/ 0 w 26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36">
                  <a:moveTo>
                    <a:pt x="0" y="5"/>
                  </a:moveTo>
                  <a:lnTo>
                    <a:pt x="10" y="5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16" y="5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D703512D-9D55-4BEE-B70C-9C3FC5C2D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803813" y="3179763"/>
              <a:ext cx="50800" cy="57150"/>
            </a:xfrm>
            <a:custGeom>
              <a:avLst/>
              <a:gdLst>
                <a:gd name="T0" fmla="*/ 36 w 43"/>
                <a:gd name="T1" fmla="*/ 49 h 49"/>
                <a:gd name="T2" fmla="*/ 36 w 43"/>
                <a:gd name="T3" fmla="*/ 23 h 49"/>
                <a:gd name="T4" fmla="*/ 36 w 43"/>
                <a:gd name="T5" fmla="*/ 14 h 49"/>
                <a:gd name="T6" fmla="*/ 33 w 43"/>
                <a:gd name="T7" fmla="*/ 22 h 49"/>
                <a:gd name="T8" fmla="*/ 21 w 43"/>
                <a:gd name="T9" fmla="*/ 49 h 49"/>
                <a:gd name="T10" fmla="*/ 10 w 43"/>
                <a:gd name="T11" fmla="*/ 22 h 49"/>
                <a:gd name="T12" fmla="*/ 6 w 43"/>
                <a:gd name="T13" fmla="*/ 14 h 49"/>
                <a:gd name="T14" fmla="*/ 7 w 43"/>
                <a:gd name="T15" fmla="*/ 23 h 49"/>
                <a:gd name="T16" fmla="*/ 7 w 43"/>
                <a:gd name="T17" fmla="*/ 49 h 49"/>
                <a:gd name="T18" fmla="*/ 0 w 43"/>
                <a:gd name="T19" fmla="*/ 49 h 49"/>
                <a:gd name="T20" fmla="*/ 0 w 43"/>
                <a:gd name="T21" fmla="*/ 0 h 49"/>
                <a:gd name="T22" fmla="*/ 7 w 43"/>
                <a:gd name="T23" fmla="*/ 0 h 49"/>
                <a:gd name="T24" fmla="*/ 18 w 43"/>
                <a:gd name="T25" fmla="*/ 26 h 49"/>
                <a:gd name="T26" fmla="*/ 22 w 43"/>
                <a:gd name="T27" fmla="*/ 34 h 49"/>
                <a:gd name="T28" fmla="*/ 25 w 43"/>
                <a:gd name="T29" fmla="*/ 26 h 49"/>
                <a:gd name="T30" fmla="*/ 35 w 43"/>
                <a:gd name="T31" fmla="*/ 0 h 49"/>
                <a:gd name="T32" fmla="*/ 43 w 43"/>
                <a:gd name="T33" fmla="*/ 0 h 49"/>
                <a:gd name="T34" fmla="*/ 43 w 43"/>
                <a:gd name="T35" fmla="*/ 49 h 49"/>
                <a:gd name="T36" fmla="*/ 36 w 43"/>
                <a:gd name="T3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" h="49">
                  <a:moveTo>
                    <a:pt x="36" y="49"/>
                  </a:moveTo>
                  <a:cubicBezTo>
                    <a:pt x="36" y="23"/>
                    <a:pt x="36" y="23"/>
                    <a:pt x="36" y="23"/>
                  </a:cubicBezTo>
                  <a:cubicBezTo>
                    <a:pt x="36" y="20"/>
                    <a:pt x="36" y="16"/>
                    <a:pt x="36" y="14"/>
                  </a:cubicBezTo>
                  <a:cubicBezTo>
                    <a:pt x="36" y="16"/>
                    <a:pt x="34" y="19"/>
                    <a:pt x="33" y="22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8" y="19"/>
                    <a:pt x="7" y="16"/>
                    <a:pt x="6" y="14"/>
                  </a:cubicBezTo>
                  <a:cubicBezTo>
                    <a:pt x="7" y="16"/>
                    <a:pt x="7" y="20"/>
                    <a:pt x="7" y="23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9"/>
                    <a:pt x="21" y="32"/>
                    <a:pt x="22" y="34"/>
                  </a:cubicBezTo>
                  <a:cubicBezTo>
                    <a:pt x="22" y="32"/>
                    <a:pt x="24" y="29"/>
                    <a:pt x="25" y="26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49"/>
                    <a:pt x="43" y="49"/>
                    <a:pt x="43" y="49"/>
                  </a:cubicBezTo>
                  <a:lnTo>
                    <a:pt x="36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9726834F-2356-4E21-8DAD-AEF4E6E41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6285011" cy="6408329"/>
          </a:xfrm>
          <a:prstGeom prst="rect">
            <a:avLst/>
          </a:prstGeom>
        </p:spPr>
      </p:pic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841248"/>
            <a:ext cx="5248656" cy="1325880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14DDF44-3BC0-4366-8BAA-E8CF5D6B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2824" y="2843784"/>
            <a:ext cx="5257800" cy="3355848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 marL="1828754" indent="0">
              <a:lnSpc>
                <a:spcPct val="114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824" y="2176272"/>
            <a:ext cx="5248656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E301D1-0B5E-4503-80F6-66F2A9589258}"/>
              </a:ext>
            </a:extLst>
          </p:cNvPr>
          <p:cNvSpPr/>
          <p:nvPr userDrawn="1"/>
        </p:nvSpPr>
        <p:spPr>
          <a:xfrm>
            <a:off x="10139341" y="6408329"/>
            <a:ext cx="1530144" cy="378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9" name="Picture 28" descr="Logo&#10;&#10;Description automatically generated">
            <a:extLst>
              <a:ext uri="{FF2B5EF4-FFF2-40B4-BE49-F238E27FC236}">
                <a16:creationId xmlns:a16="http://schemas.microsoft.com/office/drawing/2014/main" id="{ECD82DF3-EC99-4F01-BA40-51D4B7FA23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8656" y="5776757"/>
            <a:ext cx="1323679" cy="729587"/>
          </a:xfrm>
          <a:prstGeom prst="rect">
            <a:avLst/>
          </a:prstGeom>
        </p:spPr>
      </p:pic>
      <p:pic>
        <p:nvPicPr>
          <p:cNvPr id="30" name="Picture 29" descr="Text, logo&#10;&#10;Description automatically generated">
            <a:extLst>
              <a:ext uri="{FF2B5EF4-FFF2-40B4-BE49-F238E27FC236}">
                <a16:creationId xmlns:a16="http://schemas.microsoft.com/office/drawing/2014/main" id="{A29C1D87-829E-4646-AADB-75F7FBEA257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2355" y="5850410"/>
            <a:ext cx="2093619" cy="667197"/>
          </a:xfrm>
          <a:prstGeom prst="rect">
            <a:avLst/>
          </a:prstGeom>
        </p:spPr>
      </p:pic>
      <p:pic>
        <p:nvPicPr>
          <p:cNvPr id="31" name="Picture 30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DECD5999-7C1A-4E72-BEDE-97B545B2D03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9938" y="6031608"/>
            <a:ext cx="1679177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68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Placeholder 3">
            <a:extLst>
              <a:ext uri="{FF2B5EF4-FFF2-40B4-BE49-F238E27FC236}">
                <a16:creationId xmlns:a16="http://schemas.microsoft.com/office/drawing/2014/main" id="{34375013-8186-4CE2-B505-C07CF0C2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76072"/>
            <a:ext cx="8001000" cy="630936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331B4EE-3AAC-42B2-8370-423D65EFE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248" y="1216152"/>
            <a:ext cx="8001000" cy="63093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5B05651B-49A4-449D-B385-19230E73F17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3471" y="2104799"/>
            <a:ext cx="1832429" cy="1832429"/>
          </a:xfrm>
          <a:prstGeom prst="ellipse">
            <a:avLst/>
          </a:prstGeom>
          <a:ln>
            <a:solidFill>
              <a:schemeClr val="accent6"/>
            </a:solidFill>
          </a:ln>
        </p:spPr>
        <p:txBody>
          <a:bodyPr anchor="ctr"/>
          <a:lstStyle>
            <a:lvl1pPr marL="0" indent="0">
              <a:buNone/>
              <a:defRPr sz="2000">
                <a:latin typeface="Source Sans Pro" panose="020B0503030403020204" pitchFamily="34" charset="0"/>
              </a:defRPr>
            </a:lvl1pPr>
          </a:lstStyle>
          <a:p>
            <a:r>
              <a:rPr lang="en-US"/>
              <a:t>Right click to add headshot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AA60DA2-6971-4660-A8E8-19CC7CDF436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30842" y="2104799"/>
            <a:ext cx="1832429" cy="1832429"/>
          </a:xfrm>
          <a:prstGeom prst="ellipse">
            <a:avLst/>
          </a:prstGeom>
          <a:ln>
            <a:solidFill>
              <a:schemeClr val="accent6"/>
            </a:solidFill>
          </a:ln>
        </p:spPr>
        <p:txBody>
          <a:bodyPr anchor="ctr"/>
          <a:lstStyle>
            <a:lvl1pPr marL="0" indent="0">
              <a:buNone/>
              <a:defRPr sz="2000">
                <a:latin typeface="Source Sans Pro" panose="020B0503030403020204" pitchFamily="34" charset="0"/>
              </a:defRPr>
            </a:lvl1pPr>
          </a:lstStyle>
          <a:p>
            <a:r>
              <a:rPr lang="en-US"/>
              <a:t>Right click to add headshot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9030BB1-6AAF-4F40-954F-370BF98C94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28214" y="2104799"/>
            <a:ext cx="1832429" cy="1832429"/>
          </a:xfrm>
          <a:prstGeom prst="ellipse">
            <a:avLst/>
          </a:prstGeom>
          <a:ln>
            <a:solidFill>
              <a:schemeClr val="accent6"/>
            </a:solidFill>
          </a:ln>
        </p:spPr>
        <p:txBody>
          <a:bodyPr anchor="ctr"/>
          <a:lstStyle>
            <a:lvl1pPr marL="0" indent="0">
              <a:buNone/>
              <a:defRPr sz="2000">
                <a:latin typeface="Source Sans Pro" panose="020B0503030403020204" pitchFamily="34" charset="0"/>
              </a:defRPr>
            </a:lvl1pPr>
          </a:lstStyle>
          <a:p>
            <a:r>
              <a:rPr lang="en-US"/>
              <a:t>Right click to add headshot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53629488-D168-41CD-BB38-97878915E5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3471" y="4267428"/>
            <a:ext cx="1832429" cy="1832429"/>
          </a:xfrm>
          <a:prstGeom prst="ellipse">
            <a:avLst/>
          </a:prstGeom>
          <a:ln>
            <a:solidFill>
              <a:schemeClr val="accent6"/>
            </a:solidFill>
          </a:ln>
        </p:spPr>
        <p:txBody>
          <a:bodyPr anchor="ctr"/>
          <a:lstStyle>
            <a:lvl1pPr marL="0" indent="0">
              <a:buNone/>
              <a:defRPr sz="2000">
                <a:latin typeface="Source Sans Pro" panose="020B0503030403020204" pitchFamily="34" charset="0"/>
              </a:defRPr>
            </a:lvl1pPr>
          </a:lstStyle>
          <a:p>
            <a:r>
              <a:rPr lang="en-US"/>
              <a:t>Right click to add headshot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965C5EB-FD29-426D-BA06-BC623CC6292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0842" y="4267428"/>
            <a:ext cx="1832429" cy="1832429"/>
          </a:xfrm>
          <a:prstGeom prst="ellipse">
            <a:avLst/>
          </a:prstGeom>
          <a:ln>
            <a:solidFill>
              <a:schemeClr val="accent6"/>
            </a:solidFill>
          </a:ln>
        </p:spPr>
        <p:txBody>
          <a:bodyPr anchor="ctr"/>
          <a:lstStyle>
            <a:lvl1pPr marL="0" indent="0">
              <a:buNone/>
              <a:defRPr sz="2000">
                <a:latin typeface="Source Sans Pro" panose="020B0503030403020204" pitchFamily="34" charset="0"/>
              </a:defRPr>
            </a:lvl1pPr>
          </a:lstStyle>
          <a:p>
            <a:r>
              <a:rPr lang="en-US"/>
              <a:t>Right click to add headshot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EEC686EE-B12D-4C87-ACAA-B2C94E3F93C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28214" y="4267428"/>
            <a:ext cx="1832429" cy="1832429"/>
          </a:xfrm>
          <a:prstGeom prst="ellipse">
            <a:avLst/>
          </a:prstGeom>
          <a:ln>
            <a:solidFill>
              <a:schemeClr val="accent6"/>
            </a:solidFill>
          </a:ln>
        </p:spPr>
        <p:txBody>
          <a:bodyPr anchor="ctr"/>
          <a:lstStyle>
            <a:lvl1pPr marL="0" indent="0">
              <a:buNone/>
              <a:defRPr sz="2000">
                <a:latin typeface="Source Sans Pro" panose="020B0503030403020204" pitchFamily="34" charset="0"/>
              </a:defRPr>
            </a:lvl1pPr>
          </a:lstStyle>
          <a:p>
            <a:r>
              <a:rPr lang="en-US"/>
              <a:t>Right click to add headshot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68307AA-4729-426D-B495-49B821BD60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83971" y="2403688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178552D0-49C4-48CC-8D88-6AA5801265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3971" y="3051421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81DF2BE-37A0-4430-8303-174039C0088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72307" y="2403688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Name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D4A45D6C-E668-4A63-94FC-06B6611C00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2307" y="3054369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C98DB053-D2A4-48D0-B93F-8D0CD66AB1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60643" y="2403688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Name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20AA8E9-7BBA-41BF-9CA7-57CC89A91C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60643" y="3051421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Title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1A1976F-859D-4957-8FCB-2F550E9874F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3971" y="4771649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67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Name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79CD56F8-9BAE-4026-B244-EDD006B61C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483971" y="5447380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985005A-AE99-4465-AC1A-A224F954B89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72307" y="4771649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67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Name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E35E9CD-63BD-4785-BB6F-C8BB210DCD0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72307" y="5447380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C97616D-E04F-49FC-88D6-791CCB07027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60643" y="4771649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67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Name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E14897D-36C1-4511-968B-FD5EC00BD9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60643" y="5447380"/>
            <a:ext cx="1828800" cy="38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360394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4445CE9-B171-4780-A3D3-CEC028720BF3}"/>
              </a:ext>
            </a:extLst>
          </p:cNvPr>
          <p:cNvSpPr/>
          <p:nvPr userDrawn="1"/>
        </p:nvSpPr>
        <p:spPr>
          <a:xfrm>
            <a:off x="0" y="754969"/>
            <a:ext cx="12192000" cy="21624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5DD4A5-934D-43F0-88E5-718C601FF525}"/>
              </a:ext>
            </a:extLst>
          </p:cNvPr>
          <p:cNvGrpSpPr/>
          <p:nvPr userDrawn="1"/>
        </p:nvGrpSpPr>
        <p:grpSpPr>
          <a:xfrm>
            <a:off x="-2" y="754966"/>
            <a:ext cx="3309263" cy="2162404"/>
            <a:chOff x="-2" y="754965"/>
            <a:chExt cx="3309262" cy="2162404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35DF451-C9E0-4EE2-9439-EB38AB423A49}"/>
                </a:ext>
              </a:extLst>
            </p:cNvPr>
            <p:cNvGrpSpPr/>
            <p:nvPr userDrawn="1"/>
          </p:nvGrpSpPr>
          <p:grpSpPr>
            <a:xfrm flipH="1">
              <a:off x="-1" y="754965"/>
              <a:ext cx="1558289" cy="1043647"/>
              <a:chOff x="9032009" y="726754"/>
              <a:chExt cx="3096446" cy="2359343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AA735DA-C388-44FC-88A7-C4CD7566CB6D}"/>
                  </a:ext>
                </a:extLst>
              </p:cNvPr>
              <p:cNvSpPr/>
              <p:nvPr userDrawn="1"/>
            </p:nvSpPr>
            <p:spPr>
              <a:xfrm>
                <a:off x="10387178" y="726754"/>
                <a:ext cx="1741277" cy="1012265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2977F66-0C53-4B57-89F0-AA3C58712DD5}"/>
                  </a:ext>
                </a:extLst>
              </p:cNvPr>
              <p:cNvSpPr/>
              <p:nvPr userDrawn="1"/>
            </p:nvSpPr>
            <p:spPr>
              <a:xfrm>
                <a:off x="10831295" y="726754"/>
                <a:ext cx="1297154" cy="574276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353405D-63FF-4827-8C5F-A1DD08A441B3}"/>
                  </a:ext>
                </a:extLst>
              </p:cNvPr>
              <p:cNvSpPr/>
              <p:nvPr userDrawn="1"/>
            </p:nvSpPr>
            <p:spPr>
              <a:xfrm>
                <a:off x="11290954" y="726754"/>
                <a:ext cx="837501" cy="119065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4C3EC07-133D-4B73-9D0B-1BB4F3953413}"/>
                  </a:ext>
                </a:extLst>
              </p:cNvPr>
              <p:cNvSpPr/>
              <p:nvPr userDrawn="1"/>
            </p:nvSpPr>
            <p:spPr>
              <a:xfrm>
                <a:off x="9932930" y="726754"/>
                <a:ext cx="2195523" cy="1462543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5AADBA1-36AD-4CB2-AE3B-4AB41934FC5E}"/>
                  </a:ext>
                </a:extLst>
              </p:cNvPr>
              <p:cNvSpPr/>
              <p:nvPr userDrawn="1"/>
            </p:nvSpPr>
            <p:spPr>
              <a:xfrm>
                <a:off x="9478683" y="726754"/>
                <a:ext cx="2649770" cy="1912740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AF5DA9E-1D73-4711-AC14-4E1BE1E752A1}"/>
                  </a:ext>
                </a:extLst>
              </p:cNvPr>
              <p:cNvSpPr/>
              <p:nvPr userDrawn="1"/>
            </p:nvSpPr>
            <p:spPr>
              <a:xfrm>
                <a:off x="9032009" y="726754"/>
                <a:ext cx="3096446" cy="2359343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901365A-475E-4CCA-9FE2-96159AA0B833}"/>
                </a:ext>
              </a:extLst>
            </p:cNvPr>
            <p:cNvGrpSpPr/>
            <p:nvPr userDrawn="1"/>
          </p:nvGrpSpPr>
          <p:grpSpPr>
            <a:xfrm>
              <a:off x="1781995" y="754965"/>
              <a:ext cx="1527265" cy="1043647"/>
              <a:chOff x="9032011" y="726754"/>
              <a:chExt cx="3034799" cy="2359343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BFCAC57-47AD-40EA-B624-73528BB7FDC2}"/>
                  </a:ext>
                </a:extLst>
              </p:cNvPr>
              <p:cNvSpPr/>
              <p:nvPr userDrawn="1"/>
            </p:nvSpPr>
            <p:spPr>
              <a:xfrm>
                <a:off x="10387178" y="726754"/>
                <a:ext cx="1679630" cy="1012265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C2E08A4-E3E1-4C4C-AAA6-70EB26FD94BF}"/>
                  </a:ext>
                </a:extLst>
              </p:cNvPr>
              <p:cNvSpPr/>
              <p:nvPr userDrawn="1"/>
            </p:nvSpPr>
            <p:spPr>
              <a:xfrm>
                <a:off x="10831295" y="726754"/>
                <a:ext cx="1235513" cy="574276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A446D130-72C8-4B5B-811F-0FB9942563B6}"/>
                  </a:ext>
                </a:extLst>
              </p:cNvPr>
              <p:cNvSpPr/>
              <p:nvPr userDrawn="1"/>
            </p:nvSpPr>
            <p:spPr>
              <a:xfrm>
                <a:off x="11290956" y="726754"/>
                <a:ext cx="775850" cy="130748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40AFBC71-1C27-4CB7-9048-DEF2BD0D3CB5}"/>
                  </a:ext>
                </a:extLst>
              </p:cNvPr>
              <p:cNvSpPr/>
              <p:nvPr userDrawn="1"/>
            </p:nvSpPr>
            <p:spPr>
              <a:xfrm>
                <a:off x="9932932" y="726754"/>
                <a:ext cx="2133878" cy="1462544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EA261AE-DF45-453F-B7BC-1F3E0D793063}"/>
                  </a:ext>
                </a:extLst>
              </p:cNvPr>
              <p:cNvSpPr/>
              <p:nvPr userDrawn="1"/>
            </p:nvSpPr>
            <p:spPr>
              <a:xfrm>
                <a:off x="9478685" y="726754"/>
                <a:ext cx="2588125" cy="1912741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DFED8D2-153F-4C36-B8E5-C605CE6D0151}"/>
                  </a:ext>
                </a:extLst>
              </p:cNvPr>
              <p:cNvSpPr/>
              <p:nvPr userDrawn="1"/>
            </p:nvSpPr>
            <p:spPr>
              <a:xfrm>
                <a:off x="9032011" y="726754"/>
                <a:ext cx="3034794" cy="2359343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C03497FE-344E-4A7C-ADEE-C1A96993A850}"/>
                </a:ext>
              </a:extLst>
            </p:cNvPr>
            <p:cNvGrpSpPr/>
            <p:nvPr userDrawn="1"/>
          </p:nvGrpSpPr>
          <p:grpSpPr>
            <a:xfrm flipH="1" flipV="1">
              <a:off x="-2" y="1992217"/>
              <a:ext cx="1558289" cy="925152"/>
              <a:chOff x="9032011" y="994632"/>
              <a:chExt cx="3096446" cy="2091465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83C6CCA-BAC4-4B2F-9859-0FF1FBA7794C}"/>
                  </a:ext>
                </a:extLst>
              </p:cNvPr>
              <p:cNvSpPr/>
              <p:nvPr userDrawn="1"/>
            </p:nvSpPr>
            <p:spPr>
              <a:xfrm>
                <a:off x="10387180" y="994632"/>
                <a:ext cx="1741277" cy="744387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41A91DAC-AB3D-4B35-A2D0-C87FB2FC0195}"/>
                  </a:ext>
                </a:extLst>
              </p:cNvPr>
              <p:cNvSpPr/>
              <p:nvPr userDrawn="1"/>
            </p:nvSpPr>
            <p:spPr>
              <a:xfrm>
                <a:off x="10831295" y="994632"/>
                <a:ext cx="1297154" cy="306398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4450751-0B2A-4E84-B0CB-6B1A0DD87AF1}"/>
                  </a:ext>
                </a:extLst>
              </p:cNvPr>
              <p:cNvSpPr/>
              <p:nvPr userDrawn="1"/>
            </p:nvSpPr>
            <p:spPr>
              <a:xfrm>
                <a:off x="9932932" y="994632"/>
                <a:ext cx="2195523" cy="1194665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52ABFA5-2951-4ADE-8406-D9BF1C4C6543}"/>
                  </a:ext>
                </a:extLst>
              </p:cNvPr>
              <p:cNvSpPr/>
              <p:nvPr userDrawn="1"/>
            </p:nvSpPr>
            <p:spPr>
              <a:xfrm>
                <a:off x="9478685" y="994632"/>
                <a:ext cx="2649770" cy="1644862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92B74C1-25CD-4707-A8FD-7F7FC656630E}"/>
                  </a:ext>
                </a:extLst>
              </p:cNvPr>
              <p:cNvSpPr/>
              <p:nvPr userDrawn="1"/>
            </p:nvSpPr>
            <p:spPr>
              <a:xfrm>
                <a:off x="9032011" y="994632"/>
                <a:ext cx="3096446" cy="2091465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EFCBC83-5CAC-4E57-9853-827EE9DDA9FD}"/>
                </a:ext>
              </a:extLst>
            </p:cNvPr>
            <p:cNvGrpSpPr/>
            <p:nvPr userDrawn="1"/>
          </p:nvGrpSpPr>
          <p:grpSpPr>
            <a:xfrm flipV="1">
              <a:off x="1781995" y="1992216"/>
              <a:ext cx="1527265" cy="925151"/>
              <a:chOff x="9032011" y="994637"/>
              <a:chExt cx="3034799" cy="2091462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AEF3B45-5983-4A85-B190-519D8BBD0AF9}"/>
                  </a:ext>
                </a:extLst>
              </p:cNvPr>
              <p:cNvSpPr/>
              <p:nvPr userDrawn="1"/>
            </p:nvSpPr>
            <p:spPr>
              <a:xfrm>
                <a:off x="10387178" y="994637"/>
                <a:ext cx="1679630" cy="744383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93FEF76-3FA6-4E79-B707-91BEE80153AA}"/>
                  </a:ext>
                </a:extLst>
              </p:cNvPr>
              <p:cNvSpPr/>
              <p:nvPr userDrawn="1"/>
            </p:nvSpPr>
            <p:spPr>
              <a:xfrm>
                <a:off x="10831295" y="994637"/>
                <a:ext cx="1235513" cy="306393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4B604BF-320E-4376-A587-011BC2CA8CA6}"/>
                  </a:ext>
                </a:extLst>
              </p:cNvPr>
              <p:cNvSpPr/>
              <p:nvPr userDrawn="1"/>
            </p:nvSpPr>
            <p:spPr>
              <a:xfrm>
                <a:off x="9932932" y="994637"/>
                <a:ext cx="2133878" cy="1194661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0B809B09-643B-49DC-8982-151ABD175F25}"/>
                  </a:ext>
                </a:extLst>
              </p:cNvPr>
              <p:cNvSpPr/>
              <p:nvPr userDrawn="1"/>
            </p:nvSpPr>
            <p:spPr>
              <a:xfrm>
                <a:off x="9478685" y="994637"/>
                <a:ext cx="2588125" cy="1644858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115E431-05A4-4C09-9CE0-20ED496E11D1}"/>
                  </a:ext>
                </a:extLst>
              </p:cNvPr>
              <p:cNvSpPr/>
              <p:nvPr userDrawn="1"/>
            </p:nvSpPr>
            <p:spPr>
              <a:xfrm>
                <a:off x="9032011" y="994637"/>
                <a:ext cx="3034793" cy="2091462"/>
              </a:xfrm>
              <a:custGeom>
                <a:avLst/>
                <a:gdLst>
                  <a:gd name="connsiteX0" fmla="*/ 0 w 1307691"/>
                  <a:gd name="connsiteY0" fmla="*/ 0 h 2900516"/>
                  <a:gd name="connsiteX1" fmla="*/ 0 w 1307691"/>
                  <a:gd name="connsiteY1" fmla="*/ 2900516 h 2900516"/>
                  <a:gd name="connsiteX2" fmla="*/ 1307691 w 1307691"/>
                  <a:gd name="connsiteY2" fmla="*/ 2900516 h 2900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7691" h="2900516">
                    <a:moveTo>
                      <a:pt x="0" y="0"/>
                    </a:moveTo>
                    <a:lnTo>
                      <a:pt x="0" y="2900516"/>
                    </a:lnTo>
                    <a:lnTo>
                      <a:pt x="1307691" y="2900516"/>
                    </a:lnTo>
                  </a:path>
                </a:pathLst>
              </a:custGeom>
              <a:noFill/>
              <a:ln w="635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</p:grpSp>
      </p:grp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B24DEC86-3BB6-49FF-90EE-A1E8B59221B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1889" y="1000692"/>
            <a:ext cx="2917371" cy="2917371"/>
          </a:xfrm>
          <a:prstGeom prst="ellipse">
            <a:avLst/>
          </a:prstGeom>
          <a:ln>
            <a:solidFill>
              <a:schemeClr val="accent6"/>
            </a:solidFill>
          </a:ln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r>
              <a:rPr lang="en-US"/>
              <a:t>Right click to add headshot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405E79C-C8D3-4788-AAA1-36AFE553FA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9260" y="1451430"/>
            <a:ext cx="3294741" cy="449943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25C86FF1-6D71-4723-A416-325AA1EAD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70514" y="3429001"/>
            <a:ext cx="7692799" cy="2551113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lnSpc>
                <a:spcPct val="114000"/>
              </a:lnSpc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103038A0-7E02-4FFF-979A-35C1D132E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09260" y="1828802"/>
            <a:ext cx="3294741" cy="449943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39860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D1A3D0C8-4AC9-4DAC-A7DA-B49FE7CB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841248"/>
            <a:ext cx="5248656" cy="1325880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4CC98E46-63F0-4094-B38F-603F78061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2824" y="2971800"/>
            <a:ext cx="5257800" cy="3310128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7CDCDE98-3AD8-4483-8223-D4D12269D6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824" y="2185416"/>
            <a:ext cx="5248656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68740CE-3236-4C36-9586-1D65D0F7DC9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" y="-8037"/>
            <a:ext cx="6032311" cy="68660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>
              <a:buNone/>
              <a:defRPr sz="2400">
                <a:latin typeface="Source Sans Pro" panose="020B0503030403020204" pitchFamily="34" charset="0"/>
              </a:defRPr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506180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68740CE-3236-4C36-9586-1D65D0F7DC9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159690" y="-8037"/>
            <a:ext cx="6032311" cy="68660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>
              <a:buNone/>
              <a:defRPr sz="2400">
                <a:latin typeface="Source Sans Pro" panose="020B0503030403020204" pitchFamily="34" charset="0"/>
              </a:defRPr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D1A3D0C8-4AC9-4DAC-A7DA-B49FE7CB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93" y="841248"/>
            <a:ext cx="5248656" cy="1325880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</a:t>
            </a:r>
          </a:p>
        </p:txBody>
      </p:sp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4CC98E46-63F0-4094-B38F-603F78061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393" y="2971800"/>
            <a:ext cx="5257800" cy="3310128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7CDCDE98-3AD8-4483-8223-D4D12269D6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393" y="2185416"/>
            <a:ext cx="5248656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088273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F7C3-73E3-4B4E-8A30-992A1739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05" y="566928"/>
            <a:ext cx="10991088" cy="7315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02F088C3-852D-4919-B1CF-B7096B045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7" y="0"/>
            <a:ext cx="12193399" cy="545432"/>
          </a:xfrm>
          <a:prstGeom prst="rect">
            <a:avLst/>
          </a:prstGeom>
        </p:spPr>
      </p:pic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A275F68B-04A3-4AA4-8595-512698B69B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05" y="1847088"/>
            <a:ext cx="10991088" cy="4343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CCCF8682-69FD-4F4F-87FF-80016415A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405" y="1316736"/>
            <a:ext cx="10991088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174158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Slid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F7C3-73E3-4B4E-8A30-992A1739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05" y="566928"/>
            <a:ext cx="10991087" cy="7315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02F088C3-852D-4919-B1CF-B7096B045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156284" y="3156284"/>
            <a:ext cx="6858000" cy="545432"/>
          </a:xfrm>
          <a:prstGeom prst="rect">
            <a:avLst/>
          </a:prstGeom>
        </p:spPr>
      </p:pic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A275F68B-04A3-4AA4-8595-512698B69B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05" y="1847088"/>
            <a:ext cx="10991088" cy="4343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CCCF8682-69FD-4F4F-87FF-80016415A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405" y="1316736"/>
            <a:ext cx="10991087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244561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hite Slid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F7C3-73E3-4B4E-8A30-992A1739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05" y="566928"/>
            <a:ext cx="10991087" cy="7315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02F088C3-852D-4919-B1CF-B7096B045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7" y="0"/>
            <a:ext cx="12193399" cy="545432"/>
          </a:xfrm>
          <a:prstGeom prst="rect">
            <a:avLst/>
          </a:prstGeom>
        </p:spPr>
      </p:pic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A275F68B-04A3-4AA4-8595-512698B69B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05" y="1847088"/>
            <a:ext cx="10991088" cy="4343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CCCF8682-69FD-4F4F-87FF-80016415A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405" y="1316736"/>
            <a:ext cx="10991087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241267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hite Slid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F7C3-73E3-4B4E-8A30-992A1739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05" y="566928"/>
            <a:ext cx="10991088" cy="7315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02F088C3-852D-4919-B1CF-B7096B045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156284" y="3156284"/>
            <a:ext cx="6858000" cy="545432"/>
          </a:xfrm>
          <a:prstGeom prst="rect">
            <a:avLst/>
          </a:prstGeom>
        </p:spPr>
      </p:pic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A275F68B-04A3-4AA4-8595-512698B69B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05" y="1847088"/>
            <a:ext cx="10991088" cy="4343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CCCF8682-69FD-4F4F-87FF-80016415A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405" y="1316736"/>
            <a:ext cx="10991088" cy="438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415034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7966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41FC38-369C-3976-2C8B-D148381E531B}"/>
              </a:ext>
            </a:extLst>
          </p:cNvPr>
          <p:cNvSpPr/>
          <p:nvPr userDrawn="1"/>
        </p:nvSpPr>
        <p:spPr>
          <a:xfrm>
            <a:off x="8072845" y="-3"/>
            <a:ext cx="4119155" cy="68580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2766838D-DB9A-EAF2-E9EF-7AC2F9CE8F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916534" y="-1"/>
            <a:ext cx="3774133" cy="2269319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11F6C67E-2EC4-AC73-34C6-68C7EC9BB7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858334" y="2237199"/>
            <a:ext cx="6037215" cy="263011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B155E7F-9568-E2A1-A602-4C1FD4853186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accent3"/>
                </a:solidFill>
                <a:latin typeface="+mj-lt"/>
              </a:rPr>
              <a:t>‹#›</a:t>
            </a:fld>
            <a:endParaRPr lang="en-US" sz="160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80689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4445CE9-B171-4780-A3D3-CEC028720BF3}"/>
              </a:ext>
            </a:extLst>
          </p:cNvPr>
          <p:cNvSpPr/>
          <p:nvPr userDrawn="1"/>
        </p:nvSpPr>
        <p:spPr>
          <a:xfrm>
            <a:off x="3271055" y="559898"/>
            <a:ext cx="8920944" cy="10764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405E79C-C8D3-4788-AAA1-36AFE553FA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1054" y="873173"/>
            <a:ext cx="8022588" cy="449943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25C86FF1-6D71-4723-A416-325AA1EAD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1055" y="2071421"/>
            <a:ext cx="7692799" cy="2551113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0038547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hite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4445CE9-B171-4780-A3D3-CEC028720BF3}"/>
              </a:ext>
            </a:extLst>
          </p:cNvPr>
          <p:cNvSpPr/>
          <p:nvPr userDrawn="1"/>
        </p:nvSpPr>
        <p:spPr>
          <a:xfrm>
            <a:off x="3271055" y="559898"/>
            <a:ext cx="8920944" cy="10764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405E79C-C8D3-4788-AAA1-36AFE553FA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1054" y="873173"/>
            <a:ext cx="7692799" cy="449943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25C86FF1-6D71-4723-A416-325AA1EAD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1055" y="2071421"/>
            <a:ext cx="7692799" cy="2551113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045668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hite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4445CE9-B171-4780-A3D3-CEC028720BF3}"/>
              </a:ext>
            </a:extLst>
          </p:cNvPr>
          <p:cNvSpPr/>
          <p:nvPr userDrawn="1"/>
        </p:nvSpPr>
        <p:spPr>
          <a:xfrm>
            <a:off x="3271055" y="559898"/>
            <a:ext cx="8920944" cy="10764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405E79C-C8D3-4788-AAA1-36AFE553FA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1054" y="873173"/>
            <a:ext cx="7804415" cy="449943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25C86FF1-6D71-4723-A416-325AA1EAD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1055" y="2071421"/>
            <a:ext cx="7692799" cy="2551113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742777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hite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4445CE9-B171-4780-A3D3-CEC028720BF3}"/>
              </a:ext>
            </a:extLst>
          </p:cNvPr>
          <p:cNvSpPr/>
          <p:nvPr userDrawn="1"/>
        </p:nvSpPr>
        <p:spPr>
          <a:xfrm>
            <a:off x="3271055" y="559898"/>
            <a:ext cx="8920944" cy="10764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405E79C-C8D3-4788-AAA1-36AFE553FA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1055" y="873173"/>
            <a:ext cx="7692797" cy="449943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25C86FF1-6D71-4723-A416-325AA1EAD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1055" y="2071421"/>
            <a:ext cx="7692799" cy="2551113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779539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hite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4445CE9-B171-4780-A3D3-CEC028720BF3}"/>
              </a:ext>
            </a:extLst>
          </p:cNvPr>
          <p:cNvSpPr/>
          <p:nvPr userDrawn="1"/>
        </p:nvSpPr>
        <p:spPr>
          <a:xfrm>
            <a:off x="3271055" y="559898"/>
            <a:ext cx="8920944" cy="10764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405E79C-C8D3-4788-AAA1-36AFE553FA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1055" y="873173"/>
            <a:ext cx="7692797" cy="449943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25C86FF1-6D71-4723-A416-325AA1EAD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1055" y="2071421"/>
            <a:ext cx="7692799" cy="2551113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074777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0CD2-1D57-45C0-A094-C5A3F98E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73736"/>
            <a:ext cx="7251192" cy="7315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81A353-92E1-440F-97F2-343D125697AF}"/>
              </a:ext>
            </a:extLst>
          </p:cNvPr>
          <p:cNvSpPr/>
          <p:nvPr userDrawn="1"/>
        </p:nvSpPr>
        <p:spPr>
          <a:xfrm>
            <a:off x="0" y="5079244"/>
            <a:ext cx="12192000" cy="11064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0390A7-C216-4DC5-B2A5-C7ADCA8CA766}"/>
              </a:ext>
            </a:extLst>
          </p:cNvPr>
          <p:cNvSpPr/>
          <p:nvPr userDrawn="1"/>
        </p:nvSpPr>
        <p:spPr>
          <a:xfrm>
            <a:off x="0" y="1057061"/>
            <a:ext cx="12192000" cy="1078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77BE4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514689-2AD1-42EF-AA42-28F39868DAC3}"/>
              </a:ext>
            </a:extLst>
          </p:cNvPr>
          <p:cNvSpPr/>
          <p:nvPr userDrawn="1"/>
        </p:nvSpPr>
        <p:spPr>
          <a:xfrm>
            <a:off x="-1" y="2074094"/>
            <a:ext cx="12192000" cy="10658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D4544-05E9-4A9C-8123-8642E4A1483B}"/>
              </a:ext>
            </a:extLst>
          </p:cNvPr>
          <p:cNvSpPr/>
          <p:nvPr userDrawn="1"/>
        </p:nvSpPr>
        <p:spPr>
          <a:xfrm>
            <a:off x="0" y="3069153"/>
            <a:ext cx="12192000" cy="10683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E22B6-F9AB-44E2-9452-350C54AF8E20}"/>
              </a:ext>
            </a:extLst>
          </p:cNvPr>
          <p:cNvSpPr/>
          <p:nvPr userDrawn="1"/>
        </p:nvSpPr>
        <p:spPr>
          <a:xfrm>
            <a:off x="0" y="4074198"/>
            <a:ext cx="12192000" cy="10579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9EA82D-E6E2-46F8-8ADC-CF78FD756C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1" y="1243788"/>
            <a:ext cx="2281281" cy="704851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EC717CF-C314-4228-B60F-D2C90DE244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84201" y="1360469"/>
            <a:ext cx="7498080" cy="4714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F42EC0-1F53-41B0-96A8-93D4E1424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1940" y="2263324"/>
            <a:ext cx="2560320" cy="704851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876746D-6DAB-48D4-A01A-712D87F1D2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4201" y="2371287"/>
            <a:ext cx="7498080" cy="4714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89F7A-3663-4221-85EB-AA165F985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481" y="5280031"/>
            <a:ext cx="2281281" cy="704851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A2CD2F8-84A2-461E-8C70-0EF7133E19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84201" y="5396712"/>
            <a:ext cx="7498080" cy="4714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FFF6539-74A8-4699-8CBE-F7A118C106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481" y="3250877"/>
            <a:ext cx="2281281" cy="704851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EA8F3EE-F0E6-4BD2-BC86-0297E45C5C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84201" y="3367559"/>
            <a:ext cx="7498080" cy="4714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304752A-AC08-4384-8021-53DBDE85FE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1481" y="4250757"/>
            <a:ext cx="2281281" cy="704851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5A7BC60-2FAB-4142-8535-E1D51E962F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84201" y="4367439"/>
            <a:ext cx="7498080" cy="4714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0453265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Custom Layout">
    <p:bg>
      <p:bgPr>
        <a:blipFill dpi="0" rotWithShape="1">
          <a:blip r:embed="rId2" cstate="print">
            <a:alphaModFix amt="94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52000" b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6BEB031A-4B87-4131-84DB-7333B880FE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6096001" cy="6858000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3720C350-5442-4AA5-89BB-2A80E3534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1162"/>
            <a:ext cx="6096000" cy="698032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78F93701-00B5-4196-BB32-B9ECE103F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43" y="839641"/>
            <a:ext cx="5251947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A274989A-6E1A-49F5-A073-28BBDF0F4C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6743" y="2792882"/>
            <a:ext cx="5253037" cy="3310252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483E6FD-198A-4ECE-8047-66EF84C223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6744" y="2182972"/>
            <a:ext cx="5251945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DF423D-8389-49CC-8F60-5C5337818A58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951BA2-247C-48BD-962A-34A945519F34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8409DCE-48B7-4893-B28F-4FDF3EA98D80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2673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Custom Layout">
    <p:bg>
      <p:bgPr>
        <a:blipFill dpi="0" rotWithShape="1">
          <a:blip r:embed="rId2" cstate="print">
            <a:alphaModFix amt="94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52000" b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6BEB031A-4B87-4131-84DB-7333B880FE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6096001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78F93701-00B5-4196-BB32-B9ECE103F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43" y="839641"/>
            <a:ext cx="5251947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A274989A-6E1A-49F5-A073-28BBDF0F4C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6743" y="2792882"/>
            <a:ext cx="5253037" cy="3310252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483E6FD-198A-4ECE-8047-66EF84C223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6744" y="2182972"/>
            <a:ext cx="5251945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DF423D-8389-49CC-8F60-5C5337818A58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951BA2-247C-48BD-962A-34A945519F34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8409DCE-48B7-4893-B28F-4FDF3EA98D80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6242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6BD082AB-CAE9-9347-A600-2C1972A82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6096001" cy="6858000"/>
          </a:xfrm>
          <a:prstGeom prst="rect">
            <a:avLst/>
          </a:prstGeom>
        </p:spPr>
      </p:pic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301658F6-C8FC-EA48-84DA-86B5157575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1162"/>
            <a:ext cx="6096000" cy="698032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CBFDE-8A41-4E4D-A47E-6C5CA34D6D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1" y="2982912"/>
            <a:ext cx="4955241" cy="111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b="1">
                <a:solidFill>
                  <a:schemeClr val="bg1"/>
                </a:solidFill>
                <a:latin typeface="+mj-lt"/>
              </a:defRPr>
            </a:lvl2pPr>
            <a:lvl3pPr marL="914377" indent="0">
              <a:buNone/>
              <a:defRPr b="1">
                <a:solidFill>
                  <a:schemeClr val="bg1"/>
                </a:solidFill>
                <a:latin typeface="+mj-lt"/>
              </a:defRPr>
            </a:lvl3pPr>
            <a:lvl4pPr marL="1371566" indent="0">
              <a:buNone/>
              <a:defRPr b="1">
                <a:solidFill>
                  <a:schemeClr val="bg1"/>
                </a:solidFill>
                <a:latin typeface="+mj-lt"/>
              </a:defRPr>
            </a:lvl4pPr>
            <a:lvl5pPr marL="1828754" indent="0">
              <a:buNone/>
              <a:defRPr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6309867-3669-45D5-AECD-1822C979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43" y="839641"/>
            <a:ext cx="5251947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783BD3F-27D1-4BFE-8FA0-7A92BEA54B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6743" y="2792882"/>
            <a:ext cx="5253037" cy="3310252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8163FE3-116C-4F72-A479-6D52E7748F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6744" y="2182972"/>
            <a:ext cx="5251945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A4C3E3-1D2A-4A55-A39F-C287E4F63092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C2D0AA-A50B-4D99-ABFF-4147A37A69CC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63D7EC-E31B-4B8F-90E5-8A20B00DD8B0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94473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CBD89637-F1A0-495B-86F4-4AE2F51A33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13525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8D191CC-ED46-4BBF-AE7E-8CC99CFB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43" y="839641"/>
            <a:ext cx="5251947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CB99E95-5B4B-49C8-998C-EA68D4CD9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6743" y="2792882"/>
            <a:ext cx="5253037" cy="3310252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81E86CC-E39D-490E-85C8-08E7C6F1EC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6744" y="2182972"/>
            <a:ext cx="5251945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047664-D30D-45AD-8D4A-B726146265C2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9DA868-9B72-45F9-AD1E-41F64D96B68F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32E52C-A742-46DD-97A2-E74F3A13C31F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6880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BD55D073-FA20-FD44-A8D7-39204E66E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10" y="0"/>
            <a:ext cx="6013060" cy="6858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B7F10AA-1CFC-4375-9E6E-13F5FC8AA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43" y="839641"/>
            <a:ext cx="5251947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B399EA0-E521-47DE-A51C-50A6C23A85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6743" y="2792882"/>
            <a:ext cx="5253037" cy="3310252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869A353-CE3D-4A22-B532-3A98E4BAD0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6744" y="2182972"/>
            <a:ext cx="5251945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3A08E4-707E-415B-91DD-707F5F9E433A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98D391-B486-428A-A7B0-C134478AE7BB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3172F2-492C-4CA6-B285-E0900C08774C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7404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DAF3ED6E-DC46-0F4F-8FFC-6CA896B402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3443249" cy="6858000"/>
          </a:xfrm>
          <a:prstGeom prst="rect">
            <a:avLst/>
          </a:prstGeom>
        </p:spPr>
      </p:pic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1152EE25-B2F6-924D-B66F-3114F3DA82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070" y="3836"/>
            <a:ext cx="3328989" cy="685416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FCC2B0C-68A3-164F-8170-C77ADD49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059" y="585259"/>
            <a:ext cx="7962955" cy="86294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EF79308-653D-40F4-AD59-EB086C0E15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296" y="1448200"/>
            <a:ext cx="7957661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D84548F-9DFF-4192-AF32-CBFF639EE2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1059" y="2061955"/>
            <a:ext cx="7962900" cy="3938588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11561A-9548-40C2-A1E8-B2496D5DB8FC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F62544-2B89-4264-BED6-FB9EFC4D6009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9FBA5D9-F5A7-4F24-93AD-BECAE4C1E376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6271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FCC2B0C-68A3-164F-8170-C77ADD49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059" y="585259"/>
            <a:ext cx="7962955" cy="86294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EF79308-653D-40F4-AD59-EB086C0E15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296" y="1448200"/>
            <a:ext cx="7957661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D84548F-9DFF-4192-AF32-CBFF639EE2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1059" y="2061955"/>
            <a:ext cx="7962900" cy="3938588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7957BCFD-4E3F-4672-9B83-D92E35BFFE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3443248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A11561A-9548-40C2-A1E8-B2496D5DB8FC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F62544-2B89-4264-BED6-FB9EFC4D6009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9FBA5D9-F5A7-4F24-93AD-BECAE4C1E376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75881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FCC2B0C-68A3-164F-8170-C77ADD49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059" y="585259"/>
            <a:ext cx="7962955" cy="86294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EF79308-653D-40F4-AD59-EB086C0E15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296" y="1448200"/>
            <a:ext cx="7957661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D84548F-9DFF-4192-AF32-CBFF639EE2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1059" y="2061955"/>
            <a:ext cx="7962900" cy="3938588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539C80-ECC2-48BB-AD84-CEB6A053E820}"/>
              </a:ext>
            </a:extLst>
          </p:cNvPr>
          <p:cNvSpPr/>
          <p:nvPr userDrawn="1"/>
        </p:nvSpPr>
        <p:spPr>
          <a:xfrm>
            <a:off x="2" y="1"/>
            <a:ext cx="3443247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1" name="Picture 10" descr="Logo, icon&#10;&#10;Description automatically generated">
            <a:extLst>
              <a:ext uri="{FF2B5EF4-FFF2-40B4-BE49-F238E27FC236}">
                <a16:creationId xmlns:a16="http://schemas.microsoft.com/office/drawing/2014/main" id="{67F63D47-0299-4C02-974C-12472273D9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3093" y="736600"/>
            <a:ext cx="2717063" cy="53848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A11561A-9548-40C2-A1E8-B2496D5DB8FC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F62544-2B89-4264-BED6-FB9EFC4D6009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9FBA5D9-F5A7-4F24-93AD-BECAE4C1E376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76225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FCC2B0C-68A3-164F-8170-C77ADD49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059" y="585259"/>
            <a:ext cx="7962955" cy="86294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EF79308-653D-40F4-AD59-EB086C0E15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296" y="1448200"/>
            <a:ext cx="7957661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 dirty="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D84548F-9DFF-4192-AF32-CBFF639EE2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1059" y="2061955"/>
            <a:ext cx="7962900" cy="3938588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349" indent="-228594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pic>
        <p:nvPicPr>
          <p:cNvPr id="11" name="Picture 10" descr="Logo&#10;&#10;Description automatically generated with medium confidence">
            <a:extLst>
              <a:ext uri="{FF2B5EF4-FFF2-40B4-BE49-F238E27FC236}">
                <a16:creationId xmlns:a16="http://schemas.microsoft.com/office/drawing/2014/main" id="{5AA0CF3E-F260-42CB-BF92-F545E2936A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3443245" cy="2885761"/>
          </a:xfrm>
          <a:prstGeom prst="rect">
            <a:avLst/>
          </a:prstGeom>
        </p:spPr>
      </p:pic>
      <p:pic>
        <p:nvPicPr>
          <p:cNvPr id="17" name="Picture 16" descr="Logo&#10;&#10;Description automatically generated with medium confidence">
            <a:extLst>
              <a:ext uri="{FF2B5EF4-FFF2-40B4-BE49-F238E27FC236}">
                <a16:creationId xmlns:a16="http://schemas.microsoft.com/office/drawing/2014/main" id="{3345DB88-237A-45C8-B9BF-B25E7277E3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885482"/>
            <a:ext cx="3443247" cy="2885761"/>
          </a:xfrm>
          <a:prstGeom prst="rect">
            <a:avLst/>
          </a:prstGeom>
        </p:spPr>
      </p:pic>
      <p:pic>
        <p:nvPicPr>
          <p:cNvPr id="19" name="Picture 18" descr="Logo&#10;&#10;Description automatically generated with medium confidence">
            <a:extLst>
              <a:ext uri="{FF2B5EF4-FFF2-40B4-BE49-F238E27FC236}">
                <a16:creationId xmlns:a16="http://schemas.microsoft.com/office/drawing/2014/main" id="{1BFA43E5-1F25-4D2E-B934-517FB7CF5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5764213"/>
            <a:ext cx="3443247" cy="109378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A11561A-9548-40C2-A1E8-B2496D5DB8FC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F62544-2B89-4264-BED6-FB9EFC4D6009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9FBA5D9-F5A7-4F24-93AD-BECAE4C1E376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22975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78EA-BDA0-5F4B-8DF3-5E9B6477E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403" y="839641"/>
            <a:ext cx="5537264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544084-F33D-AE49-99BC-07C07C77723D}"/>
              </a:ext>
            </a:extLst>
          </p:cNvPr>
          <p:cNvSpPr/>
          <p:nvPr userDrawn="1"/>
        </p:nvSpPr>
        <p:spPr>
          <a:xfrm>
            <a:off x="0" y="3429002"/>
            <a:ext cx="12192000" cy="29256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D6309-4074-7144-BA8F-C5A0A114D1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282" y="-161632"/>
            <a:ext cx="4678764" cy="633573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E0E02-40E2-EA44-8DCD-62D2D944A1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5288" y="2165349"/>
            <a:ext cx="5537200" cy="3843339"/>
          </a:xfrm>
          <a:prstGeom prst="rect">
            <a:avLst/>
          </a:prstGeom>
        </p:spPr>
        <p:txBody>
          <a:bodyPr/>
          <a:lstStyle>
            <a:lvl1pPr marL="228589" indent="-228589">
              <a:buFont typeface="Wingdings" panose="05000000000000000000" pitchFamily="2" charset="2"/>
              <a:buChar char="§"/>
              <a:defRPr>
                <a:latin typeface="Source Sans Pro" panose="020B0503030403020204" pitchFamily="34" charset="0"/>
              </a:defRPr>
            </a:lvl1pPr>
            <a:lvl2pPr marL="685766" indent="-228589">
              <a:buFont typeface="Wingdings" panose="05000000000000000000" pitchFamily="2" charset="2"/>
              <a:buChar char="§"/>
              <a:defRPr>
                <a:latin typeface="Source Sans Pro" panose="020B0503030403020204" pitchFamily="34" charset="0"/>
              </a:defRPr>
            </a:lvl2pPr>
            <a:lvl3pPr marL="1142942" indent="-228589">
              <a:buFont typeface="Wingdings" panose="05000000000000000000" pitchFamily="2" charset="2"/>
              <a:buChar char="§"/>
              <a:defRPr>
                <a:latin typeface="Source Sans Pro" panose="020B0503030403020204" pitchFamily="34" charset="0"/>
              </a:defRPr>
            </a:lvl3pPr>
            <a:lvl4pPr marL="1600120" indent="-228589">
              <a:buFont typeface="Wingdings" panose="05000000000000000000" pitchFamily="2" charset="2"/>
              <a:buChar char="§"/>
              <a:defRPr>
                <a:latin typeface="Source Sans Pro" panose="020B0503030403020204" pitchFamily="34" charset="0"/>
              </a:defRPr>
            </a:lvl4pPr>
            <a:lvl5pPr marL="2057298" indent="-228589">
              <a:buFont typeface="Wingdings" panose="05000000000000000000" pitchFamily="2" charset="2"/>
              <a:buChar char="§"/>
              <a:defRPr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73D9C3-97C0-4D91-A9A6-5445CB424DF4}"/>
              </a:ext>
            </a:extLst>
          </p:cNvPr>
          <p:cNvSpPr txBox="1"/>
          <p:nvPr userDrawn="1"/>
        </p:nvSpPr>
        <p:spPr>
          <a:xfrm>
            <a:off x="1498633" y="6488054"/>
            <a:ext cx="28288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kern="1200">
                <a:solidFill>
                  <a:schemeClr val="bg1"/>
                </a:solidFill>
                <a:effectLst/>
                <a:latin typeface="Overpass" panose="020B0503020203020203" pitchFamily="34" charset="0"/>
                <a:ea typeface="+mn-ea"/>
                <a:cs typeface="+mn-cs"/>
              </a:rPr>
              <a:t>.</a:t>
            </a:r>
            <a:endParaRPr lang="en-US" sz="1000">
              <a:solidFill>
                <a:schemeClr val="bg1"/>
              </a:solidFill>
              <a:latin typeface="Overpass" panose="020B0503020203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0352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8CE17C1-789D-9349-810A-D805E83606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634"/>
          <a:stretch/>
        </p:blipFill>
        <p:spPr>
          <a:xfrm>
            <a:off x="1" y="-2266"/>
            <a:ext cx="3058160" cy="68602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2CCF97-0600-D24C-B0F0-C64700C8D7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7263" y="2081683"/>
            <a:ext cx="7962900" cy="3938588"/>
          </a:xfrm>
          <a:prstGeom prst="rect">
            <a:avLst/>
          </a:prstGeom>
        </p:spPr>
        <p:txBody>
          <a:bodyPr/>
          <a:lstStyle>
            <a:lvl1pPr marL="228589" indent="-228589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1pPr>
            <a:lvl2pPr marL="685766" indent="-228589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2pPr>
            <a:lvl3pPr marL="1142942" indent="-228589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3pPr>
            <a:lvl4pPr marL="1600120" indent="-228589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4pPr>
            <a:lvl5pPr marL="2057298" indent="-228589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85BB4C-758C-41ED-ACEE-FBF000AF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265" y="605743"/>
            <a:ext cx="7962955" cy="86294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843571C-9E97-4DFA-A64C-B257E87DD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02503" y="1468684"/>
            <a:ext cx="7957661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826170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E53F691-6EE3-344E-9D74-A78A313A3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"/>
            <a:ext cx="6285011" cy="640832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8FBD500-2278-8942-8FBF-595DB95F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44" y="839641"/>
            <a:ext cx="5251947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5E22C06-0237-8C4A-96FA-D5FAE4548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6743" y="2837704"/>
            <a:ext cx="5253037" cy="3356909"/>
          </a:xfrm>
          <a:prstGeom prst="rect">
            <a:avLst/>
          </a:prstGeom>
        </p:spPr>
        <p:txBody>
          <a:bodyPr/>
          <a:lstStyle>
            <a:lvl1pPr marL="228589" indent="-228589">
              <a:buFont typeface="Wingdings" panose="05000000000000000000" pitchFamily="2" charset="2"/>
              <a:buChar char="§"/>
              <a:defRPr/>
            </a:lvl1pPr>
            <a:lvl2pPr marL="685766" indent="-228589">
              <a:buFont typeface="Wingdings" panose="05000000000000000000" pitchFamily="2" charset="2"/>
              <a:buChar char="§"/>
              <a:defRPr/>
            </a:lvl2pPr>
            <a:lvl3pPr marL="1142942" indent="-228589">
              <a:buFont typeface="Wingdings" panose="05000000000000000000" pitchFamily="2" charset="2"/>
              <a:buChar char="§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  <a:lvl5pPr marL="2057298" indent="-228589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685DCA-A270-1B47-A53F-D59F60142308}"/>
              </a:ext>
            </a:extLst>
          </p:cNvPr>
          <p:cNvSpPr/>
          <p:nvPr userDrawn="1"/>
        </p:nvSpPr>
        <p:spPr>
          <a:xfrm>
            <a:off x="594280" y="6408329"/>
            <a:ext cx="2103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332E98A-D21E-4672-ACF3-7B039571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6745" y="2176892"/>
            <a:ext cx="5251947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001767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E53F691-6EE3-344E-9D74-A78A313A3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"/>
            <a:ext cx="6285011" cy="640832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4685DCA-A270-1B47-A53F-D59F60142308}"/>
              </a:ext>
            </a:extLst>
          </p:cNvPr>
          <p:cNvSpPr/>
          <p:nvPr userDrawn="1"/>
        </p:nvSpPr>
        <p:spPr>
          <a:xfrm>
            <a:off x="594280" y="6408329"/>
            <a:ext cx="2103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351"/>
          </a:p>
        </p:txBody>
      </p:sp>
      <p:pic>
        <p:nvPicPr>
          <p:cNvPr id="7" name="Picture 6" descr="Logo&#10;&#10;Description automatically generated with medium confidence">
            <a:hlinkClick r:id="rId3"/>
            <a:extLst>
              <a:ext uri="{FF2B5EF4-FFF2-40B4-BE49-F238E27FC236}">
                <a16:creationId xmlns:a16="http://schemas.microsoft.com/office/drawing/2014/main" id="{61D64E02-A949-49E5-95FD-BC34C5CD08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0344" y="5899600"/>
            <a:ext cx="1095457" cy="526571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B80FD0C1-C853-4A48-98FC-3DCA626E8D4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4857" y="5863303"/>
            <a:ext cx="2077983" cy="546837"/>
          </a:xfrm>
          <a:prstGeom prst="rect">
            <a:avLst/>
          </a:prstGeom>
        </p:spPr>
      </p:pic>
      <p:pic>
        <p:nvPicPr>
          <p:cNvPr id="13" name="Picture 12" descr="A picture containing text&#10;&#10;Description automatically generated">
            <a:hlinkClick r:id="rId7"/>
            <a:extLst>
              <a:ext uri="{FF2B5EF4-FFF2-40B4-BE49-F238E27FC236}">
                <a16:creationId xmlns:a16="http://schemas.microsoft.com/office/drawing/2014/main" id="{D9E97713-D1A7-4F25-AF9A-73709BD37FB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2837" y="5867642"/>
            <a:ext cx="1494883" cy="538159"/>
          </a:xfrm>
          <a:prstGeom prst="rect">
            <a:avLst/>
          </a:prstGeom>
        </p:spPr>
      </p:pic>
      <p:pic>
        <p:nvPicPr>
          <p:cNvPr id="14" name="Picture 13">
            <a:hlinkClick r:id="rId9"/>
            <a:extLst>
              <a:ext uri="{FF2B5EF4-FFF2-40B4-BE49-F238E27FC236}">
                <a16:creationId xmlns:a16="http://schemas.microsoft.com/office/drawing/2014/main" id="{18FA303C-09FD-4525-9C94-6CDE22E650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8323" y="4820991"/>
            <a:ext cx="3537223" cy="91624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9811298-EED9-4243-AF9C-D4CC0E25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44" y="839641"/>
            <a:ext cx="5251947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266CDF7-4BCE-42E2-BB33-E8C8B94AD0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6743" y="2837704"/>
            <a:ext cx="5253037" cy="3356909"/>
          </a:xfrm>
          <a:prstGeom prst="rect">
            <a:avLst/>
          </a:prstGeom>
        </p:spPr>
        <p:txBody>
          <a:bodyPr/>
          <a:lstStyle>
            <a:lvl1pPr marL="228589" indent="-228589">
              <a:buFont typeface="Wingdings" panose="05000000000000000000" pitchFamily="2" charset="2"/>
              <a:buChar char="§"/>
              <a:defRPr/>
            </a:lvl1pPr>
            <a:lvl2pPr marL="685766" indent="-228589">
              <a:buFont typeface="Wingdings" panose="05000000000000000000" pitchFamily="2" charset="2"/>
              <a:buChar char="§"/>
              <a:defRPr/>
            </a:lvl2pPr>
            <a:lvl3pPr marL="1142942" indent="-228589">
              <a:buFont typeface="Wingdings" panose="05000000000000000000" pitchFamily="2" charset="2"/>
              <a:buChar char="§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  <a:lvl5pPr marL="2057298" indent="-228589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D619C45-9D79-49BF-B7C0-48AEB5D5CB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6745" y="2176892"/>
            <a:ext cx="5251947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309194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3A9A963F-1CC4-D243-9EC0-0D03A1833E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32" y="0"/>
            <a:ext cx="5392357" cy="5299349"/>
          </a:xfrm>
          <a:prstGeom prst="rect">
            <a:avLst/>
          </a:prstGeom>
        </p:spPr>
      </p:pic>
      <p:pic>
        <p:nvPicPr>
          <p:cNvPr id="16" name="Picture 15" descr="A person holding a clipboard&#10;&#10;Description automatically generated with low confidence">
            <a:extLst>
              <a:ext uri="{FF2B5EF4-FFF2-40B4-BE49-F238E27FC236}">
                <a16:creationId xmlns:a16="http://schemas.microsoft.com/office/drawing/2014/main" id="{2B6C08DE-8343-B24F-93DD-902026A074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565264"/>
            <a:ext cx="4811399" cy="629273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04FD8E2-A43E-4CD6-A3C2-1AF35C54C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848605"/>
            <a:ext cx="5251947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3600" b="1" i="0" kern="1200" dirty="0">
                <a:solidFill>
                  <a:srgbClr val="78BE20"/>
                </a:solidFill>
                <a:latin typeface="Overpas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18668B5-A494-4BA8-904E-16C808ABB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846668"/>
            <a:ext cx="5253037" cy="3356909"/>
          </a:xfrm>
          <a:prstGeom prst="rect">
            <a:avLst/>
          </a:prstGeom>
        </p:spPr>
        <p:txBody>
          <a:bodyPr/>
          <a:lstStyle>
            <a:lvl1pPr marL="228589" indent="-228589">
              <a:buFont typeface="Wingdings" panose="05000000000000000000" pitchFamily="2" charset="2"/>
              <a:buChar char="§"/>
              <a:defRPr/>
            </a:lvl1pPr>
            <a:lvl2pPr marL="685766" indent="-228589">
              <a:buFont typeface="Wingdings" panose="05000000000000000000" pitchFamily="2" charset="2"/>
              <a:buChar char="§"/>
              <a:defRPr/>
            </a:lvl2pPr>
            <a:lvl3pPr marL="1142942" indent="-228589">
              <a:buFont typeface="Wingdings" panose="05000000000000000000" pitchFamily="2" charset="2"/>
              <a:buChar char="§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  <a:lvl5pPr marL="2057298" indent="-228589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23C4F89-CBB1-4B91-B6BF-521143669A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2185856"/>
            <a:ext cx="5251947" cy="4397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2800" b="1" kern="1200">
                <a:solidFill>
                  <a:schemeClr val="tx1"/>
                </a:solidFill>
                <a:latin typeface="Overpass" panose="020B050302020302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366167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922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slideLayout" Target="../slideLayouts/slideLayout56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73C8D11-5101-A44B-BB37-9C0C74932986}"/>
              </a:ext>
            </a:extLst>
          </p:cNvPr>
          <p:cNvGrpSpPr/>
          <p:nvPr userDrawn="1"/>
        </p:nvGrpSpPr>
        <p:grpSpPr>
          <a:xfrm>
            <a:off x="-98853" y="-48739"/>
            <a:ext cx="12313741" cy="6917723"/>
            <a:chOff x="-1" y="-39891"/>
            <a:chExt cx="12195047" cy="690141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013093-EF92-0B44-91D2-508A67F72A6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77BE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20" name="Picture 19" descr="Logo, icon, company name&#10;&#10;Description automatically generated">
              <a:extLst>
                <a:ext uri="{FF2B5EF4-FFF2-40B4-BE49-F238E27FC236}">
                  <a16:creationId xmlns:a16="http://schemas.microsoft.com/office/drawing/2014/main" id="{3E8C941D-8F83-A64C-A1C4-646D8E16BF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" y="-3520"/>
              <a:ext cx="5886897" cy="6858001"/>
            </a:xfrm>
            <a:prstGeom prst="rect">
              <a:avLst/>
            </a:prstGeom>
          </p:spPr>
        </p:pic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2C9F9E2-3EC2-074F-8381-3678A24A24CD}"/>
                </a:ext>
              </a:extLst>
            </p:cNvPr>
            <p:cNvSpPr/>
            <p:nvPr/>
          </p:nvSpPr>
          <p:spPr>
            <a:xfrm>
              <a:off x="5249227" y="2327854"/>
              <a:ext cx="5007050" cy="4530147"/>
            </a:xfrm>
            <a:custGeom>
              <a:avLst/>
              <a:gdLst>
                <a:gd name="connsiteX0" fmla="*/ 2822685 w 5007050"/>
                <a:gd name="connsiteY0" fmla="*/ 0 h 4530147"/>
                <a:gd name="connsiteX1" fmla="*/ 2998622 w 5007050"/>
                <a:gd name="connsiteY1" fmla="*/ 241358 h 4530147"/>
                <a:gd name="connsiteX2" fmla="*/ 4763791 w 5007050"/>
                <a:gd name="connsiteY2" fmla="*/ 1963350 h 4530147"/>
                <a:gd name="connsiteX3" fmla="*/ 5007050 w 5007050"/>
                <a:gd name="connsiteY3" fmla="*/ 2132105 h 4530147"/>
                <a:gd name="connsiteX4" fmla="*/ 4696595 w 5007050"/>
                <a:gd name="connsiteY4" fmla="*/ 2370107 h 4530147"/>
                <a:gd name="connsiteX5" fmla="*/ 2846304 w 5007050"/>
                <a:gd name="connsiteY5" fmla="*/ 4429889 h 4530147"/>
                <a:gd name="connsiteX6" fmla="*/ 2785966 w 5007050"/>
                <a:gd name="connsiteY6" fmla="*/ 4530147 h 4530147"/>
                <a:gd name="connsiteX7" fmla="*/ 105159 w 5007050"/>
                <a:gd name="connsiteY7" fmla="*/ 4530147 h 4530147"/>
                <a:gd name="connsiteX8" fmla="*/ 81098 w 5007050"/>
                <a:gd name="connsiteY8" fmla="*/ 4470616 h 4530147"/>
                <a:gd name="connsiteX9" fmla="*/ 0 w 5007050"/>
                <a:gd name="connsiteY9" fmla="*/ 4295620 h 4530147"/>
                <a:gd name="connsiteX10" fmla="*/ 115203 w 5007050"/>
                <a:gd name="connsiteY10" fmla="*/ 4020552 h 4530147"/>
                <a:gd name="connsiteX11" fmla="*/ 2609997 w 5007050"/>
                <a:gd name="connsiteY11" fmla="*/ 217624 h 4530147"/>
                <a:gd name="connsiteX12" fmla="*/ 2822685 w 5007050"/>
                <a:gd name="connsiteY12" fmla="*/ 0 h 453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07050" h="4530147">
                  <a:moveTo>
                    <a:pt x="2822685" y="0"/>
                  </a:moveTo>
                  <a:lnTo>
                    <a:pt x="2998622" y="241358"/>
                  </a:lnTo>
                  <a:cubicBezTo>
                    <a:pt x="3499326" y="894501"/>
                    <a:pt x="4094271" y="1474894"/>
                    <a:pt x="4763791" y="1963350"/>
                  </a:cubicBezTo>
                  <a:lnTo>
                    <a:pt x="5007050" y="2132105"/>
                  </a:lnTo>
                  <a:lnTo>
                    <a:pt x="4696595" y="2370107"/>
                  </a:lnTo>
                  <a:cubicBezTo>
                    <a:pt x="3971965" y="2953497"/>
                    <a:pt x="3345867" y="3649197"/>
                    <a:pt x="2846304" y="4429889"/>
                  </a:cubicBezTo>
                  <a:lnTo>
                    <a:pt x="2785966" y="4530147"/>
                  </a:lnTo>
                  <a:lnTo>
                    <a:pt x="105159" y="4530147"/>
                  </a:lnTo>
                  <a:lnTo>
                    <a:pt x="81098" y="4470616"/>
                  </a:lnTo>
                  <a:lnTo>
                    <a:pt x="0" y="4295620"/>
                  </a:lnTo>
                  <a:lnTo>
                    <a:pt x="115203" y="4020552"/>
                  </a:lnTo>
                  <a:cubicBezTo>
                    <a:pt x="724833" y="2614481"/>
                    <a:pt x="1572916" y="1330757"/>
                    <a:pt x="2609997" y="217624"/>
                  </a:cubicBezTo>
                  <a:lnTo>
                    <a:pt x="2822685" y="0"/>
                  </a:lnTo>
                  <a:close/>
                </a:path>
              </a:pathLst>
            </a:custGeom>
            <a:solidFill>
              <a:srgbClr val="7CC051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F9F53E1-6EEB-304F-AABB-4AD772A09AD8}"/>
                </a:ext>
              </a:extLst>
            </p:cNvPr>
            <p:cNvSpPr/>
            <p:nvPr/>
          </p:nvSpPr>
          <p:spPr>
            <a:xfrm>
              <a:off x="1293933" y="4508506"/>
              <a:ext cx="3955294" cy="2349494"/>
            </a:xfrm>
            <a:custGeom>
              <a:avLst/>
              <a:gdLst>
                <a:gd name="connsiteX0" fmla="*/ 2559999 w 3955294"/>
                <a:gd name="connsiteY0" fmla="*/ 0 h 2349494"/>
                <a:gd name="connsiteX1" fmla="*/ 2734236 w 3955294"/>
                <a:gd name="connsiteY1" fmla="*/ 196225 h 2349494"/>
                <a:gd name="connsiteX2" fmla="*/ 3862275 w 3955294"/>
                <a:gd name="connsiteY2" fmla="*/ 1914247 h 2349494"/>
                <a:gd name="connsiteX3" fmla="*/ 3955294 w 3955294"/>
                <a:gd name="connsiteY3" fmla="*/ 2114968 h 2349494"/>
                <a:gd name="connsiteX4" fmla="*/ 3943530 w 3955294"/>
                <a:gd name="connsiteY4" fmla="*/ 2143056 h 2349494"/>
                <a:gd name="connsiteX5" fmla="*/ 3865685 w 3955294"/>
                <a:gd name="connsiteY5" fmla="*/ 2349494 h 2349494"/>
                <a:gd name="connsiteX6" fmla="*/ 0 w 3955294"/>
                <a:gd name="connsiteY6" fmla="*/ 2349494 h 2349494"/>
                <a:gd name="connsiteX7" fmla="*/ 70393 w 3955294"/>
                <a:gd name="connsiteY7" fmla="*/ 2115976 h 2349494"/>
                <a:gd name="connsiteX8" fmla="*/ 267077 w 3955294"/>
                <a:gd name="connsiteY8" fmla="*/ 1554646 h 2349494"/>
                <a:gd name="connsiteX9" fmla="*/ 302011 w 3955294"/>
                <a:gd name="connsiteY9" fmla="*/ 1465004 h 2349494"/>
                <a:gd name="connsiteX10" fmla="*/ 356311 w 3955294"/>
                <a:gd name="connsiteY10" fmla="*/ 1441056 h 2349494"/>
                <a:gd name="connsiteX11" fmla="*/ 2269077 w 3955294"/>
                <a:gd name="connsiteY11" fmla="*/ 245839 h 2349494"/>
                <a:gd name="connsiteX12" fmla="*/ 2559999 w 3955294"/>
                <a:gd name="connsiteY12" fmla="*/ 0 h 234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55294" h="2349494">
                  <a:moveTo>
                    <a:pt x="2559999" y="0"/>
                  </a:moveTo>
                  <a:lnTo>
                    <a:pt x="2734236" y="196225"/>
                  </a:lnTo>
                  <a:cubicBezTo>
                    <a:pt x="3177212" y="719858"/>
                    <a:pt x="3557019" y="1296233"/>
                    <a:pt x="3862275" y="1914247"/>
                  </a:cubicBezTo>
                  <a:lnTo>
                    <a:pt x="3955294" y="2114968"/>
                  </a:lnTo>
                  <a:lnTo>
                    <a:pt x="3943530" y="2143056"/>
                  </a:lnTo>
                  <a:lnTo>
                    <a:pt x="3865685" y="2349494"/>
                  </a:lnTo>
                  <a:lnTo>
                    <a:pt x="0" y="2349494"/>
                  </a:lnTo>
                  <a:lnTo>
                    <a:pt x="70393" y="2115976"/>
                  </a:lnTo>
                  <a:cubicBezTo>
                    <a:pt x="131940" y="1927074"/>
                    <a:pt x="197534" y="1739932"/>
                    <a:pt x="267077" y="1554646"/>
                  </a:cubicBezTo>
                  <a:lnTo>
                    <a:pt x="302011" y="1465004"/>
                  </a:lnTo>
                  <a:lnTo>
                    <a:pt x="356311" y="1441056"/>
                  </a:lnTo>
                  <a:cubicBezTo>
                    <a:pt x="1044379" y="1117621"/>
                    <a:pt x="1686088" y="715196"/>
                    <a:pt x="2269077" y="245839"/>
                  </a:cubicBezTo>
                  <a:lnTo>
                    <a:pt x="2559999" y="0"/>
                  </a:lnTo>
                  <a:close/>
                </a:path>
              </a:pathLst>
            </a:custGeom>
            <a:solidFill>
              <a:srgbClr val="69BB4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EB2BAC1-8DEC-8D4C-B443-1F66300733A8}"/>
                </a:ext>
              </a:extLst>
            </p:cNvPr>
            <p:cNvSpPr/>
            <p:nvPr/>
          </p:nvSpPr>
          <p:spPr>
            <a:xfrm>
              <a:off x="1595944" y="3536727"/>
              <a:ext cx="2257988" cy="2436782"/>
            </a:xfrm>
            <a:custGeom>
              <a:avLst/>
              <a:gdLst>
                <a:gd name="connsiteX0" fmla="*/ 1229841 w 2257988"/>
                <a:gd name="connsiteY0" fmla="*/ 0 h 2436782"/>
                <a:gd name="connsiteX1" fmla="*/ 1253624 w 2257988"/>
                <a:gd name="connsiteY1" fmla="*/ 18232 h 2436782"/>
                <a:gd name="connsiteX2" fmla="*/ 2158950 w 2257988"/>
                <a:gd name="connsiteY2" fmla="*/ 860241 h 2436782"/>
                <a:gd name="connsiteX3" fmla="*/ 2257988 w 2257988"/>
                <a:gd name="connsiteY3" fmla="*/ 971778 h 2436782"/>
                <a:gd name="connsiteX4" fmla="*/ 1967066 w 2257988"/>
                <a:gd name="connsiteY4" fmla="*/ 1217617 h 2436782"/>
                <a:gd name="connsiteX5" fmla="*/ 54300 w 2257988"/>
                <a:gd name="connsiteY5" fmla="*/ 2412834 h 2436782"/>
                <a:gd name="connsiteX6" fmla="*/ 0 w 2257988"/>
                <a:gd name="connsiteY6" fmla="*/ 2436782 h 2436782"/>
                <a:gd name="connsiteX7" fmla="*/ 88132 w 2257988"/>
                <a:gd name="connsiteY7" fmla="*/ 2210630 h 2436782"/>
                <a:gd name="connsiteX8" fmla="*/ 1156863 w 2257988"/>
                <a:gd name="connsiteY8" fmla="*/ 111051 h 2436782"/>
                <a:gd name="connsiteX9" fmla="*/ 1229841 w 2257988"/>
                <a:gd name="connsiteY9" fmla="*/ 0 h 2436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7988" h="2436782">
                  <a:moveTo>
                    <a:pt x="1229841" y="0"/>
                  </a:moveTo>
                  <a:lnTo>
                    <a:pt x="1253624" y="18232"/>
                  </a:lnTo>
                  <a:cubicBezTo>
                    <a:pt x="1575682" y="277516"/>
                    <a:pt x="1878277" y="558985"/>
                    <a:pt x="2158950" y="860241"/>
                  </a:cubicBezTo>
                  <a:lnTo>
                    <a:pt x="2257988" y="971778"/>
                  </a:lnTo>
                  <a:lnTo>
                    <a:pt x="1967066" y="1217617"/>
                  </a:lnTo>
                  <a:cubicBezTo>
                    <a:pt x="1384077" y="1686974"/>
                    <a:pt x="742368" y="2089399"/>
                    <a:pt x="54300" y="2412834"/>
                  </a:cubicBezTo>
                  <a:lnTo>
                    <a:pt x="0" y="2436782"/>
                  </a:lnTo>
                  <a:lnTo>
                    <a:pt x="88132" y="2210630"/>
                  </a:lnTo>
                  <a:cubicBezTo>
                    <a:pt x="384226" y="1478104"/>
                    <a:pt x="742591" y="776175"/>
                    <a:pt x="1156863" y="111051"/>
                  </a:cubicBezTo>
                  <a:lnTo>
                    <a:pt x="1229841" y="0"/>
                  </a:lnTo>
                  <a:close/>
                </a:path>
              </a:pathLst>
            </a:custGeom>
            <a:solidFill>
              <a:srgbClr val="01A74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0464BBC-BC33-3A46-B79E-B58CE7C5E357}"/>
                </a:ext>
              </a:extLst>
            </p:cNvPr>
            <p:cNvSpPr/>
            <p:nvPr/>
          </p:nvSpPr>
          <p:spPr>
            <a:xfrm>
              <a:off x="0" y="5973510"/>
              <a:ext cx="1595944" cy="888009"/>
            </a:xfrm>
            <a:custGeom>
              <a:avLst/>
              <a:gdLst>
                <a:gd name="connsiteX0" fmla="*/ 1595944 w 1595944"/>
                <a:gd name="connsiteY0" fmla="*/ 0 h 888009"/>
                <a:gd name="connsiteX1" fmla="*/ 1561010 w 1595944"/>
                <a:gd name="connsiteY1" fmla="*/ 89642 h 888009"/>
                <a:gd name="connsiteX2" fmla="*/ 1364326 w 1595944"/>
                <a:gd name="connsiteY2" fmla="*/ 650972 h 888009"/>
                <a:gd name="connsiteX3" fmla="*/ 1292872 w 1595944"/>
                <a:gd name="connsiteY3" fmla="*/ 888009 h 888009"/>
                <a:gd name="connsiteX4" fmla="*/ 0 w 1595944"/>
                <a:gd name="connsiteY4" fmla="*/ 888009 h 888009"/>
                <a:gd name="connsiteX5" fmla="*/ 0 w 1595944"/>
                <a:gd name="connsiteY5" fmla="*/ 571248 h 888009"/>
                <a:gd name="connsiteX6" fmla="*/ 364324 w 1595944"/>
                <a:gd name="connsiteY6" fmla="*/ 470322 h 888009"/>
                <a:gd name="connsiteX7" fmla="*/ 1231939 w 1595944"/>
                <a:gd name="connsiteY7" fmla="*/ 160538 h 888009"/>
                <a:gd name="connsiteX8" fmla="*/ 1595944 w 1595944"/>
                <a:gd name="connsiteY8" fmla="*/ 0 h 88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5944" h="888009">
                  <a:moveTo>
                    <a:pt x="1595944" y="0"/>
                  </a:moveTo>
                  <a:lnTo>
                    <a:pt x="1561010" y="89642"/>
                  </a:lnTo>
                  <a:cubicBezTo>
                    <a:pt x="1491467" y="274928"/>
                    <a:pt x="1425873" y="462070"/>
                    <a:pt x="1364326" y="650972"/>
                  </a:cubicBezTo>
                  <a:lnTo>
                    <a:pt x="1292872" y="888009"/>
                  </a:lnTo>
                  <a:lnTo>
                    <a:pt x="0" y="888009"/>
                  </a:lnTo>
                  <a:lnTo>
                    <a:pt x="0" y="571248"/>
                  </a:lnTo>
                  <a:lnTo>
                    <a:pt x="364324" y="470322"/>
                  </a:lnTo>
                  <a:cubicBezTo>
                    <a:pt x="660023" y="380600"/>
                    <a:pt x="949492" y="277081"/>
                    <a:pt x="1231939" y="160538"/>
                  </a:cubicBezTo>
                  <a:lnTo>
                    <a:pt x="1595944" y="0"/>
                  </a:lnTo>
                  <a:close/>
                </a:path>
              </a:pathLst>
            </a:custGeom>
            <a:solidFill>
              <a:srgbClr val="A3CB7C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55B05CC-2707-8544-822B-30576BEFCED9}"/>
                </a:ext>
              </a:extLst>
            </p:cNvPr>
            <p:cNvSpPr/>
            <p:nvPr/>
          </p:nvSpPr>
          <p:spPr>
            <a:xfrm>
              <a:off x="5159618" y="6623474"/>
              <a:ext cx="194769" cy="234527"/>
            </a:xfrm>
            <a:custGeom>
              <a:avLst/>
              <a:gdLst>
                <a:gd name="connsiteX0" fmla="*/ 89610 w 194769"/>
                <a:gd name="connsiteY0" fmla="*/ 0 h 234527"/>
                <a:gd name="connsiteX1" fmla="*/ 170708 w 194769"/>
                <a:gd name="connsiteY1" fmla="*/ 174996 h 234527"/>
                <a:gd name="connsiteX2" fmla="*/ 194769 w 194769"/>
                <a:gd name="connsiteY2" fmla="*/ 234527 h 234527"/>
                <a:gd name="connsiteX3" fmla="*/ 0 w 194769"/>
                <a:gd name="connsiteY3" fmla="*/ 234527 h 234527"/>
                <a:gd name="connsiteX4" fmla="*/ 77846 w 194769"/>
                <a:gd name="connsiteY4" fmla="*/ 28088 h 234527"/>
                <a:gd name="connsiteX5" fmla="*/ 89610 w 194769"/>
                <a:gd name="connsiteY5" fmla="*/ 0 h 2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4769" h="234527">
                  <a:moveTo>
                    <a:pt x="89610" y="0"/>
                  </a:moveTo>
                  <a:lnTo>
                    <a:pt x="170708" y="174996"/>
                  </a:lnTo>
                  <a:lnTo>
                    <a:pt x="194769" y="234527"/>
                  </a:lnTo>
                  <a:lnTo>
                    <a:pt x="0" y="234527"/>
                  </a:lnTo>
                  <a:lnTo>
                    <a:pt x="77846" y="28088"/>
                  </a:lnTo>
                  <a:lnTo>
                    <a:pt x="89610" y="0"/>
                  </a:lnTo>
                  <a:close/>
                </a:path>
              </a:pathLst>
            </a:custGeom>
            <a:solidFill>
              <a:srgbClr val="4AA357">
                <a:alpha val="9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3AE72F2-4752-F043-97C3-5DBDCD8C0FE7}"/>
                </a:ext>
              </a:extLst>
            </p:cNvPr>
            <p:cNvSpPr/>
            <p:nvPr/>
          </p:nvSpPr>
          <p:spPr>
            <a:xfrm>
              <a:off x="6906893" y="1"/>
              <a:ext cx="4164120" cy="2327853"/>
            </a:xfrm>
            <a:custGeom>
              <a:avLst/>
              <a:gdLst>
                <a:gd name="connsiteX0" fmla="*/ 0 w 4164120"/>
                <a:gd name="connsiteY0" fmla="*/ 0 h 2327853"/>
                <a:gd name="connsiteX1" fmla="*/ 4164120 w 4164120"/>
                <a:gd name="connsiteY1" fmla="*/ 0 h 2327853"/>
                <a:gd name="connsiteX2" fmla="*/ 4004537 w 4164120"/>
                <a:gd name="connsiteY2" fmla="*/ 89514 h 2327853"/>
                <a:gd name="connsiteX3" fmla="*/ 1408222 w 4164120"/>
                <a:gd name="connsiteY3" fmla="*/ 2079005 h 2327853"/>
                <a:gd name="connsiteX4" fmla="*/ 1165019 w 4164120"/>
                <a:gd name="connsiteY4" fmla="*/ 2327853 h 2327853"/>
                <a:gd name="connsiteX5" fmla="*/ 1098549 w 4164120"/>
                <a:gd name="connsiteY5" fmla="*/ 2236666 h 2327853"/>
                <a:gd name="connsiteX6" fmla="*/ 105261 w 4164120"/>
                <a:gd name="connsiteY6" fmla="*/ 313006 h 2327853"/>
                <a:gd name="connsiteX7" fmla="*/ 0 w 4164120"/>
                <a:gd name="connsiteY7" fmla="*/ 0 h 2327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64120" h="2327853">
                  <a:moveTo>
                    <a:pt x="0" y="0"/>
                  </a:moveTo>
                  <a:lnTo>
                    <a:pt x="4164120" y="0"/>
                  </a:lnTo>
                  <a:lnTo>
                    <a:pt x="4004537" y="89514"/>
                  </a:lnTo>
                  <a:cubicBezTo>
                    <a:pt x="3058290" y="650403"/>
                    <a:pt x="2186845" y="1319428"/>
                    <a:pt x="1408222" y="2079005"/>
                  </a:cubicBezTo>
                  <a:lnTo>
                    <a:pt x="1165019" y="2327853"/>
                  </a:lnTo>
                  <a:lnTo>
                    <a:pt x="1098549" y="2236666"/>
                  </a:lnTo>
                  <a:cubicBezTo>
                    <a:pt x="688398" y="1644413"/>
                    <a:pt x="352911" y="998909"/>
                    <a:pt x="105261" y="313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1B74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FAAABEE-626E-A042-B076-5118FA0A751F}"/>
                </a:ext>
              </a:extLst>
            </p:cNvPr>
            <p:cNvSpPr/>
            <p:nvPr/>
          </p:nvSpPr>
          <p:spPr>
            <a:xfrm>
              <a:off x="2825785" y="0"/>
              <a:ext cx="3861633" cy="4508506"/>
            </a:xfrm>
            <a:custGeom>
              <a:avLst/>
              <a:gdLst>
                <a:gd name="connsiteX0" fmla="*/ 3224042 w 3861633"/>
                <a:gd name="connsiteY0" fmla="*/ 0 h 4508506"/>
                <a:gd name="connsiteX1" fmla="*/ 3861633 w 3861633"/>
                <a:gd name="connsiteY1" fmla="*/ 0 h 4508506"/>
                <a:gd name="connsiteX2" fmla="*/ 3783000 w 3861633"/>
                <a:gd name="connsiteY2" fmla="*/ 276652 h 4508506"/>
                <a:gd name="connsiteX3" fmla="*/ 1079873 w 3861633"/>
                <a:gd name="connsiteY3" fmla="*/ 4464796 h 4508506"/>
                <a:gd name="connsiteX4" fmla="*/ 1028147 w 3861633"/>
                <a:gd name="connsiteY4" fmla="*/ 4508506 h 4508506"/>
                <a:gd name="connsiteX5" fmla="*/ 929109 w 3861633"/>
                <a:gd name="connsiteY5" fmla="*/ 4396969 h 4508506"/>
                <a:gd name="connsiteX6" fmla="*/ 23783 w 3861633"/>
                <a:gd name="connsiteY6" fmla="*/ 3554960 h 4508506"/>
                <a:gd name="connsiteX7" fmla="*/ 0 w 3861633"/>
                <a:gd name="connsiteY7" fmla="*/ 3536728 h 4508506"/>
                <a:gd name="connsiteX8" fmla="*/ 295656 w 3861633"/>
                <a:gd name="connsiteY8" fmla="*/ 3086830 h 4508506"/>
                <a:gd name="connsiteX9" fmla="*/ 3098430 w 3861633"/>
                <a:gd name="connsiteY9" fmla="*/ 95706 h 4508506"/>
                <a:gd name="connsiteX10" fmla="*/ 3224042 w 3861633"/>
                <a:gd name="connsiteY10" fmla="*/ 0 h 45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1633" h="4508506">
                  <a:moveTo>
                    <a:pt x="3224042" y="0"/>
                  </a:moveTo>
                  <a:lnTo>
                    <a:pt x="3861633" y="0"/>
                  </a:lnTo>
                  <a:lnTo>
                    <a:pt x="3783000" y="276652"/>
                  </a:lnTo>
                  <a:cubicBezTo>
                    <a:pt x="3285614" y="1907756"/>
                    <a:pt x="2337637" y="3349591"/>
                    <a:pt x="1079873" y="4464796"/>
                  </a:cubicBezTo>
                  <a:lnTo>
                    <a:pt x="1028147" y="4508506"/>
                  </a:lnTo>
                  <a:lnTo>
                    <a:pt x="929109" y="4396969"/>
                  </a:lnTo>
                  <a:cubicBezTo>
                    <a:pt x="648436" y="4095713"/>
                    <a:pt x="345841" y="3814244"/>
                    <a:pt x="23783" y="3554960"/>
                  </a:cubicBezTo>
                  <a:lnTo>
                    <a:pt x="0" y="3536728"/>
                  </a:lnTo>
                  <a:lnTo>
                    <a:pt x="295656" y="3086830"/>
                  </a:lnTo>
                  <a:cubicBezTo>
                    <a:pt x="1075632" y="1960555"/>
                    <a:pt x="2021258" y="952423"/>
                    <a:pt x="3098430" y="95706"/>
                  </a:cubicBezTo>
                  <a:lnTo>
                    <a:pt x="3224042" y="0"/>
                  </a:lnTo>
                  <a:close/>
                </a:path>
              </a:pathLst>
            </a:custGeom>
            <a:solidFill>
              <a:srgbClr val="04AA4E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D2D8C10-5293-5047-BDE5-500476C9C2E9}"/>
                </a:ext>
              </a:extLst>
            </p:cNvPr>
            <p:cNvSpPr/>
            <p:nvPr/>
          </p:nvSpPr>
          <p:spPr>
            <a:xfrm>
              <a:off x="-1" y="3519"/>
              <a:ext cx="2300199" cy="2371000"/>
            </a:xfrm>
            <a:custGeom>
              <a:avLst/>
              <a:gdLst>
                <a:gd name="connsiteX0" fmla="*/ 0 w 2300199"/>
                <a:gd name="connsiteY0" fmla="*/ 0 h 2371000"/>
                <a:gd name="connsiteX1" fmla="*/ 2300199 w 2300199"/>
                <a:gd name="connsiteY1" fmla="*/ 0 h 2371000"/>
                <a:gd name="connsiteX2" fmla="*/ 2187236 w 2300199"/>
                <a:gd name="connsiteY2" fmla="*/ 286500 h 2371000"/>
                <a:gd name="connsiteX3" fmla="*/ 972315 w 2300199"/>
                <a:gd name="connsiteY3" fmla="*/ 2288955 h 2371000"/>
                <a:gd name="connsiteX4" fmla="*/ 901246 w 2300199"/>
                <a:gd name="connsiteY4" fmla="*/ 2371000 h 2371000"/>
                <a:gd name="connsiteX5" fmla="*/ 752015 w 2300199"/>
                <a:gd name="connsiteY5" fmla="*/ 2304915 h 2371000"/>
                <a:gd name="connsiteX6" fmla="*/ 107614 w 2300199"/>
                <a:gd name="connsiteY6" fmla="*/ 2063761 h 2371000"/>
                <a:gd name="connsiteX7" fmla="*/ 0 w 2300199"/>
                <a:gd name="connsiteY7" fmla="*/ 2030575 h 2371000"/>
                <a:gd name="connsiteX8" fmla="*/ 0 w 2300199"/>
                <a:gd name="connsiteY8" fmla="*/ 0 h 237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0199" h="2371000">
                  <a:moveTo>
                    <a:pt x="0" y="0"/>
                  </a:moveTo>
                  <a:lnTo>
                    <a:pt x="2300199" y="0"/>
                  </a:lnTo>
                  <a:lnTo>
                    <a:pt x="2187236" y="286500"/>
                  </a:lnTo>
                  <a:cubicBezTo>
                    <a:pt x="1879365" y="1014389"/>
                    <a:pt x="1468275" y="1687991"/>
                    <a:pt x="972315" y="2288955"/>
                  </a:cubicBezTo>
                  <a:lnTo>
                    <a:pt x="901246" y="2371000"/>
                  </a:lnTo>
                  <a:lnTo>
                    <a:pt x="752015" y="2304915"/>
                  </a:lnTo>
                  <a:cubicBezTo>
                    <a:pt x="541383" y="2216516"/>
                    <a:pt x="326452" y="2136005"/>
                    <a:pt x="107614" y="2063761"/>
                  </a:cubicBezTo>
                  <a:lnTo>
                    <a:pt x="0" y="2030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AA4E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2D8F133-9514-FE4F-B0BB-CA6C8AB69634}"/>
                </a:ext>
              </a:extLst>
            </p:cNvPr>
            <p:cNvSpPr/>
            <p:nvPr/>
          </p:nvSpPr>
          <p:spPr>
            <a:xfrm>
              <a:off x="1" y="2030578"/>
              <a:ext cx="901245" cy="1247727"/>
            </a:xfrm>
            <a:custGeom>
              <a:avLst/>
              <a:gdLst>
                <a:gd name="connsiteX0" fmla="*/ 0 w 901245"/>
                <a:gd name="connsiteY0" fmla="*/ 0 h 1247727"/>
                <a:gd name="connsiteX1" fmla="*/ 107613 w 901245"/>
                <a:gd name="connsiteY1" fmla="*/ 33185 h 1247727"/>
                <a:gd name="connsiteX2" fmla="*/ 752014 w 901245"/>
                <a:gd name="connsiteY2" fmla="*/ 274339 h 1247727"/>
                <a:gd name="connsiteX3" fmla="*/ 901245 w 901245"/>
                <a:gd name="connsiteY3" fmla="*/ 340424 h 1247727"/>
                <a:gd name="connsiteX4" fmla="*/ 717348 w 901245"/>
                <a:gd name="connsiteY4" fmla="*/ 552722 h 1247727"/>
                <a:gd name="connsiteX5" fmla="*/ 167016 w 901245"/>
                <a:gd name="connsiteY5" fmla="*/ 1103054 h 1247727"/>
                <a:gd name="connsiteX6" fmla="*/ 0 w 901245"/>
                <a:gd name="connsiteY6" fmla="*/ 1247727 h 1247727"/>
                <a:gd name="connsiteX7" fmla="*/ 0 w 901245"/>
                <a:gd name="connsiteY7" fmla="*/ 0 h 124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1245" h="1247727">
                  <a:moveTo>
                    <a:pt x="0" y="0"/>
                  </a:moveTo>
                  <a:lnTo>
                    <a:pt x="107613" y="33185"/>
                  </a:lnTo>
                  <a:cubicBezTo>
                    <a:pt x="326451" y="105429"/>
                    <a:pt x="541382" y="185940"/>
                    <a:pt x="752014" y="274339"/>
                  </a:cubicBezTo>
                  <a:lnTo>
                    <a:pt x="901245" y="340424"/>
                  </a:lnTo>
                  <a:lnTo>
                    <a:pt x="717348" y="552722"/>
                  </a:lnTo>
                  <a:cubicBezTo>
                    <a:pt x="542767" y="744803"/>
                    <a:pt x="359097" y="928474"/>
                    <a:pt x="167016" y="1103054"/>
                  </a:cubicBezTo>
                  <a:lnTo>
                    <a:pt x="0" y="1247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BE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274D1EC-32E7-094D-B83C-85D5AE5280C0}"/>
                </a:ext>
              </a:extLst>
            </p:cNvPr>
            <p:cNvSpPr/>
            <p:nvPr/>
          </p:nvSpPr>
          <p:spPr>
            <a:xfrm>
              <a:off x="901247" y="0"/>
              <a:ext cx="5148581" cy="3536728"/>
            </a:xfrm>
            <a:custGeom>
              <a:avLst/>
              <a:gdLst>
                <a:gd name="connsiteX0" fmla="*/ 1398953 w 5148581"/>
                <a:gd name="connsiteY0" fmla="*/ 0 h 3536728"/>
                <a:gd name="connsiteX1" fmla="*/ 5148581 w 5148581"/>
                <a:gd name="connsiteY1" fmla="*/ 0 h 3536728"/>
                <a:gd name="connsiteX2" fmla="*/ 5022969 w 5148581"/>
                <a:gd name="connsiteY2" fmla="*/ 95706 h 3536728"/>
                <a:gd name="connsiteX3" fmla="*/ 2220195 w 5148581"/>
                <a:gd name="connsiteY3" fmla="*/ 3086830 h 3536728"/>
                <a:gd name="connsiteX4" fmla="*/ 1924539 w 5148581"/>
                <a:gd name="connsiteY4" fmla="*/ 3536728 h 3536728"/>
                <a:gd name="connsiteX5" fmla="*/ 1619868 w 5148581"/>
                <a:gd name="connsiteY5" fmla="*/ 3303159 h 3536728"/>
                <a:gd name="connsiteX6" fmla="*/ 163446 w 5148581"/>
                <a:gd name="connsiteY6" fmla="*/ 2443380 h 3536728"/>
                <a:gd name="connsiteX7" fmla="*/ 0 w 5148581"/>
                <a:gd name="connsiteY7" fmla="*/ 2371000 h 3536728"/>
                <a:gd name="connsiteX8" fmla="*/ 71069 w 5148581"/>
                <a:gd name="connsiteY8" fmla="*/ 2288955 h 3536728"/>
                <a:gd name="connsiteX9" fmla="*/ 1285990 w 5148581"/>
                <a:gd name="connsiteY9" fmla="*/ 286500 h 3536728"/>
                <a:gd name="connsiteX10" fmla="*/ 1398953 w 5148581"/>
                <a:gd name="connsiteY10" fmla="*/ 0 h 353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48581" h="3536728">
                  <a:moveTo>
                    <a:pt x="1398953" y="0"/>
                  </a:moveTo>
                  <a:lnTo>
                    <a:pt x="5148581" y="0"/>
                  </a:lnTo>
                  <a:lnTo>
                    <a:pt x="5022969" y="95706"/>
                  </a:lnTo>
                  <a:cubicBezTo>
                    <a:pt x="3945796" y="952423"/>
                    <a:pt x="3000171" y="1960555"/>
                    <a:pt x="2220195" y="3086830"/>
                  </a:cubicBezTo>
                  <a:lnTo>
                    <a:pt x="1924539" y="3536728"/>
                  </a:lnTo>
                  <a:lnTo>
                    <a:pt x="1619868" y="3303159"/>
                  </a:lnTo>
                  <a:cubicBezTo>
                    <a:pt x="1166547" y="2972434"/>
                    <a:pt x="679039" y="2683856"/>
                    <a:pt x="163446" y="2443380"/>
                  </a:cubicBezTo>
                  <a:lnTo>
                    <a:pt x="0" y="2371000"/>
                  </a:lnTo>
                  <a:lnTo>
                    <a:pt x="71069" y="2288955"/>
                  </a:lnTo>
                  <a:cubicBezTo>
                    <a:pt x="567029" y="1687991"/>
                    <a:pt x="978119" y="1014389"/>
                    <a:pt x="1285990" y="286500"/>
                  </a:cubicBezTo>
                  <a:lnTo>
                    <a:pt x="1398953" y="0"/>
                  </a:lnTo>
                  <a:close/>
                </a:path>
              </a:pathLst>
            </a:custGeom>
            <a:solidFill>
              <a:srgbClr val="75BC42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C8C1653-58D2-2E4B-8D82-3573F2EF6CA4}"/>
                </a:ext>
              </a:extLst>
            </p:cNvPr>
            <p:cNvSpPr/>
            <p:nvPr/>
          </p:nvSpPr>
          <p:spPr>
            <a:xfrm>
              <a:off x="1" y="2371001"/>
              <a:ext cx="2825784" cy="4173757"/>
            </a:xfrm>
            <a:custGeom>
              <a:avLst/>
              <a:gdLst>
                <a:gd name="connsiteX0" fmla="*/ 901245 w 2825784"/>
                <a:gd name="connsiteY0" fmla="*/ 0 h 4173757"/>
                <a:gd name="connsiteX1" fmla="*/ 1064691 w 2825784"/>
                <a:gd name="connsiteY1" fmla="*/ 72380 h 4173757"/>
                <a:gd name="connsiteX2" fmla="*/ 2521113 w 2825784"/>
                <a:gd name="connsiteY2" fmla="*/ 932159 h 4173757"/>
                <a:gd name="connsiteX3" fmla="*/ 2825784 w 2825784"/>
                <a:gd name="connsiteY3" fmla="*/ 1165728 h 4173757"/>
                <a:gd name="connsiteX4" fmla="*/ 2752806 w 2825784"/>
                <a:gd name="connsiteY4" fmla="*/ 1276779 h 4173757"/>
                <a:gd name="connsiteX5" fmla="*/ 1684075 w 2825784"/>
                <a:gd name="connsiteY5" fmla="*/ 3376358 h 4173757"/>
                <a:gd name="connsiteX6" fmla="*/ 1595943 w 2825784"/>
                <a:gd name="connsiteY6" fmla="*/ 3602510 h 4173757"/>
                <a:gd name="connsiteX7" fmla="*/ 1231939 w 2825784"/>
                <a:gd name="connsiteY7" fmla="*/ 3763047 h 4173757"/>
                <a:gd name="connsiteX8" fmla="*/ 364324 w 2825784"/>
                <a:gd name="connsiteY8" fmla="*/ 4072831 h 4173757"/>
                <a:gd name="connsiteX9" fmla="*/ 0 w 2825784"/>
                <a:gd name="connsiteY9" fmla="*/ 4173757 h 4173757"/>
                <a:gd name="connsiteX10" fmla="*/ 0 w 2825784"/>
                <a:gd name="connsiteY10" fmla="*/ 907303 h 4173757"/>
                <a:gd name="connsiteX11" fmla="*/ 167016 w 2825784"/>
                <a:gd name="connsiteY11" fmla="*/ 762630 h 4173757"/>
                <a:gd name="connsiteX12" fmla="*/ 717348 w 2825784"/>
                <a:gd name="connsiteY12" fmla="*/ 212298 h 4173757"/>
                <a:gd name="connsiteX13" fmla="*/ 901245 w 2825784"/>
                <a:gd name="connsiteY13" fmla="*/ 0 h 4173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25784" h="4173757">
                  <a:moveTo>
                    <a:pt x="901245" y="0"/>
                  </a:moveTo>
                  <a:lnTo>
                    <a:pt x="1064691" y="72380"/>
                  </a:lnTo>
                  <a:cubicBezTo>
                    <a:pt x="1580284" y="312856"/>
                    <a:pt x="2067792" y="601434"/>
                    <a:pt x="2521113" y="932159"/>
                  </a:cubicBezTo>
                  <a:lnTo>
                    <a:pt x="2825784" y="1165728"/>
                  </a:lnTo>
                  <a:lnTo>
                    <a:pt x="2752806" y="1276779"/>
                  </a:lnTo>
                  <a:cubicBezTo>
                    <a:pt x="2338534" y="1941903"/>
                    <a:pt x="1980169" y="2643832"/>
                    <a:pt x="1684075" y="3376358"/>
                  </a:cubicBezTo>
                  <a:lnTo>
                    <a:pt x="1595943" y="3602510"/>
                  </a:lnTo>
                  <a:lnTo>
                    <a:pt x="1231939" y="3763047"/>
                  </a:lnTo>
                  <a:cubicBezTo>
                    <a:pt x="949492" y="3879590"/>
                    <a:pt x="660023" y="3983109"/>
                    <a:pt x="364324" y="4072831"/>
                  </a:cubicBezTo>
                  <a:lnTo>
                    <a:pt x="0" y="4173757"/>
                  </a:lnTo>
                  <a:lnTo>
                    <a:pt x="0" y="907303"/>
                  </a:lnTo>
                  <a:lnTo>
                    <a:pt x="167016" y="762630"/>
                  </a:lnTo>
                  <a:cubicBezTo>
                    <a:pt x="359097" y="588050"/>
                    <a:pt x="542767" y="404379"/>
                    <a:pt x="717348" y="212298"/>
                  </a:cubicBezTo>
                  <a:lnTo>
                    <a:pt x="901245" y="0"/>
                  </a:lnTo>
                  <a:close/>
                </a:path>
              </a:pathLst>
            </a:custGeom>
            <a:solidFill>
              <a:srgbClr val="32AE4B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39EA80A-4B42-D549-933C-C132CA2EBCA5}"/>
                </a:ext>
              </a:extLst>
            </p:cNvPr>
            <p:cNvSpPr/>
            <p:nvPr/>
          </p:nvSpPr>
          <p:spPr>
            <a:xfrm>
              <a:off x="8071912" y="0"/>
              <a:ext cx="4120088" cy="4459958"/>
            </a:xfrm>
            <a:custGeom>
              <a:avLst/>
              <a:gdLst>
                <a:gd name="connsiteX0" fmla="*/ 2999101 w 4120088"/>
                <a:gd name="connsiteY0" fmla="*/ 0 h 4459958"/>
                <a:gd name="connsiteX1" fmla="*/ 4120088 w 4120088"/>
                <a:gd name="connsiteY1" fmla="*/ 0 h 4459958"/>
                <a:gd name="connsiteX2" fmla="*/ 4120088 w 4120088"/>
                <a:gd name="connsiteY2" fmla="*/ 3388937 h 4459958"/>
                <a:gd name="connsiteX3" fmla="*/ 3971463 w 4120088"/>
                <a:gd name="connsiteY3" fmla="*/ 3447914 h 4459958"/>
                <a:gd name="connsiteX4" fmla="*/ 2202364 w 4120088"/>
                <a:gd name="connsiteY4" fmla="*/ 4446159 h 4459958"/>
                <a:gd name="connsiteX5" fmla="*/ 2184365 w 4120088"/>
                <a:gd name="connsiteY5" fmla="*/ 4459958 h 4459958"/>
                <a:gd name="connsiteX6" fmla="*/ 1941106 w 4120088"/>
                <a:gd name="connsiteY6" fmla="*/ 4291203 h 4459958"/>
                <a:gd name="connsiteX7" fmla="*/ 175937 w 4120088"/>
                <a:gd name="connsiteY7" fmla="*/ 2569211 h 4459958"/>
                <a:gd name="connsiteX8" fmla="*/ 0 w 4120088"/>
                <a:gd name="connsiteY8" fmla="*/ 2327853 h 4459958"/>
                <a:gd name="connsiteX9" fmla="*/ 243203 w 4120088"/>
                <a:gd name="connsiteY9" fmla="*/ 2079005 h 4459958"/>
                <a:gd name="connsiteX10" fmla="*/ 2839518 w 4120088"/>
                <a:gd name="connsiteY10" fmla="*/ 89514 h 4459958"/>
                <a:gd name="connsiteX11" fmla="*/ 2999101 w 4120088"/>
                <a:gd name="connsiteY11" fmla="*/ 0 h 445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20088" h="4459958">
                  <a:moveTo>
                    <a:pt x="2999101" y="0"/>
                  </a:moveTo>
                  <a:lnTo>
                    <a:pt x="4120088" y="0"/>
                  </a:lnTo>
                  <a:lnTo>
                    <a:pt x="4120088" y="3388937"/>
                  </a:lnTo>
                  <a:lnTo>
                    <a:pt x="3971463" y="3447914"/>
                  </a:lnTo>
                  <a:cubicBezTo>
                    <a:pt x="3339565" y="3713110"/>
                    <a:pt x="2746349" y="4049288"/>
                    <a:pt x="2202364" y="4446159"/>
                  </a:cubicBezTo>
                  <a:lnTo>
                    <a:pt x="2184365" y="4459958"/>
                  </a:lnTo>
                  <a:lnTo>
                    <a:pt x="1941106" y="4291203"/>
                  </a:lnTo>
                  <a:cubicBezTo>
                    <a:pt x="1271586" y="3802747"/>
                    <a:pt x="676641" y="3222354"/>
                    <a:pt x="175937" y="2569211"/>
                  </a:cubicBezTo>
                  <a:lnTo>
                    <a:pt x="0" y="2327853"/>
                  </a:lnTo>
                  <a:lnTo>
                    <a:pt x="243203" y="2079005"/>
                  </a:lnTo>
                  <a:cubicBezTo>
                    <a:pt x="1021826" y="1319428"/>
                    <a:pt x="1893271" y="650403"/>
                    <a:pt x="2839518" y="89514"/>
                  </a:cubicBezTo>
                  <a:lnTo>
                    <a:pt x="2999101" y="0"/>
                  </a:lnTo>
                  <a:close/>
                </a:path>
              </a:pathLst>
            </a:custGeom>
            <a:solidFill>
              <a:srgbClr val="04AA4E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C1AB006-71F7-244E-B965-1CABFB29C2D9}"/>
                </a:ext>
              </a:extLst>
            </p:cNvPr>
            <p:cNvSpPr/>
            <p:nvPr/>
          </p:nvSpPr>
          <p:spPr>
            <a:xfrm>
              <a:off x="8036123" y="4456440"/>
              <a:ext cx="4158923" cy="2401559"/>
            </a:xfrm>
            <a:custGeom>
              <a:avLst/>
              <a:gdLst>
                <a:gd name="connsiteX0" fmla="*/ 2223201 w 4158923"/>
                <a:gd name="connsiteY0" fmla="*/ 0 h 2401559"/>
                <a:gd name="connsiteX1" fmla="*/ 2320825 w 4158923"/>
                <a:gd name="connsiteY1" fmla="*/ 67723 h 2401559"/>
                <a:gd name="connsiteX2" fmla="*/ 3993964 w 4158923"/>
                <a:gd name="connsiteY2" fmla="*/ 927966 h 2401559"/>
                <a:gd name="connsiteX3" fmla="*/ 4158923 w 4158923"/>
                <a:gd name="connsiteY3" fmla="*/ 988012 h 2401559"/>
                <a:gd name="connsiteX4" fmla="*/ 4158923 w 4158923"/>
                <a:gd name="connsiteY4" fmla="*/ 2401559 h 2401559"/>
                <a:gd name="connsiteX5" fmla="*/ 0 w 4158923"/>
                <a:gd name="connsiteY5" fmla="*/ 2401559 h 2401559"/>
                <a:gd name="connsiteX6" fmla="*/ 62455 w 4158923"/>
                <a:gd name="connsiteY6" fmla="*/ 2297784 h 2401559"/>
                <a:gd name="connsiteX7" fmla="*/ 1912746 w 4158923"/>
                <a:gd name="connsiteY7" fmla="*/ 238002 h 2401559"/>
                <a:gd name="connsiteX8" fmla="*/ 2223201 w 4158923"/>
                <a:gd name="connsiteY8" fmla="*/ 0 h 240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8923" h="2401559">
                  <a:moveTo>
                    <a:pt x="2223201" y="0"/>
                  </a:moveTo>
                  <a:lnTo>
                    <a:pt x="2320825" y="67723"/>
                  </a:lnTo>
                  <a:cubicBezTo>
                    <a:pt x="2841199" y="410682"/>
                    <a:pt x="3401678" y="700127"/>
                    <a:pt x="3993964" y="927966"/>
                  </a:cubicBezTo>
                  <a:lnTo>
                    <a:pt x="4158923" y="988012"/>
                  </a:lnTo>
                  <a:lnTo>
                    <a:pt x="4158923" y="2401559"/>
                  </a:lnTo>
                  <a:lnTo>
                    <a:pt x="0" y="2401559"/>
                  </a:lnTo>
                  <a:lnTo>
                    <a:pt x="62455" y="2297784"/>
                  </a:lnTo>
                  <a:cubicBezTo>
                    <a:pt x="562018" y="1517092"/>
                    <a:pt x="1188116" y="821392"/>
                    <a:pt x="1912746" y="238002"/>
                  </a:cubicBezTo>
                  <a:lnTo>
                    <a:pt x="2223201" y="0"/>
                  </a:lnTo>
                  <a:close/>
                </a:path>
              </a:pathLst>
            </a:custGeom>
            <a:solidFill>
              <a:srgbClr val="10AC50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8C91045-00A5-1746-B603-B5512EC3793F}"/>
                </a:ext>
              </a:extLst>
            </p:cNvPr>
            <p:cNvSpPr/>
            <p:nvPr/>
          </p:nvSpPr>
          <p:spPr>
            <a:xfrm>
              <a:off x="3853932" y="1"/>
              <a:ext cx="4217980" cy="6623473"/>
            </a:xfrm>
            <a:custGeom>
              <a:avLst/>
              <a:gdLst>
                <a:gd name="connsiteX0" fmla="*/ 2833486 w 4217980"/>
                <a:gd name="connsiteY0" fmla="*/ 0 h 6623473"/>
                <a:gd name="connsiteX1" fmla="*/ 3052961 w 4217980"/>
                <a:gd name="connsiteY1" fmla="*/ 0 h 6623473"/>
                <a:gd name="connsiteX2" fmla="*/ 3158222 w 4217980"/>
                <a:gd name="connsiteY2" fmla="*/ 313006 h 6623473"/>
                <a:gd name="connsiteX3" fmla="*/ 4151510 w 4217980"/>
                <a:gd name="connsiteY3" fmla="*/ 2236666 h 6623473"/>
                <a:gd name="connsiteX4" fmla="*/ 4217980 w 4217980"/>
                <a:gd name="connsiteY4" fmla="*/ 2327853 h 6623473"/>
                <a:gd name="connsiteX5" fmla="*/ 4005292 w 4217980"/>
                <a:gd name="connsiteY5" fmla="*/ 2545477 h 6623473"/>
                <a:gd name="connsiteX6" fmla="*/ 1510498 w 4217980"/>
                <a:gd name="connsiteY6" fmla="*/ 6348405 h 6623473"/>
                <a:gd name="connsiteX7" fmla="*/ 1395295 w 4217980"/>
                <a:gd name="connsiteY7" fmla="*/ 6623473 h 6623473"/>
                <a:gd name="connsiteX8" fmla="*/ 1302276 w 4217980"/>
                <a:gd name="connsiteY8" fmla="*/ 6422752 h 6623473"/>
                <a:gd name="connsiteX9" fmla="*/ 174237 w 4217980"/>
                <a:gd name="connsiteY9" fmla="*/ 4704730 h 6623473"/>
                <a:gd name="connsiteX10" fmla="*/ 0 w 4217980"/>
                <a:gd name="connsiteY10" fmla="*/ 4508505 h 6623473"/>
                <a:gd name="connsiteX11" fmla="*/ 51726 w 4217980"/>
                <a:gd name="connsiteY11" fmla="*/ 4464795 h 6623473"/>
                <a:gd name="connsiteX12" fmla="*/ 2754853 w 4217980"/>
                <a:gd name="connsiteY12" fmla="*/ 276651 h 6623473"/>
                <a:gd name="connsiteX13" fmla="*/ 2833486 w 4217980"/>
                <a:gd name="connsiteY13" fmla="*/ 0 h 662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17980" h="6623473">
                  <a:moveTo>
                    <a:pt x="2833486" y="0"/>
                  </a:moveTo>
                  <a:lnTo>
                    <a:pt x="3052961" y="0"/>
                  </a:lnTo>
                  <a:lnTo>
                    <a:pt x="3158222" y="313006"/>
                  </a:lnTo>
                  <a:cubicBezTo>
                    <a:pt x="3405872" y="998909"/>
                    <a:pt x="3741359" y="1644413"/>
                    <a:pt x="4151510" y="2236666"/>
                  </a:cubicBezTo>
                  <a:lnTo>
                    <a:pt x="4217980" y="2327853"/>
                  </a:lnTo>
                  <a:lnTo>
                    <a:pt x="4005292" y="2545477"/>
                  </a:lnTo>
                  <a:cubicBezTo>
                    <a:pt x="2968211" y="3658610"/>
                    <a:pt x="2120128" y="4942334"/>
                    <a:pt x="1510498" y="6348405"/>
                  </a:cubicBezTo>
                  <a:lnTo>
                    <a:pt x="1395295" y="6623473"/>
                  </a:lnTo>
                  <a:lnTo>
                    <a:pt x="1302276" y="6422752"/>
                  </a:lnTo>
                  <a:cubicBezTo>
                    <a:pt x="997020" y="5804738"/>
                    <a:pt x="617213" y="5228363"/>
                    <a:pt x="174237" y="4704730"/>
                  </a:cubicBezTo>
                  <a:lnTo>
                    <a:pt x="0" y="4508505"/>
                  </a:lnTo>
                  <a:lnTo>
                    <a:pt x="51726" y="4464795"/>
                  </a:lnTo>
                  <a:cubicBezTo>
                    <a:pt x="1309490" y="3349590"/>
                    <a:pt x="2257467" y="1907755"/>
                    <a:pt x="2754853" y="276651"/>
                  </a:cubicBezTo>
                  <a:lnTo>
                    <a:pt x="2833486" y="0"/>
                  </a:lnTo>
                  <a:close/>
                </a:path>
              </a:pathLst>
            </a:custGeom>
            <a:solidFill>
              <a:srgbClr val="91C968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5925F0D-C468-6A4A-B337-920B88F88D9B}"/>
                </a:ext>
              </a:extLst>
            </p:cNvPr>
            <p:cNvSpPr/>
            <p:nvPr/>
          </p:nvSpPr>
          <p:spPr>
            <a:xfrm>
              <a:off x="10256278" y="3388938"/>
              <a:ext cx="1935722" cy="2059032"/>
            </a:xfrm>
            <a:custGeom>
              <a:avLst/>
              <a:gdLst>
                <a:gd name="connsiteX0" fmla="*/ 1935722 w 1935722"/>
                <a:gd name="connsiteY0" fmla="*/ 0 h 2059032"/>
                <a:gd name="connsiteX1" fmla="*/ 1935722 w 1935722"/>
                <a:gd name="connsiteY1" fmla="*/ 2059032 h 2059032"/>
                <a:gd name="connsiteX2" fmla="*/ 1770763 w 1935722"/>
                <a:gd name="connsiteY2" fmla="*/ 1998986 h 2059032"/>
                <a:gd name="connsiteX3" fmla="*/ 97624 w 1935722"/>
                <a:gd name="connsiteY3" fmla="*/ 1138743 h 2059032"/>
                <a:gd name="connsiteX4" fmla="*/ 0 w 1935722"/>
                <a:gd name="connsiteY4" fmla="*/ 1071020 h 2059032"/>
                <a:gd name="connsiteX5" fmla="*/ 17999 w 1935722"/>
                <a:gd name="connsiteY5" fmla="*/ 1057221 h 2059032"/>
                <a:gd name="connsiteX6" fmla="*/ 1787098 w 1935722"/>
                <a:gd name="connsiteY6" fmla="*/ 58976 h 2059032"/>
                <a:gd name="connsiteX7" fmla="*/ 1935722 w 1935722"/>
                <a:gd name="connsiteY7" fmla="*/ 0 h 205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5722" h="2059032">
                  <a:moveTo>
                    <a:pt x="1935722" y="0"/>
                  </a:moveTo>
                  <a:lnTo>
                    <a:pt x="1935722" y="2059032"/>
                  </a:lnTo>
                  <a:lnTo>
                    <a:pt x="1770763" y="1998986"/>
                  </a:lnTo>
                  <a:cubicBezTo>
                    <a:pt x="1178477" y="1771147"/>
                    <a:pt x="617998" y="1481702"/>
                    <a:pt x="97624" y="1138743"/>
                  </a:cubicBezTo>
                  <a:lnTo>
                    <a:pt x="0" y="1071020"/>
                  </a:lnTo>
                  <a:lnTo>
                    <a:pt x="17999" y="1057221"/>
                  </a:lnTo>
                  <a:cubicBezTo>
                    <a:pt x="561984" y="660350"/>
                    <a:pt x="1155200" y="324172"/>
                    <a:pt x="1787098" y="58976"/>
                  </a:cubicBezTo>
                  <a:lnTo>
                    <a:pt x="1935722" y="0"/>
                  </a:lnTo>
                  <a:close/>
                </a:path>
              </a:pathLst>
            </a:custGeom>
            <a:solidFill>
              <a:srgbClr val="77BE41">
                <a:alpha val="9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pic>
          <p:nvPicPr>
            <p:cNvPr id="36" name="Picture 35" descr="Logo, icon, company name&#10;&#10;Description automatically generated">
              <a:extLst>
                <a:ext uri="{FF2B5EF4-FFF2-40B4-BE49-F238E27FC236}">
                  <a16:creationId xmlns:a16="http://schemas.microsoft.com/office/drawing/2014/main" id="{222CA8E6-9A92-824D-A2DA-7D224A0FE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770049" y="-39891"/>
              <a:ext cx="6421951" cy="686503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BCFA9CB-57F1-7345-A0F7-8883496D2431}"/>
                </a:ext>
              </a:extLst>
            </p:cNvPr>
            <p:cNvSpPr/>
            <p:nvPr/>
          </p:nvSpPr>
          <p:spPr>
            <a:xfrm>
              <a:off x="11224138" y="-1"/>
              <a:ext cx="962821" cy="6861519"/>
            </a:xfrm>
            <a:prstGeom prst="rect">
              <a:avLst/>
            </a:prstGeom>
            <a:solidFill>
              <a:srgbClr val="78BE4C">
                <a:alpha val="57647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9FC4980-57AB-4D3A-92F0-56E303C3C26A}"/>
              </a:ext>
            </a:extLst>
          </p:cNvPr>
          <p:cNvGrpSpPr/>
          <p:nvPr userDrawn="1"/>
        </p:nvGrpSpPr>
        <p:grpSpPr>
          <a:xfrm>
            <a:off x="-248928" y="-12900"/>
            <a:ext cx="8865771" cy="6874831"/>
            <a:chOff x="-7281" y="-5236"/>
            <a:chExt cx="9017931" cy="686328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0CA361E-F6D6-4029-BC7A-E0D6647E6274}"/>
                </a:ext>
              </a:extLst>
            </p:cNvPr>
            <p:cNvSpPr/>
            <p:nvPr userDrawn="1"/>
          </p:nvSpPr>
          <p:spPr>
            <a:xfrm>
              <a:off x="-3810" y="-1905"/>
              <a:ext cx="160020" cy="165735"/>
            </a:xfrm>
            <a:custGeom>
              <a:avLst/>
              <a:gdLst>
                <a:gd name="connsiteX0" fmla="*/ 89535 w 160020"/>
                <a:gd name="connsiteY0" fmla="*/ 0 h 165735"/>
                <a:gd name="connsiteX1" fmla="*/ 0 w 160020"/>
                <a:gd name="connsiteY1" fmla="*/ 89535 h 165735"/>
                <a:gd name="connsiteX2" fmla="*/ 0 w 160020"/>
                <a:gd name="connsiteY2" fmla="*/ 165735 h 165735"/>
                <a:gd name="connsiteX3" fmla="*/ 160020 w 160020"/>
                <a:gd name="connsiteY3" fmla="*/ 5715 h 165735"/>
                <a:gd name="connsiteX4" fmla="*/ 89535 w 160020"/>
                <a:gd name="connsiteY4" fmla="*/ 0 h 165735"/>
                <a:gd name="connsiteX0" fmla="*/ 89535 w 160020"/>
                <a:gd name="connsiteY0" fmla="*/ 0 h 165735"/>
                <a:gd name="connsiteX1" fmla="*/ 0 w 160020"/>
                <a:gd name="connsiteY1" fmla="*/ 89535 h 165735"/>
                <a:gd name="connsiteX2" fmla="*/ 0 w 160020"/>
                <a:gd name="connsiteY2" fmla="*/ 165735 h 165735"/>
                <a:gd name="connsiteX3" fmla="*/ 160020 w 160020"/>
                <a:gd name="connsiteY3" fmla="*/ 1905 h 165735"/>
                <a:gd name="connsiteX4" fmla="*/ 89535 w 160020"/>
                <a:gd name="connsiteY4" fmla="*/ 0 h 16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20" h="165735">
                  <a:moveTo>
                    <a:pt x="89535" y="0"/>
                  </a:moveTo>
                  <a:lnTo>
                    <a:pt x="0" y="89535"/>
                  </a:lnTo>
                  <a:lnTo>
                    <a:pt x="0" y="165735"/>
                  </a:lnTo>
                  <a:lnTo>
                    <a:pt x="160020" y="1905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7618D30-8348-439B-9923-63D0F0526F79}"/>
                </a:ext>
              </a:extLst>
            </p:cNvPr>
            <p:cNvGrpSpPr/>
            <p:nvPr userDrawn="1"/>
          </p:nvGrpSpPr>
          <p:grpSpPr>
            <a:xfrm>
              <a:off x="-7281" y="-5236"/>
              <a:ext cx="9017931" cy="6863285"/>
              <a:chOff x="-7281" y="-5236"/>
              <a:chExt cx="9017931" cy="6863285"/>
            </a:xfrm>
          </p:grpSpPr>
          <p:sp>
            <p:nvSpPr>
              <p:cNvPr id="11" name="Freeform 120">
                <a:extLst>
                  <a:ext uri="{FF2B5EF4-FFF2-40B4-BE49-F238E27FC236}">
                    <a16:creationId xmlns:a16="http://schemas.microsoft.com/office/drawing/2014/main" id="{68BA9CFC-72AD-4D7F-B610-DD0EDB67059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167920" y="-5236"/>
                <a:ext cx="3835401" cy="2450055"/>
              </a:xfrm>
              <a:custGeom>
                <a:avLst/>
                <a:gdLst>
                  <a:gd name="T0" fmla="*/ 2114 w 2114"/>
                  <a:gd name="T1" fmla="*/ 1370 h 1370"/>
                  <a:gd name="T2" fmla="*/ 0 w 2114"/>
                  <a:gd name="T3" fmla="*/ 1370 h 1370"/>
                  <a:gd name="T4" fmla="*/ 1 w 2114"/>
                  <a:gd name="T5" fmla="*/ 20 h 1370"/>
                  <a:gd name="T6" fmla="*/ 29 w 2114"/>
                  <a:gd name="T7" fmla="*/ 21 h 1370"/>
                  <a:gd name="T8" fmla="*/ 28 w 2114"/>
                  <a:gd name="T9" fmla="*/ 1342 h 1370"/>
                  <a:gd name="T10" fmla="*/ 2078 w 2114"/>
                  <a:gd name="T11" fmla="*/ 1342 h 1370"/>
                  <a:gd name="T12" fmla="*/ 1305 w 2114"/>
                  <a:gd name="T13" fmla="*/ 21 h 1370"/>
                  <a:gd name="T14" fmla="*/ 1324 w 2114"/>
                  <a:gd name="T15" fmla="*/ 0 h 1370"/>
                  <a:gd name="T16" fmla="*/ 1776 w 2114"/>
                  <a:gd name="T17" fmla="*/ 564 h 1370"/>
                  <a:gd name="T18" fmla="*/ 2110 w 2114"/>
                  <a:gd name="T19" fmla="*/ 1352 h 1370"/>
                  <a:gd name="T20" fmla="*/ 2114 w 2114"/>
                  <a:gd name="T21" fmla="*/ 1370 h 1370"/>
                  <a:gd name="connsiteX0" fmla="*/ 10000 w 10000"/>
                  <a:gd name="connsiteY0" fmla="*/ 10193 h 10193"/>
                  <a:gd name="connsiteX1" fmla="*/ 0 w 10000"/>
                  <a:gd name="connsiteY1" fmla="*/ 10193 h 10193"/>
                  <a:gd name="connsiteX2" fmla="*/ 5 w 10000"/>
                  <a:gd name="connsiteY2" fmla="*/ 339 h 10193"/>
                  <a:gd name="connsiteX3" fmla="*/ 137 w 10000"/>
                  <a:gd name="connsiteY3" fmla="*/ 346 h 10193"/>
                  <a:gd name="connsiteX4" fmla="*/ 132 w 10000"/>
                  <a:gd name="connsiteY4" fmla="*/ 9989 h 10193"/>
                  <a:gd name="connsiteX5" fmla="*/ 9830 w 10000"/>
                  <a:gd name="connsiteY5" fmla="*/ 9989 h 10193"/>
                  <a:gd name="connsiteX6" fmla="*/ 6173 w 10000"/>
                  <a:gd name="connsiteY6" fmla="*/ 346 h 10193"/>
                  <a:gd name="connsiteX7" fmla="*/ 6263 w 10000"/>
                  <a:gd name="connsiteY7" fmla="*/ 193 h 10193"/>
                  <a:gd name="connsiteX8" fmla="*/ 6373 w 10000"/>
                  <a:gd name="connsiteY8" fmla="*/ 352 h 10193"/>
                  <a:gd name="connsiteX9" fmla="*/ 8401 w 10000"/>
                  <a:gd name="connsiteY9" fmla="*/ 4310 h 10193"/>
                  <a:gd name="connsiteX10" fmla="*/ 9981 w 10000"/>
                  <a:gd name="connsiteY10" fmla="*/ 10062 h 10193"/>
                  <a:gd name="connsiteX11" fmla="*/ 10000 w 10000"/>
                  <a:gd name="connsiteY11" fmla="*/ 10193 h 10193"/>
                  <a:gd name="connsiteX0" fmla="*/ 10000 w 10000"/>
                  <a:gd name="connsiteY0" fmla="*/ 10193 h 10193"/>
                  <a:gd name="connsiteX1" fmla="*/ 0 w 10000"/>
                  <a:gd name="connsiteY1" fmla="*/ 10193 h 10193"/>
                  <a:gd name="connsiteX2" fmla="*/ 5 w 10000"/>
                  <a:gd name="connsiteY2" fmla="*/ 339 h 10193"/>
                  <a:gd name="connsiteX3" fmla="*/ 137 w 10000"/>
                  <a:gd name="connsiteY3" fmla="*/ 346 h 10193"/>
                  <a:gd name="connsiteX4" fmla="*/ 132 w 10000"/>
                  <a:gd name="connsiteY4" fmla="*/ 9989 h 10193"/>
                  <a:gd name="connsiteX5" fmla="*/ 9830 w 10000"/>
                  <a:gd name="connsiteY5" fmla="*/ 9989 h 10193"/>
                  <a:gd name="connsiteX6" fmla="*/ 6173 w 10000"/>
                  <a:gd name="connsiteY6" fmla="*/ 346 h 10193"/>
                  <a:gd name="connsiteX7" fmla="*/ 6263 w 10000"/>
                  <a:gd name="connsiteY7" fmla="*/ 193 h 10193"/>
                  <a:gd name="connsiteX8" fmla="*/ 6373 w 10000"/>
                  <a:gd name="connsiteY8" fmla="*/ 352 h 10193"/>
                  <a:gd name="connsiteX9" fmla="*/ 8401 w 10000"/>
                  <a:gd name="connsiteY9" fmla="*/ 4310 h 10193"/>
                  <a:gd name="connsiteX10" fmla="*/ 9981 w 10000"/>
                  <a:gd name="connsiteY10" fmla="*/ 10062 h 10193"/>
                  <a:gd name="connsiteX11" fmla="*/ 10000 w 10000"/>
                  <a:gd name="connsiteY11" fmla="*/ 10193 h 10193"/>
                  <a:gd name="connsiteX0" fmla="*/ 10000 w 10000"/>
                  <a:gd name="connsiteY0" fmla="*/ 9854 h 9854"/>
                  <a:gd name="connsiteX1" fmla="*/ 0 w 10000"/>
                  <a:gd name="connsiteY1" fmla="*/ 9854 h 9854"/>
                  <a:gd name="connsiteX2" fmla="*/ 5 w 10000"/>
                  <a:gd name="connsiteY2" fmla="*/ 0 h 9854"/>
                  <a:gd name="connsiteX3" fmla="*/ 137 w 10000"/>
                  <a:gd name="connsiteY3" fmla="*/ 7 h 9854"/>
                  <a:gd name="connsiteX4" fmla="*/ 132 w 10000"/>
                  <a:gd name="connsiteY4" fmla="*/ 9650 h 9854"/>
                  <a:gd name="connsiteX5" fmla="*/ 9830 w 10000"/>
                  <a:gd name="connsiteY5" fmla="*/ 9650 h 9854"/>
                  <a:gd name="connsiteX6" fmla="*/ 6173 w 10000"/>
                  <a:gd name="connsiteY6" fmla="*/ 7 h 9854"/>
                  <a:gd name="connsiteX7" fmla="*/ 6373 w 10000"/>
                  <a:gd name="connsiteY7" fmla="*/ 13 h 9854"/>
                  <a:gd name="connsiteX8" fmla="*/ 8401 w 10000"/>
                  <a:gd name="connsiteY8" fmla="*/ 3971 h 9854"/>
                  <a:gd name="connsiteX9" fmla="*/ 9981 w 10000"/>
                  <a:gd name="connsiteY9" fmla="*/ 9723 h 9854"/>
                  <a:gd name="connsiteX10" fmla="*/ 10000 w 10000"/>
                  <a:gd name="connsiteY10" fmla="*/ 9854 h 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000" h="9854">
                    <a:moveTo>
                      <a:pt x="10000" y="9854"/>
                    </a:moveTo>
                    <a:lnTo>
                      <a:pt x="0" y="9854"/>
                    </a:lnTo>
                    <a:cubicBezTo>
                      <a:pt x="2" y="6569"/>
                      <a:pt x="3" y="3285"/>
                      <a:pt x="5" y="0"/>
                    </a:cubicBezTo>
                    <a:lnTo>
                      <a:pt x="137" y="7"/>
                    </a:lnTo>
                    <a:cubicBezTo>
                      <a:pt x="135" y="3221"/>
                      <a:pt x="134" y="6436"/>
                      <a:pt x="132" y="9650"/>
                    </a:cubicBezTo>
                    <a:lnTo>
                      <a:pt x="9830" y="9650"/>
                    </a:lnTo>
                    <a:cubicBezTo>
                      <a:pt x="9092" y="5314"/>
                      <a:pt x="7460" y="1832"/>
                      <a:pt x="6173" y="7"/>
                    </a:cubicBezTo>
                    <a:lnTo>
                      <a:pt x="6373" y="13"/>
                    </a:lnTo>
                    <a:cubicBezTo>
                      <a:pt x="6923" y="760"/>
                      <a:pt x="7800" y="2353"/>
                      <a:pt x="8401" y="3971"/>
                    </a:cubicBezTo>
                    <a:cubicBezTo>
                      <a:pt x="9120" y="5803"/>
                      <a:pt x="9650" y="7737"/>
                      <a:pt x="9981" y="9723"/>
                    </a:cubicBezTo>
                    <a:cubicBezTo>
                      <a:pt x="9987" y="9767"/>
                      <a:pt x="9994" y="9810"/>
                      <a:pt x="10000" y="9854"/>
                    </a:cubicBezTo>
                    <a:close/>
                  </a:path>
                </a:pathLst>
              </a:custGeom>
              <a:solidFill>
                <a:schemeClr val="bg1">
                  <a:alpha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12" name="Freeform 121">
                <a:extLst>
                  <a:ext uri="{FF2B5EF4-FFF2-40B4-BE49-F238E27FC236}">
                    <a16:creationId xmlns:a16="http://schemas.microsoft.com/office/drawing/2014/main" id="{15AE207E-947F-45AB-96EF-12C2E4072F7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7281" y="1"/>
                <a:ext cx="2547319" cy="2444820"/>
              </a:xfrm>
              <a:custGeom>
                <a:avLst/>
                <a:gdLst>
                  <a:gd name="T0" fmla="*/ 1586 w 1588"/>
                  <a:gd name="T1" fmla="*/ 1528 h 1528"/>
                  <a:gd name="T2" fmla="*/ 0 w 1588"/>
                  <a:gd name="T3" fmla="*/ 1524 h 1528"/>
                  <a:gd name="T4" fmla="*/ 0 w 1588"/>
                  <a:gd name="T5" fmla="*/ 1492 h 1528"/>
                  <a:gd name="T6" fmla="*/ 1555 w 1588"/>
                  <a:gd name="T7" fmla="*/ 1496 h 1528"/>
                  <a:gd name="T8" fmla="*/ 1557 w 1588"/>
                  <a:gd name="T9" fmla="*/ 0 h 1528"/>
                  <a:gd name="T10" fmla="*/ 1588 w 1588"/>
                  <a:gd name="T11" fmla="*/ 0 h 1528"/>
                  <a:gd name="T12" fmla="*/ 1586 w 1588"/>
                  <a:gd name="T13" fmla="*/ 1528 h 1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8" h="1528">
                    <a:moveTo>
                      <a:pt x="1586" y="1528"/>
                    </a:moveTo>
                    <a:lnTo>
                      <a:pt x="0" y="1524"/>
                    </a:lnTo>
                    <a:lnTo>
                      <a:pt x="0" y="1492"/>
                    </a:lnTo>
                    <a:lnTo>
                      <a:pt x="1555" y="1496"/>
                    </a:lnTo>
                    <a:lnTo>
                      <a:pt x="1557" y="0"/>
                    </a:lnTo>
                    <a:lnTo>
                      <a:pt x="1588" y="0"/>
                    </a:lnTo>
                    <a:lnTo>
                      <a:pt x="1586" y="1528"/>
                    </a:lnTo>
                    <a:close/>
                  </a:path>
                </a:pathLst>
              </a:custGeom>
              <a:solidFill>
                <a:schemeClr val="bg1">
                  <a:alpha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13" name="Freeform 123">
                <a:extLst>
                  <a:ext uri="{FF2B5EF4-FFF2-40B4-BE49-F238E27FC236}">
                    <a16:creationId xmlns:a16="http://schemas.microsoft.com/office/drawing/2014/main" id="{62CE89B9-EDF9-4CDE-832A-A3202ADDDE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170450" y="5077791"/>
                <a:ext cx="3840200" cy="1780258"/>
              </a:xfrm>
              <a:custGeom>
                <a:avLst/>
                <a:gdLst>
                  <a:gd name="T0" fmla="*/ 1651 w 2117"/>
                  <a:gd name="T1" fmla="*/ 999 h 999"/>
                  <a:gd name="T2" fmla="*/ 1628 w 2117"/>
                  <a:gd name="T3" fmla="*/ 984 h 999"/>
                  <a:gd name="T4" fmla="*/ 1667 w 2117"/>
                  <a:gd name="T5" fmla="*/ 923 h 999"/>
                  <a:gd name="T6" fmla="*/ 2080 w 2117"/>
                  <a:gd name="T7" fmla="*/ 28 h 999"/>
                  <a:gd name="T8" fmla="*/ 29 w 2117"/>
                  <a:gd name="T9" fmla="*/ 28 h 999"/>
                  <a:gd name="T10" fmla="*/ 28 w 2117"/>
                  <a:gd name="T11" fmla="*/ 986 h 999"/>
                  <a:gd name="T12" fmla="*/ 0 w 2117"/>
                  <a:gd name="T13" fmla="*/ 986 h 999"/>
                  <a:gd name="T14" fmla="*/ 1 w 2117"/>
                  <a:gd name="T15" fmla="*/ 0 h 999"/>
                  <a:gd name="T16" fmla="*/ 2117 w 2117"/>
                  <a:gd name="T17" fmla="*/ 0 h 999"/>
                  <a:gd name="T18" fmla="*/ 2112 w 2117"/>
                  <a:gd name="T19" fmla="*/ 17 h 999"/>
                  <a:gd name="T20" fmla="*/ 1691 w 2117"/>
                  <a:gd name="T21" fmla="*/ 938 h 999"/>
                  <a:gd name="T22" fmla="*/ 1651 w 2117"/>
                  <a:gd name="T23" fmla="*/ 999 h 999"/>
                  <a:gd name="connsiteX0" fmla="*/ 7799 w 10000"/>
                  <a:gd name="connsiteY0" fmla="*/ 10000 h 10235"/>
                  <a:gd name="connsiteX1" fmla="*/ 7690 w 10000"/>
                  <a:gd name="connsiteY1" fmla="*/ 9850 h 10235"/>
                  <a:gd name="connsiteX2" fmla="*/ 7874 w 10000"/>
                  <a:gd name="connsiteY2" fmla="*/ 9239 h 10235"/>
                  <a:gd name="connsiteX3" fmla="*/ 9825 w 10000"/>
                  <a:gd name="connsiteY3" fmla="*/ 280 h 10235"/>
                  <a:gd name="connsiteX4" fmla="*/ 137 w 10000"/>
                  <a:gd name="connsiteY4" fmla="*/ 280 h 10235"/>
                  <a:gd name="connsiteX5" fmla="*/ 132 w 10000"/>
                  <a:gd name="connsiteY5" fmla="*/ 9870 h 10235"/>
                  <a:gd name="connsiteX6" fmla="*/ 0 w 10000"/>
                  <a:gd name="connsiteY6" fmla="*/ 9870 h 10235"/>
                  <a:gd name="connsiteX7" fmla="*/ 5 w 10000"/>
                  <a:gd name="connsiteY7" fmla="*/ 0 h 10235"/>
                  <a:gd name="connsiteX8" fmla="*/ 10000 w 10000"/>
                  <a:gd name="connsiteY8" fmla="*/ 0 h 10235"/>
                  <a:gd name="connsiteX9" fmla="*/ 9976 w 10000"/>
                  <a:gd name="connsiteY9" fmla="*/ 170 h 10235"/>
                  <a:gd name="connsiteX10" fmla="*/ 7988 w 10000"/>
                  <a:gd name="connsiteY10" fmla="*/ 9389 h 10235"/>
                  <a:gd name="connsiteX11" fmla="*/ 7827 w 10000"/>
                  <a:gd name="connsiteY11" fmla="*/ 9889 h 10235"/>
                  <a:gd name="connsiteX12" fmla="*/ 7799 w 10000"/>
                  <a:gd name="connsiteY12" fmla="*/ 10000 h 10235"/>
                  <a:gd name="connsiteX0" fmla="*/ 7827 w 10000"/>
                  <a:gd name="connsiteY0" fmla="*/ 9889 h 10242"/>
                  <a:gd name="connsiteX1" fmla="*/ 7690 w 10000"/>
                  <a:gd name="connsiteY1" fmla="*/ 9850 h 10242"/>
                  <a:gd name="connsiteX2" fmla="*/ 7874 w 10000"/>
                  <a:gd name="connsiteY2" fmla="*/ 9239 h 10242"/>
                  <a:gd name="connsiteX3" fmla="*/ 9825 w 10000"/>
                  <a:gd name="connsiteY3" fmla="*/ 280 h 10242"/>
                  <a:gd name="connsiteX4" fmla="*/ 137 w 10000"/>
                  <a:gd name="connsiteY4" fmla="*/ 280 h 10242"/>
                  <a:gd name="connsiteX5" fmla="*/ 132 w 10000"/>
                  <a:gd name="connsiteY5" fmla="*/ 9870 h 10242"/>
                  <a:gd name="connsiteX6" fmla="*/ 0 w 10000"/>
                  <a:gd name="connsiteY6" fmla="*/ 9870 h 10242"/>
                  <a:gd name="connsiteX7" fmla="*/ 5 w 10000"/>
                  <a:gd name="connsiteY7" fmla="*/ 0 h 10242"/>
                  <a:gd name="connsiteX8" fmla="*/ 10000 w 10000"/>
                  <a:gd name="connsiteY8" fmla="*/ 0 h 10242"/>
                  <a:gd name="connsiteX9" fmla="*/ 9976 w 10000"/>
                  <a:gd name="connsiteY9" fmla="*/ 170 h 10242"/>
                  <a:gd name="connsiteX10" fmla="*/ 7988 w 10000"/>
                  <a:gd name="connsiteY10" fmla="*/ 9389 h 10242"/>
                  <a:gd name="connsiteX11" fmla="*/ 7827 w 10000"/>
                  <a:gd name="connsiteY11" fmla="*/ 9889 h 10242"/>
                  <a:gd name="connsiteX0" fmla="*/ 7827 w 10000"/>
                  <a:gd name="connsiteY0" fmla="*/ 9889 h 9939"/>
                  <a:gd name="connsiteX1" fmla="*/ 7690 w 10000"/>
                  <a:gd name="connsiteY1" fmla="*/ 9850 h 9939"/>
                  <a:gd name="connsiteX2" fmla="*/ 7874 w 10000"/>
                  <a:gd name="connsiteY2" fmla="*/ 9239 h 9939"/>
                  <a:gd name="connsiteX3" fmla="*/ 9825 w 10000"/>
                  <a:gd name="connsiteY3" fmla="*/ 280 h 9939"/>
                  <a:gd name="connsiteX4" fmla="*/ 137 w 10000"/>
                  <a:gd name="connsiteY4" fmla="*/ 280 h 9939"/>
                  <a:gd name="connsiteX5" fmla="*/ 132 w 10000"/>
                  <a:gd name="connsiteY5" fmla="*/ 9870 h 9939"/>
                  <a:gd name="connsiteX6" fmla="*/ 0 w 10000"/>
                  <a:gd name="connsiteY6" fmla="*/ 9870 h 9939"/>
                  <a:gd name="connsiteX7" fmla="*/ 5 w 10000"/>
                  <a:gd name="connsiteY7" fmla="*/ 0 h 9939"/>
                  <a:gd name="connsiteX8" fmla="*/ 10000 w 10000"/>
                  <a:gd name="connsiteY8" fmla="*/ 0 h 9939"/>
                  <a:gd name="connsiteX9" fmla="*/ 9976 w 10000"/>
                  <a:gd name="connsiteY9" fmla="*/ 170 h 9939"/>
                  <a:gd name="connsiteX10" fmla="*/ 7988 w 10000"/>
                  <a:gd name="connsiteY10" fmla="*/ 9389 h 9939"/>
                  <a:gd name="connsiteX11" fmla="*/ 7827 w 10000"/>
                  <a:gd name="connsiteY11" fmla="*/ 9889 h 9939"/>
                  <a:gd name="connsiteX0" fmla="*/ 7827 w 10000"/>
                  <a:gd name="connsiteY0" fmla="*/ 9950 h 9965"/>
                  <a:gd name="connsiteX1" fmla="*/ 7690 w 10000"/>
                  <a:gd name="connsiteY1" fmla="*/ 9910 h 9965"/>
                  <a:gd name="connsiteX2" fmla="*/ 7874 w 10000"/>
                  <a:gd name="connsiteY2" fmla="*/ 9296 h 9965"/>
                  <a:gd name="connsiteX3" fmla="*/ 9825 w 10000"/>
                  <a:gd name="connsiteY3" fmla="*/ 282 h 9965"/>
                  <a:gd name="connsiteX4" fmla="*/ 137 w 10000"/>
                  <a:gd name="connsiteY4" fmla="*/ 282 h 9965"/>
                  <a:gd name="connsiteX5" fmla="*/ 132 w 10000"/>
                  <a:gd name="connsiteY5" fmla="*/ 9931 h 9965"/>
                  <a:gd name="connsiteX6" fmla="*/ 0 w 10000"/>
                  <a:gd name="connsiteY6" fmla="*/ 9931 h 9965"/>
                  <a:gd name="connsiteX7" fmla="*/ 5 w 10000"/>
                  <a:gd name="connsiteY7" fmla="*/ 0 h 9965"/>
                  <a:gd name="connsiteX8" fmla="*/ 10000 w 10000"/>
                  <a:gd name="connsiteY8" fmla="*/ 0 h 9965"/>
                  <a:gd name="connsiteX9" fmla="*/ 9976 w 10000"/>
                  <a:gd name="connsiteY9" fmla="*/ 171 h 9965"/>
                  <a:gd name="connsiteX10" fmla="*/ 7988 w 10000"/>
                  <a:gd name="connsiteY10" fmla="*/ 9447 h 9965"/>
                  <a:gd name="connsiteX11" fmla="*/ 7827 w 10000"/>
                  <a:gd name="connsiteY11" fmla="*/ 9950 h 9965"/>
                  <a:gd name="connsiteX0" fmla="*/ 7827 w 10000"/>
                  <a:gd name="connsiteY0" fmla="*/ 9985 h 9996"/>
                  <a:gd name="connsiteX1" fmla="*/ 7690 w 10000"/>
                  <a:gd name="connsiteY1" fmla="*/ 9945 h 9996"/>
                  <a:gd name="connsiteX2" fmla="*/ 7874 w 10000"/>
                  <a:gd name="connsiteY2" fmla="*/ 9329 h 9996"/>
                  <a:gd name="connsiteX3" fmla="*/ 9825 w 10000"/>
                  <a:gd name="connsiteY3" fmla="*/ 283 h 9996"/>
                  <a:gd name="connsiteX4" fmla="*/ 137 w 10000"/>
                  <a:gd name="connsiteY4" fmla="*/ 283 h 9996"/>
                  <a:gd name="connsiteX5" fmla="*/ 132 w 10000"/>
                  <a:gd name="connsiteY5" fmla="*/ 9966 h 9996"/>
                  <a:gd name="connsiteX6" fmla="*/ 0 w 10000"/>
                  <a:gd name="connsiteY6" fmla="*/ 9966 h 9996"/>
                  <a:gd name="connsiteX7" fmla="*/ 5 w 10000"/>
                  <a:gd name="connsiteY7" fmla="*/ 0 h 9996"/>
                  <a:gd name="connsiteX8" fmla="*/ 10000 w 10000"/>
                  <a:gd name="connsiteY8" fmla="*/ 0 h 9996"/>
                  <a:gd name="connsiteX9" fmla="*/ 9976 w 10000"/>
                  <a:gd name="connsiteY9" fmla="*/ 172 h 9996"/>
                  <a:gd name="connsiteX10" fmla="*/ 7988 w 10000"/>
                  <a:gd name="connsiteY10" fmla="*/ 9480 h 9996"/>
                  <a:gd name="connsiteX11" fmla="*/ 7827 w 10000"/>
                  <a:gd name="connsiteY11" fmla="*/ 9985 h 9996"/>
                  <a:gd name="connsiteX0" fmla="*/ 7827 w 10000"/>
                  <a:gd name="connsiteY0" fmla="*/ 9989 h 10038"/>
                  <a:gd name="connsiteX1" fmla="*/ 7690 w 10000"/>
                  <a:gd name="connsiteY1" fmla="*/ 9949 h 10038"/>
                  <a:gd name="connsiteX2" fmla="*/ 7874 w 10000"/>
                  <a:gd name="connsiteY2" fmla="*/ 9333 h 10038"/>
                  <a:gd name="connsiteX3" fmla="*/ 9825 w 10000"/>
                  <a:gd name="connsiteY3" fmla="*/ 283 h 10038"/>
                  <a:gd name="connsiteX4" fmla="*/ 137 w 10000"/>
                  <a:gd name="connsiteY4" fmla="*/ 283 h 10038"/>
                  <a:gd name="connsiteX5" fmla="*/ 132 w 10000"/>
                  <a:gd name="connsiteY5" fmla="*/ 9970 h 10038"/>
                  <a:gd name="connsiteX6" fmla="*/ 0 w 10000"/>
                  <a:gd name="connsiteY6" fmla="*/ 9970 h 10038"/>
                  <a:gd name="connsiteX7" fmla="*/ 5 w 10000"/>
                  <a:gd name="connsiteY7" fmla="*/ 0 h 10038"/>
                  <a:gd name="connsiteX8" fmla="*/ 10000 w 10000"/>
                  <a:gd name="connsiteY8" fmla="*/ 0 h 10038"/>
                  <a:gd name="connsiteX9" fmla="*/ 9976 w 10000"/>
                  <a:gd name="connsiteY9" fmla="*/ 172 h 10038"/>
                  <a:gd name="connsiteX10" fmla="*/ 7988 w 10000"/>
                  <a:gd name="connsiteY10" fmla="*/ 9484 h 10038"/>
                  <a:gd name="connsiteX11" fmla="*/ 7827 w 10000"/>
                  <a:gd name="connsiteY11" fmla="*/ 9989 h 10038"/>
                  <a:gd name="connsiteX0" fmla="*/ 7827 w 10000"/>
                  <a:gd name="connsiteY0" fmla="*/ 9989 h 10038"/>
                  <a:gd name="connsiteX1" fmla="*/ 7690 w 10000"/>
                  <a:gd name="connsiteY1" fmla="*/ 9949 h 10038"/>
                  <a:gd name="connsiteX2" fmla="*/ 7874 w 10000"/>
                  <a:gd name="connsiteY2" fmla="*/ 9333 h 10038"/>
                  <a:gd name="connsiteX3" fmla="*/ 9825 w 10000"/>
                  <a:gd name="connsiteY3" fmla="*/ 283 h 10038"/>
                  <a:gd name="connsiteX4" fmla="*/ 137 w 10000"/>
                  <a:gd name="connsiteY4" fmla="*/ 283 h 10038"/>
                  <a:gd name="connsiteX5" fmla="*/ 132 w 10000"/>
                  <a:gd name="connsiteY5" fmla="*/ 9970 h 10038"/>
                  <a:gd name="connsiteX6" fmla="*/ 0 w 10000"/>
                  <a:gd name="connsiteY6" fmla="*/ 9970 h 10038"/>
                  <a:gd name="connsiteX7" fmla="*/ 5 w 10000"/>
                  <a:gd name="connsiteY7" fmla="*/ 0 h 10038"/>
                  <a:gd name="connsiteX8" fmla="*/ 10000 w 10000"/>
                  <a:gd name="connsiteY8" fmla="*/ 0 h 10038"/>
                  <a:gd name="connsiteX9" fmla="*/ 9976 w 10000"/>
                  <a:gd name="connsiteY9" fmla="*/ 172 h 10038"/>
                  <a:gd name="connsiteX10" fmla="*/ 7988 w 10000"/>
                  <a:gd name="connsiteY10" fmla="*/ 9484 h 10038"/>
                  <a:gd name="connsiteX11" fmla="*/ 7827 w 10000"/>
                  <a:gd name="connsiteY11" fmla="*/ 9989 h 10038"/>
                  <a:gd name="connsiteX0" fmla="*/ 7827 w 10000"/>
                  <a:gd name="connsiteY0" fmla="*/ 9989 h 9989"/>
                  <a:gd name="connsiteX1" fmla="*/ 7690 w 10000"/>
                  <a:gd name="connsiteY1" fmla="*/ 9949 h 9989"/>
                  <a:gd name="connsiteX2" fmla="*/ 7874 w 10000"/>
                  <a:gd name="connsiteY2" fmla="*/ 9333 h 9989"/>
                  <a:gd name="connsiteX3" fmla="*/ 9825 w 10000"/>
                  <a:gd name="connsiteY3" fmla="*/ 283 h 9989"/>
                  <a:gd name="connsiteX4" fmla="*/ 137 w 10000"/>
                  <a:gd name="connsiteY4" fmla="*/ 283 h 9989"/>
                  <a:gd name="connsiteX5" fmla="*/ 132 w 10000"/>
                  <a:gd name="connsiteY5" fmla="*/ 9970 h 9989"/>
                  <a:gd name="connsiteX6" fmla="*/ 0 w 10000"/>
                  <a:gd name="connsiteY6" fmla="*/ 9970 h 9989"/>
                  <a:gd name="connsiteX7" fmla="*/ 5 w 10000"/>
                  <a:gd name="connsiteY7" fmla="*/ 0 h 9989"/>
                  <a:gd name="connsiteX8" fmla="*/ 10000 w 10000"/>
                  <a:gd name="connsiteY8" fmla="*/ 0 h 9989"/>
                  <a:gd name="connsiteX9" fmla="*/ 9976 w 10000"/>
                  <a:gd name="connsiteY9" fmla="*/ 172 h 9989"/>
                  <a:gd name="connsiteX10" fmla="*/ 7988 w 10000"/>
                  <a:gd name="connsiteY10" fmla="*/ 9484 h 9989"/>
                  <a:gd name="connsiteX11" fmla="*/ 7827 w 10000"/>
                  <a:gd name="connsiteY11" fmla="*/ 9989 h 9989"/>
                  <a:gd name="connsiteX0" fmla="*/ 7827 w 10000"/>
                  <a:gd name="connsiteY0" fmla="*/ 10000 h 10000"/>
                  <a:gd name="connsiteX1" fmla="*/ 7690 w 10000"/>
                  <a:gd name="connsiteY1" fmla="*/ 9960 h 10000"/>
                  <a:gd name="connsiteX2" fmla="*/ 7874 w 10000"/>
                  <a:gd name="connsiteY2" fmla="*/ 9343 h 10000"/>
                  <a:gd name="connsiteX3" fmla="*/ 9825 w 10000"/>
                  <a:gd name="connsiteY3" fmla="*/ 283 h 10000"/>
                  <a:gd name="connsiteX4" fmla="*/ 137 w 10000"/>
                  <a:gd name="connsiteY4" fmla="*/ 283 h 10000"/>
                  <a:gd name="connsiteX5" fmla="*/ 132 w 10000"/>
                  <a:gd name="connsiteY5" fmla="*/ 9981 h 10000"/>
                  <a:gd name="connsiteX6" fmla="*/ 0 w 10000"/>
                  <a:gd name="connsiteY6" fmla="*/ 9981 h 10000"/>
                  <a:gd name="connsiteX7" fmla="*/ 5 w 10000"/>
                  <a:gd name="connsiteY7" fmla="*/ 0 h 10000"/>
                  <a:gd name="connsiteX8" fmla="*/ 10000 w 10000"/>
                  <a:gd name="connsiteY8" fmla="*/ 0 h 10000"/>
                  <a:gd name="connsiteX9" fmla="*/ 9976 w 10000"/>
                  <a:gd name="connsiteY9" fmla="*/ 172 h 10000"/>
                  <a:gd name="connsiteX10" fmla="*/ 7988 w 10000"/>
                  <a:gd name="connsiteY10" fmla="*/ 9494 h 10000"/>
                  <a:gd name="connsiteX11" fmla="*/ 7827 w 10000"/>
                  <a:gd name="connsiteY11" fmla="*/ 10000 h 10000"/>
                  <a:gd name="connsiteX0" fmla="*/ 7827 w 10000"/>
                  <a:gd name="connsiteY0" fmla="*/ 10000 h 10000"/>
                  <a:gd name="connsiteX1" fmla="*/ 7690 w 10000"/>
                  <a:gd name="connsiteY1" fmla="*/ 9960 h 10000"/>
                  <a:gd name="connsiteX2" fmla="*/ 7874 w 10000"/>
                  <a:gd name="connsiteY2" fmla="*/ 9343 h 10000"/>
                  <a:gd name="connsiteX3" fmla="*/ 9825 w 10000"/>
                  <a:gd name="connsiteY3" fmla="*/ 283 h 10000"/>
                  <a:gd name="connsiteX4" fmla="*/ 137 w 10000"/>
                  <a:gd name="connsiteY4" fmla="*/ 283 h 10000"/>
                  <a:gd name="connsiteX5" fmla="*/ 132 w 10000"/>
                  <a:gd name="connsiteY5" fmla="*/ 9981 h 10000"/>
                  <a:gd name="connsiteX6" fmla="*/ 0 w 10000"/>
                  <a:gd name="connsiteY6" fmla="*/ 9981 h 10000"/>
                  <a:gd name="connsiteX7" fmla="*/ 5 w 10000"/>
                  <a:gd name="connsiteY7" fmla="*/ 0 h 10000"/>
                  <a:gd name="connsiteX8" fmla="*/ 10000 w 10000"/>
                  <a:gd name="connsiteY8" fmla="*/ 0 h 10000"/>
                  <a:gd name="connsiteX9" fmla="*/ 9976 w 10000"/>
                  <a:gd name="connsiteY9" fmla="*/ 172 h 10000"/>
                  <a:gd name="connsiteX10" fmla="*/ 7988 w 10000"/>
                  <a:gd name="connsiteY10" fmla="*/ 9494 h 10000"/>
                  <a:gd name="connsiteX11" fmla="*/ 7827 w 10000"/>
                  <a:gd name="connsiteY11" fmla="*/ 10000 h 10000"/>
                  <a:gd name="connsiteX0" fmla="*/ 7827 w 10000"/>
                  <a:gd name="connsiteY0" fmla="*/ 10000 h 10225"/>
                  <a:gd name="connsiteX1" fmla="*/ 7680 w 10000"/>
                  <a:gd name="connsiteY1" fmla="*/ 9949 h 10225"/>
                  <a:gd name="connsiteX2" fmla="*/ 7874 w 10000"/>
                  <a:gd name="connsiteY2" fmla="*/ 9343 h 10225"/>
                  <a:gd name="connsiteX3" fmla="*/ 9825 w 10000"/>
                  <a:gd name="connsiteY3" fmla="*/ 283 h 10225"/>
                  <a:gd name="connsiteX4" fmla="*/ 137 w 10000"/>
                  <a:gd name="connsiteY4" fmla="*/ 283 h 10225"/>
                  <a:gd name="connsiteX5" fmla="*/ 132 w 10000"/>
                  <a:gd name="connsiteY5" fmla="*/ 9981 h 10225"/>
                  <a:gd name="connsiteX6" fmla="*/ 0 w 10000"/>
                  <a:gd name="connsiteY6" fmla="*/ 9981 h 10225"/>
                  <a:gd name="connsiteX7" fmla="*/ 5 w 10000"/>
                  <a:gd name="connsiteY7" fmla="*/ 0 h 10225"/>
                  <a:gd name="connsiteX8" fmla="*/ 10000 w 10000"/>
                  <a:gd name="connsiteY8" fmla="*/ 0 h 10225"/>
                  <a:gd name="connsiteX9" fmla="*/ 9976 w 10000"/>
                  <a:gd name="connsiteY9" fmla="*/ 172 h 10225"/>
                  <a:gd name="connsiteX10" fmla="*/ 7988 w 10000"/>
                  <a:gd name="connsiteY10" fmla="*/ 9494 h 10225"/>
                  <a:gd name="connsiteX11" fmla="*/ 7827 w 10000"/>
                  <a:gd name="connsiteY11" fmla="*/ 10000 h 10225"/>
                  <a:gd name="connsiteX0" fmla="*/ 7827 w 10000"/>
                  <a:gd name="connsiteY0" fmla="*/ 10000 h 10103"/>
                  <a:gd name="connsiteX1" fmla="*/ 7680 w 10000"/>
                  <a:gd name="connsiteY1" fmla="*/ 9949 h 10103"/>
                  <a:gd name="connsiteX2" fmla="*/ 7874 w 10000"/>
                  <a:gd name="connsiteY2" fmla="*/ 9343 h 10103"/>
                  <a:gd name="connsiteX3" fmla="*/ 9825 w 10000"/>
                  <a:gd name="connsiteY3" fmla="*/ 283 h 10103"/>
                  <a:gd name="connsiteX4" fmla="*/ 137 w 10000"/>
                  <a:gd name="connsiteY4" fmla="*/ 283 h 10103"/>
                  <a:gd name="connsiteX5" fmla="*/ 132 w 10000"/>
                  <a:gd name="connsiteY5" fmla="*/ 9981 h 10103"/>
                  <a:gd name="connsiteX6" fmla="*/ 0 w 10000"/>
                  <a:gd name="connsiteY6" fmla="*/ 9981 h 10103"/>
                  <a:gd name="connsiteX7" fmla="*/ 5 w 10000"/>
                  <a:gd name="connsiteY7" fmla="*/ 0 h 10103"/>
                  <a:gd name="connsiteX8" fmla="*/ 10000 w 10000"/>
                  <a:gd name="connsiteY8" fmla="*/ 0 h 10103"/>
                  <a:gd name="connsiteX9" fmla="*/ 9976 w 10000"/>
                  <a:gd name="connsiteY9" fmla="*/ 172 h 10103"/>
                  <a:gd name="connsiteX10" fmla="*/ 7988 w 10000"/>
                  <a:gd name="connsiteY10" fmla="*/ 9494 h 10103"/>
                  <a:gd name="connsiteX11" fmla="*/ 7827 w 10000"/>
                  <a:gd name="connsiteY11" fmla="*/ 10000 h 10103"/>
                  <a:gd name="connsiteX0" fmla="*/ 7827 w 10000"/>
                  <a:gd name="connsiteY0" fmla="*/ 10000 h 10103"/>
                  <a:gd name="connsiteX1" fmla="*/ 7680 w 10000"/>
                  <a:gd name="connsiteY1" fmla="*/ 9949 h 10103"/>
                  <a:gd name="connsiteX2" fmla="*/ 7874 w 10000"/>
                  <a:gd name="connsiteY2" fmla="*/ 9343 h 10103"/>
                  <a:gd name="connsiteX3" fmla="*/ 9825 w 10000"/>
                  <a:gd name="connsiteY3" fmla="*/ 283 h 10103"/>
                  <a:gd name="connsiteX4" fmla="*/ 137 w 10000"/>
                  <a:gd name="connsiteY4" fmla="*/ 283 h 10103"/>
                  <a:gd name="connsiteX5" fmla="*/ 132 w 10000"/>
                  <a:gd name="connsiteY5" fmla="*/ 9981 h 10103"/>
                  <a:gd name="connsiteX6" fmla="*/ 0 w 10000"/>
                  <a:gd name="connsiteY6" fmla="*/ 9981 h 10103"/>
                  <a:gd name="connsiteX7" fmla="*/ 5 w 10000"/>
                  <a:gd name="connsiteY7" fmla="*/ 0 h 10103"/>
                  <a:gd name="connsiteX8" fmla="*/ 10000 w 10000"/>
                  <a:gd name="connsiteY8" fmla="*/ 0 h 10103"/>
                  <a:gd name="connsiteX9" fmla="*/ 9976 w 10000"/>
                  <a:gd name="connsiteY9" fmla="*/ 172 h 10103"/>
                  <a:gd name="connsiteX10" fmla="*/ 7988 w 10000"/>
                  <a:gd name="connsiteY10" fmla="*/ 9494 h 10103"/>
                  <a:gd name="connsiteX11" fmla="*/ 7827 w 10000"/>
                  <a:gd name="connsiteY11" fmla="*/ 10000 h 10103"/>
                  <a:gd name="connsiteX0" fmla="*/ 7827 w 10000"/>
                  <a:gd name="connsiteY0" fmla="*/ 10000 h 10275"/>
                  <a:gd name="connsiteX1" fmla="*/ 7874 w 10000"/>
                  <a:gd name="connsiteY1" fmla="*/ 9343 h 10275"/>
                  <a:gd name="connsiteX2" fmla="*/ 9825 w 10000"/>
                  <a:gd name="connsiteY2" fmla="*/ 283 h 10275"/>
                  <a:gd name="connsiteX3" fmla="*/ 137 w 10000"/>
                  <a:gd name="connsiteY3" fmla="*/ 283 h 10275"/>
                  <a:gd name="connsiteX4" fmla="*/ 132 w 10000"/>
                  <a:gd name="connsiteY4" fmla="*/ 9981 h 10275"/>
                  <a:gd name="connsiteX5" fmla="*/ 0 w 10000"/>
                  <a:gd name="connsiteY5" fmla="*/ 9981 h 10275"/>
                  <a:gd name="connsiteX6" fmla="*/ 5 w 10000"/>
                  <a:gd name="connsiteY6" fmla="*/ 0 h 10275"/>
                  <a:gd name="connsiteX7" fmla="*/ 10000 w 10000"/>
                  <a:gd name="connsiteY7" fmla="*/ 0 h 10275"/>
                  <a:gd name="connsiteX8" fmla="*/ 9976 w 10000"/>
                  <a:gd name="connsiteY8" fmla="*/ 172 h 10275"/>
                  <a:gd name="connsiteX9" fmla="*/ 7988 w 10000"/>
                  <a:gd name="connsiteY9" fmla="*/ 9494 h 10275"/>
                  <a:gd name="connsiteX10" fmla="*/ 7827 w 10000"/>
                  <a:gd name="connsiteY10" fmla="*/ 10000 h 10275"/>
                  <a:gd name="connsiteX0" fmla="*/ 7827 w 10000"/>
                  <a:gd name="connsiteY0" fmla="*/ 10000 h 10108"/>
                  <a:gd name="connsiteX1" fmla="*/ 7802 w 10000"/>
                  <a:gd name="connsiteY1" fmla="*/ 9679 h 10108"/>
                  <a:gd name="connsiteX2" fmla="*/ 7874 w 10000"/>
                  <a:gd name="connsiteY2" fmla="*/ 9343 h 10108"/>
                  <a:gd name="connsiteX3" fmla="*/ 9825 w 10000"/>
                  <a:gd name="connsiteY3" fmla="*/ 283 h 10108"/>
                  <a:gd name="connsiteX4" fmla="*/ 137 w 10000"/>
                  <a:gd name="connsiteY4" fmla="*/ 283 h 10108"/>
                  <a:gd name="connsiteX5" fmla="*/ 132 w 10000"/>
                  <a:gd name="connsiteY5" fmla="*/ 9981 h 10108"/>
                  <a:gd name="connsiteX6" fmla="*/ 0 w 10000"/>
                  <a:gd name="connsiteY6" fmla="*/ 9981 h 10108"/>
                  <a:gd name="connsiteX7" fmla="*/ 5 w 10000"/>
                  <a:gd name="connsiteY7" fmla="*/ 0 h 10108"/>
                  <a:gd name="connsiteX8" fmla="*/ 10000 w 10000"/>
                  <a:gd name="connsiteY8" fmla="*/ 0 h 10108"/>
                  <a:gd name="connsiteX9" fmla="*/ 9976 w 10000"/>
                  <a:gd name="connsiteY9" fmla="*/ 172 h 10108"/>
                  <a:gd name="connsiteX10" fmla="*/ 7988 w 10000"/>
                  <a:gd name="connsiteY10" fmla="*/ 9494 h 10108"/>
                  <a:gd name="connsiteX11" fmla="*/ 7827 w 10000"/>
                  <a:gd name="connsiteY11" fmla="*/ 10000 h 10108"/>
                  <a:gd name="connsiteX0" fmla="*/ 7827 w 10000"/>
                  <a:gd name="connsiteY0" fmla="*/ 10000 h 10222"/>
                  <a:gd name="connsiteX1" fmla="*/ 7708 w 10000"/>
                  <a:gd name="connsiteY1" fmla="*/ 9947 h 10222"/>
                  <a:gd name="connsiteX2" fmla="*/ 7874 w 10000"/>
                  <a:gd name="connsiteY2" fmla="*/ 9343 h 10222"/>
                  <a:gd name="connsiteX3" fmla="*/ 9825 w 10000"/>
                  <a:gd name="connsiteY3" fmla="*/ 283 h 10222"/>
                  <a:gd name="connsiteX4" fmla="*/ 137 w 10000"/>
                  <a:gd name="connsiteY4" fmla="*/ 283 h 10222"/>
                  <a:gd name="connsiteX5" fmla="*/ 132 w 10000"/>
                  <a:gd name="connsiteY5" fmla="*/ 9981 h 10222"/>
                  <a:gd name="connsiteX6" fmla="*/ 0 w 10000"/>
                  <a:gd name="connsiteY6" fmla="*/ 9981 h 10222"/>
                  <a:gd name="connsiteX7" fmla="*/ 5 w 10000"/>
                  <a:gd name="connsiteY7" fmla="*/ 0 h 10222"/>
                  <a:gd name="connsiteX8" fmla="*/ 10000 w 10000"/>
                  <a:gd name="connsiteY8" fmla="*/ 0 h 10222"/>
                  <a:gd name="connsiteX9" fmla="*/ 9976 w 10000"/>
                  <a:gd name="connsiteY9" fmla="*/ 172 h 10222"/>
                  <a:gd name="connsiteX10" fmla="*/ 7988 w 10000"/>
                  <a:gd name="connsiteY10" fmla="*/ 9494 h 10222"/>
                  <a:gd name="connsiteX11" fmla="*/ 7827 w 10000"/>
                  <a:gd name="connsiteY11" fmla="*/ 10000 h 10222"/>
                  <a:gd name="connsiteX0" fmla="*/ 7827 w 10000"/>
                  <a:gd name="connsiteY0" fmla="*/ 10000 h 10222"/>
                  <a:gd name="connsiteX1" fmla="*/ 7708 w 10000"/>
                  <a:gd name="connsiteY1" fmla="*/ 9947 h 10222"/>
                  <a:gd name="connsiteX2" fmla="*/ 7874 w 10000"/>
                  <a:gd name="connsiteY2" fmla="*/ 9343 h 10222"/>
                  <a:gd name="connsiteX3" fmla="*/ 9825 w 10000"/>
                  <a:gd name="connsiteY3" fmla="*/ 283 h 10222"/>
                  <a:gd name="connsiteX4" fmla="*/ 137 w 10000"/>
                  <a:gd name="connsiteY4" fmla="*/ 283 h 10222"/>
                  <a:gd name="connsiteX5" fmla="*/ 132 w 10000"/>
                  <a:gd name="connsiteY5" fmla="*/ 9981 h 10222"/>
                  <a:gd name="connsiteX6" fmla="*/ 0 w 10000"/>
                  <a:gd name="connsiteY6" fmla="*/ 9981 h 10222"/>
                  <a:gd name="connsiteX7" fmla="*/ 5 w 10000"/>
                  <a:gd name="connsiteY7" fmla="*/ 0 h 10222"/>
                  <a:gd name="connsiteX8" fmla="*/ 10000 w 10000"/>
                  <a:gd name="connsiteY8" fmla="*/ 0 h 10222"/>
                  <a:gd name="connsiteX9" fmla="*/ 9976 w 10000"/>
                  <a:gd name="connsiteY9" fmla="*/ 172 h 10222"/>
                  <a:gd name="connsiteX10" fmla="*/ 7988 w 10000"/>
                  <a:gd name="connsiteY10" fmla="*/ 9494 h 10222"/>
                  <a:gd name="connsiteX11" fmla="*/ 7827 w 10000"/>
                  <a:gd name="connsiteY11" fmla="*/ 10000 h 10222"/>
                  <a:gd name="connsiteX0" fmla="*/ 7827 w 10000"/>
                  <a:gd name="connsiteY0" fmla="*/ 10000 h 10274"/>
                  <a:gd name="connsiteX1" fmla="*/ 7331 w 10000"/>
                  <a:gd name="connsiteY1" fmla="*/ 10054 h 10274"/>
                  <a:gd name="connsiteX2" fmla="*/ 7874 w 10000"/>
                  <a:gd name="connsiteY2" fmla="*/ 9343 h 10274"/>
                  <a:gd name="connsiteX3" fmla="*/ 9825 w 10000"/>
                  <a:gd name="connsiteY3" fmla="*/ 283 h 10274"/>
                  <a:gd name="connsiteX4" fmla="*/ 137 w 10000"/>
                  <a:gd name="connsiteY4" fmla="*/ 283 h 10274"/>
                  <a:gd name="connsiteX5" fmla="*/ 132 w 10000"/>
                  <a:gd name="connsiteY5" fmla="*/ 9981 h 10274"/>
                  <a:gd name="connsiteX6" fmla="*/ 0 w 10000"/>
                  <a:gd name="connsiteY6" fmla="*/ 9981 h 10274"/>
                  <a:gd name="connsiteX7" fmla="*/ 5 w 10000"/>
                  <a:gd name="connsiteY7" fmla="*/ 0 h 10274"/>
                  <a:gd name="connsiteX8" fmla="*/ 10000 w 10000"/>
                  <a:gd name="connsiteY8" fmla="*/ 0 h 10274"/>
                  <a:gd name="connsiteX9" fmla="*/ 9976 w 10000"/>
                  <a:gd name="connsiteY9" fmla="*/ 172 h 10274"/>
                  <a:gd name="connsiteX10" fmla="*/ 7988 w 10000"/>
                  <a:gd name="connsiteY10" fmla="*/ 9494 h 10274"/>
                  <a:gd name="connsiteX11" fmla="*/ 7827 w 10000"/>
                  <a:gd name="connsiteY11" fmla="*/ 10000 h 10274"/>
                  <a:gd name="connsiteX0" fmla="*/ 7827 w 10000"/>
                  <a:gd name="connsiteY0" fmla="*/ 10000 h 10347"/>
                  <a:gd name="connsiteX1" fmla="*/ 7331 w 10000"/>
                  <a:gd name="connsiteY1" fmla="*/ 10054 h 10347"/>
                  <a:gd name="connsiteX2" fmla="*/ 7874 w 10000"/>
                  <a:gd name="connsiteY2" fmla="*/ 9343 h 10347"/>
                  <a:gd name="connsiteX3" fmla="*/ 9825 w 10000"/>
                  <a:gd name="connsiteY3" fmla="*/ 283 h 10347"/>
                  <a:gd name="connsiteX4" fmla="*/ 137 w 10000"/>
                  <a:gd name="connsiteY4" fmla="*/ 283 h 10347"/>
                  <a:gd name="connsiteX5" fmla="*/ 132 w 10000"/>
                  <a:gd name="connsiteY5" fmla="*/ 9981 h 10347"/>
                  <a:gd name="connsiteX6" fmla="*/ 0 w 10000"/>
                  <a:gd name="connsiteY6" fmla="*/ 9981 h 10347"/>
                  <a:gd name="connsiteX7" fmla="*/ 5 w 10000"/>
                  <a:gd name="connsiteY7" fmla="*/ 0 h 10347"/>
                  <a:gd name="connsiteX8" fmla="*/ 10000 w 10000"/>
                  <a:gd name="connsiteY8" fmla="*/ 0 h 10347"/>
                  <a:gd name="connsiteX9" fmla="*/ 9976 w 10000"/>
                  <a:gd name="connsiteY9" fmla="*/ 172 h 10347"/>
                  <a:gd name="connsiteX10" fmla="*/ 7988 w 10000"/>
                  <a:gd name="connsiteY10" fmla="*/ 9494 h 10347"/>
                  <a:gd name="connsiteX11" fmla="*/ 7827 w 10000"/>
                  <a:gd name="connsiteY11" fmla="*/ 10000 h 10347"/>
                  <a:gd name="connsiteX0" fmla="*/ 7827 w 10000"/>
                  <a:gd name="connsiteY0" fmla="*/ 10000 h 10347"/>
                  <a:gd name="connsiteX1" fmla="*/ 7331 w 10000"/>
                  <a:gd name="connsiteY1" fmla="*/ 10054 h 10347"/>
                  <a:gd name="connsiteX2" fmla="*/ 7874 w 10000"/>
                  <a:gd name="connsiteY2" fmla="*/ 9343 h 10347"/>
                  <a:gd name="connsiteX3" fmla="*/ 9825 w 10000"/>
                  <a:gd name="connsiteY3" fmla="*/ 283 h 10347"/>
                  <a:gd name="connsiteX4" fmla="*/ 137 w 10000"/>
                  <a:gd name="connsiteY4" fmla="*/ 283 h 10347"/>
                  <a:gd name="connsiteX5" fmla="*/ 132 w 10000"/>
                  <a:gd name="connsiteY5" fmla="*/ 9981 h 10347"/>
                  <a:gd name="connsiteX6" fmla="*/ 0 w 10000"/>
                  <a:gd name="connsiteY6" fmla="*/ 9981 h 10347"/>
                  <a:gd name="connsiteX7" fmla="*/ 5 w 10000"/>
                  <a:gd name="connsiteY7" fmla="*/ 0 h 10347"/>
                  <a:gd name="connsiteX8" fmla="*/ 10000 w 10000"/>
                  <a:gd name="connsiteY8" fmla="*/ 0 h 10347"/>
                  <a:gd name="connsiteX9" fmla="*/ 9976 w 10000"/>
                  <a:gd name="connsiteY9" fmla="*/ 172 h 10347"/>
                  <a:gd name="connsiteX10" fmla="*/ 7988 w 10000"/>
                  <a:gd name="connsiteY10" fmla="*/ 9494 h 10347"/>
                  <a:gd name="connsiteX11" fmla="*/ 7827 w 10000"/>
                  <a:gd name="connsiteY11" fmla="*/ 10000 h 10347"/>
                  <a:gd name="connsiteX0" fmla="*/ 7827 w 10000"/>
                  <a:gd name="connsiteY0" fmla="*/ 10000 h 10347"/>
                  <a:gd name="connsiteX1" fmla="*/ 7331 w 10000"/>
                  <a:gd name="connsiteY1" fmla="*/ 10054 h 10347"/>
                  <a:gd name="connsiteX2" fmla="*/ 7874 w 10000"/>
                  <a:gd name="connsiteY2" fmla="*/ 9343 h 10347"/>
                  <a:gd name="connsiteX3" fmla="*/ 9825 w 10000"/>
                  <a:gd name="connsiteY3" fmla="*/ 283 h 10347"/>
                  <a:gd name="connsiteX4" fmla="*/ 137 w 10000"/>
                  <a:gd name="connsiteY4" fmla="*/ 283 h 10347"/>
                  <a:gd name="connsiteX5" fmla="*/ 132 w 10000"/>
                  <a:gd name="connsiteY5" fmla="*/ 9981 h 10347"/>
                  <a:gd name="connsiteX6" fmla="*/ 0 w 10000"/>
                  <a:gd name="connsiteY6" fmla="*/ 9981 h 10347"/>
                  <a:gd name="connsiteX7" fmla="*/ 5 w 10000"/>
                  <a:gd name="connsiteY7" fmla="*/ 0 h 10347"/>
                  <a:gd name="connsiteX8" fmla="*/ 10000 w 10000"/>
                  <a:gd name="connsiteY8" fmla="*/ 0 h 10347"/>
                  <a:gd name="connsiteX9" fmla="*/ 9976 w 10000"/>
                  <a:gd name="connsiteY9" fmla="*/ 172 h 10347"/>
                  <a:gd name="connsiteX10" fmla="*/ 7988 w 10000"/>
                  <a:gd name="connsiteY10" fmla="*/ 9494 h 10347"/>
                  <a:gd name="connsiteX11" fmla="*/ 7827 w 10000"/>
                  <a:gd name="connsiteY11" fmla="*/ 10000 h 10347"/>
                  <a:gd name="connsiteX0" fmla="*/ 7827 w 10000"/>
                  <a:gd name="connsiteY0" fmla="*/ 10000 h 10307"/>
                  <a:gd name="connsiteX1" fmla="*/ 7549 w 10000"/>
                  <a:gd name="connsiteY1" fmla="*/ 10000 h 10307"/>
                  <a:gd name="connsiteX2" fmla="*/ 7874 w 10000"/>
                  <a:gd name="connsiteY2" fmla="*/ 9343 h 10307"/>
                  <a:gd name="connsiteX3" fmla="*/ 9825 w 10000"/>
                  <a:gd name="connsiteY3" fmla="*/ 283 h 10307"/>
                  <a:gd name="connsiteX4" fmla="*/ 137 w 10000"/>
                  <a:gd name="connsiteY4" fmla="*/ 283 h 10307"/>
                  <a:gd name="connsiteX5" fmla="*/ 132 w 10000"/>
                  <a:gd name="connsiteY5" fmla="*/ 9981 h 10307"/>
                  <a:gd name="connsiteX6" fmla="*/ 0 w 10000"/>
                  <a:gd name="connsiteY6" fmla="*/ 9981 h 10307"/>
                  <a:gd name="connsiteX7" fmla="*/ 5 w 10000"/>
                  <a:gd name="connsiteY7" fmla="*/ 0 h 10307"/>
                  <a:gd name="connsiteX8" fmla="*/ 10000 w 10000"/>
                  <a:gd name="connsiteY8" fmla="*/ 0 h 10307"/>
                  <a:gd name="connsiteX9" fmla="*/ 9976 w 10000"/>
                  <a:gd name="connsiteY9" fmla="*/ 172 h 10307"/>
                  <a:gd name="connsiteX10" fmla="*/ 7988 w 10000"/>
                  <a:gd name="connsiteY10" fmla="*/ 9494 h 10307"/>
                  <a:gd name="connsiteX11" fmla="*/ 7827 w 10000"/>
                  <a:gd name="connsiteY11" fmla="*/ 10000 h 10307"/>
                  <a:gd name="connsiteX0" fmla="*/ 7827 w 10000"/>
                  <a:gd name="connsiteY0" fmla="*/ 10000 h 10307"/>
                  <a:gd name="connsiteX1" fmla="*/ 7549 w 10000"/>
                  <a:gd name="connsiteY1" fmla="*/ 10000 h 10307"/>
                  <a:gd name="connsiteX2" fmla="*/ 7874 w 10000"/>
                  <a:gd name="connsiteY2" fmla="*/ 9343 h 10307"/>
                  <a:gd name="connsiteX3" fmla="*/ 9825 w 10000"/>
                  <a:gd name="connsiteY3" fmla="*/ 283 h 10307"/>
                  <a:gd name="connsiteX4" fmla="*/ 137 w 10000"/>
                  <a:gd name="connsiteY4" fmla="*/ 283 h 10307"/>
                  <a:gd name="connsiteX5" fmla="*/ 132 w 10000"/>
                  <a:gd name="connsiteY5" fmla="*/ 9981 h 10307"/>
                  <a:gd name="connsiteX6" fmla="*/ 0 w 10000"/>
                  <a:gd name="connsiteY6" fmla="*/ 9981 h 10307"/>
                  <a:gd name="connsiteX7" fmla="*/ 5 w 10000"/>
                  <a:gd name="connsiteY7" fmla="*/ 0 h 10307"/>
                  <a:gd name="connsiteX8" fmla="*/ 10000 w 10000"/>
                  <a:gd name="connsiteY8" fmla="*/ 0 h 10307"/>
                  <a:gd name="connsiteX9" fmla="*/ 9976 w 10000"/>
                  <a:gd name="connsiteY9" fmla="*/ 172 h 10307"/>
                  <a:gd name="connsiteX10" fmla="*/ 7988 w 10000"/>
                  <a:gd name="connsiteY10" fmla="*/ 9494 h 10307"/>
                  <a:gd name="connsiteX11" fmla="*/ 7827 w 10000"/>
                  <a:gd name="connsiteY11" fmla="*/ 10000 h 10307"/>
                  <a:gd name="connsiteX0" fmla="*/ 7827 w 10000"/>
                  <a:gd name="connsiteY0" fmla="*/ 10000 h 10206"/>
                  <a:gd name="connsiteX1" fmla="*/ 7549 w 10000"/>
                  <a:gd name="connsiteY1" fmla="*/ 10000 h 10206"/>
                  <a:gd name="connsiteX2" fmla="*/ 7874 w 10000"/>
                  <a:gd name="connsiteY2" fmla="*/ 9343 h 10206"/>
                  <a:gd name="connsiteX3" fmla="*/ 9825 w 10000"/>
                  <a:gd name="connsiteY3" fmla="*/ 283 h 10206"/>
                  <a:gd name="connsiteX4" fmla="*/ 137 w 10000"/>
                  <a:gd name="connsiteY4" fmla="*/ 283 h 10206"/>
                  <a:gd name="connsiteX5" fmla="*/ 132 w 10000"/>
                  <a:gd name="connsiteY5" fmla="*/ 9981 h 10206"/>
                  <a:gd name="connsiteX6" fmla="*/ 0 w 10000"/>
                  <a:gd name="connsiteY6" fmla="*/ 9981 h 10206"/>
                  <a:gd name="connsiteX7" fmla="*/ 5 w 10000"/>
                  <a:gd name="connsiteY7" fmla="*/ 0 h 10206"/>
                  <a:gd name="connsiteX8" fmla="*/ 10000 w 10000"/>
                  <a:gd name="connsiteY8" fmla="*/ 0 h 10206"/>
                  <a:gd name="connsiteX9" fmla="*/ 9976 w 10000"/>
                  <a:gd name="connsiteY9" fmla="*/ 172 h 10206"/>
                  <a:gd name="connsiteX10" fmla="*/ 7988 w 10000"/>
                  <a:gd name="connsiteY10" fmla="*/ 9494 h 10206"/>
                  <a:gd name="connsiteX11" fmla="*/ 7827 w 10000"/>
                  <a:gd name="connsiteY11" fmla="*/ 10000 h 10206"/>
                  <a:gd name="connsiteX0" fmla="*/ 7827 w 10000"/>
                  <a:gd name="connsiteY0" fmla="*/ 10000 h 10202"/>
                  <a:gd name="connsiteX1" fmla="*/ 7693 w 10000"/>
                  <a:gd name="connsiteY1" fmla="*/ 9989 h 10202"/>
                  <a:gd name="connsiteX2" fmla="*/ 7874 w 10000"/>
                  <a:gd name="connsiteY2" fmla="*/ 9343 h 10202"/>
                  <a:gd name="connsiteX3" fmla="*/ 9825 w 10000"/>
                  <a:gd name="connsiteY3" fmla="*/ 283 h 10202"/>
                  <a:gd name="connsiteX4" fmla="*/ 137 w 10000"/>
                  <a:gd name="connsiteY4" fmla="*/ 283 h 10202"/>
                  <a:gd name="connsiteX5" fmla="*/ 132 w 10000"/>
                  <a:gd name="connsiteY5" fmla="*/ 9981 h 10202"/>
                  <a:gd name="connsiteX6" fmla="*/ 0 w 10000"/>
                  <a:gd name="connsiteY6" fmla="*/ 9981 h 10202"/>
                  <a:gd name="connsiteX7" fmla="*/ 5 w 10000"/>
                  <a:gd name="connsiteY7" fmla="*/ 0 h 10202"/>
                  <a:gd name="connsiteX8" fmla="*/ 10000 w 10000"/>
                  <a:gd name="connsiteY8" fmla="*/ 0 h 10202"/>
                  <a:gd name="connsiteX9" fmla="*/ 9976 w 10000"/>
                  <a:gd name="connsiteY9" fmla="*/ 172 h 10202"/>
                  <a:gd name="connsiteX10" fmla="*/ 7988 w 10000"/>
                  <a:gd name="connsiteY10" fmla="*/ 9494 h 10202"/>
                  <a:gd name="connsiteX11" fmla="*/ 7827 w 10000"/>
                  <a:gd name="connsiteY11" fmla="*/ 10000 h 10202"/>
                  <a:gd name="connsiteX0" fmla="*/ 7827 w 10000"/>
                  <a:gd name="connsiteY0" fmla="*/ 10000 h 10011"/>
                  <a:gd name="connsiteX1" fmla="*/ 7693 w 10000"/>
                  <a:gd name="connsiteY1" fmla="*/ 9989 h 10011"/>
                  <a:gd name="connsiteX2" fmla="*/ 7874 w 10000"/>
                  <a:gd name="connsiteY2" fmla="*/ 9343 h 10011"/>
                  <a:gd name="connsiteX3" fmla="*/ 9825 w 10000"/>
                  <a:gd name="connsiteY3" fmla="*/ 283 h 10011"/>
                  <a:gd name="connsiteX4" fmla="*/ 137 w 10000"/>
                  <a:gd name="connsiteY4" fmla="*/ 283 h 10011"/>
                  <a:gd name="connsiteX5" fmla="*/ 132 w 10000"/>
                  <a:gd name="connsiteY5" fmla="*/ 9981 h 10011"/>
                  <a:gd name="connsiteX6" fmla="*/ 0 w 10000"/>
                  <a:gd name="connsiteY6" fmla="*/ 9981 h 10011"/>
                  <a:gd name="connsiteX7" fmla="*/ 5 w 10000"/>
                  <a:gd name="connsiteY7" fmla="*/ 0 h 10011"/>
                  <a:gd name="connsiteX8" fmla="*/ 10000 w 10000"/>
                  <a:gd name="connsiteY8" fmla="*/ 0 h 10011"/>
                  <a:gd name="connsiteX9" fmla="*/ 9976 w 10000"/>
                  <a:gd name="connsiteY9" fmla="*/ 172 h 10011"/>
                  <a:gd name="connsiteX10" fmla="*/ 7988 w 10000"/>
                  <a:gd name="connsiteY10" fmla="*/ 9494 h 10011"/>
                  <a:gd name="connsiteX11" fmla="*/ 7827 w 10000"/>
                  <a:gd name="connsiteY11" fmla="*/ 10000 h 10011"/>
                  <a:gd name="connsiteX0" fmla="*/ 7827 w 10000"/>
                  <a:gd name="connsiteY0" fmla="*/ 10000 h 10011"/>
                  <a:gd name="connsiteX1" fmla="*/ 7693 w 10000"/>
                  <a:gd name="connsiteY1" fmla="*/ 9989 h 10011"/>
                  <a:gd name="connsiteX2" fmla="*/ 7874 w 10000"/>
                  <a:gd name="connsiteY2" fmla="*/ 9343 h 10011"/>
                  <a:gd name="connsiteX3" fmla="*/ 9825 w 10000"/>
                  <a:gd name="connsiteY3" fmla="*/ 283 h 10011"/>
                  <a:gd name="connsiteX4" fmla="*/ 137 w 10000"/>
                  <a:gd name="connsiteY4" fmla="*/ 283 h 10011"/>
                  <a:gd name="connsiteX5" fmla="*/ 132 w 10000"/>
                  <a:gd name="connsiteY5" fmla="*/ 9981 h 10011"/>
                  <a:gd name="connsiteX6" fmla="*/ 0 w 10000"/>
                  <a:gd name="connsiteY6" fmla="*/ 9981 h 10011"/>
                  <a:gd name="connsiteX7" fmla="*/ 5 w 10000"/>
                  <a:gd name="connsiteY7" fmla="*/ 0 h 10011"/>
                  <a:gd name="connsiteX8" fmla="*/ 10000 w 10000"/>
                  <a:gd name="connsiteY8" fmla="*/ 0 h 10011"/>
                  <a:gd name="connsiteX9" fmla="*/ 9976 w 10000"/>
                  <a:gd name="connsiteY9" fmla="*/ 172 h 10011"/>
                  <a:gd name="connsiteX10" fmla="*/ 7988 w 10000"/>
                  <a:gd name="connsiteY10" fmla="*/ 9494 h 10011"/>
                  <a:gd name="connsiteX11" fmla="*/ 7827 w 10000"/>
                  <a:gd name="connsiteY11" fmla="*/ 10000 h 10011"/>
                  <a:gd name="connsiteX0" fmla="*/ 7827 w 10000"/>
                  <a:gd name="connsiteY0" fmla="*/ 10000 h 10011"/>
                  <a:gd name="connsiteX1" fmla="*/ 7693 w 10000"/>
                  <a:gd name="connsiteY1" fmla="*/ 9989 h 10011"/>
                  <a:gd name="connsiteX2" fmla="*/ 7874 w 10000"/>
                  <a:gd name="connsiteY2" fmla="*/ 9343 h 10011"/>
                  <a:gd name="connsiteX3" fmla="*/ 9825 w 10000"/>
                  <a:gd name="connsiteY3" fmla="*/ 283 h 10011"/>
                  <a:gd name="connsiteX4" fmla="*/ 137 w 10000"/>
                  <a:gd name="connsiteY4" fmla="*/ 283 h 10011"/>
                  <a:gd name="connsiteX5" fmla="*/ 132 w 10000"/>
                  <a:gd name="connsiteY5" fmla="*/ 9981 h 10011"/>
                  <a:gd name="connsiteX6" fmla="*/ 0 w 10000"/>
                  <a:gd name="connsiteY6" fmla="*/ 9981 h 10011"/>
                  <a:gd name="connsiteX7" fmla="*/ 5 w 10000"/>
                  <a:gd name="connsiteY7" fmla="*/ 0 h 10011"/>
                  <a:gd name="connsiteX8" fmla="*/ 10000 w 10000"/>
                  <a:gd name="connsiteY8" fmla="*/ 0 h 10011"/>
                  <a:gd name="connsiteX9" fmla="*/ 9976 w 10000"/>
                  <a:gd name="connsiteY9" fmla="*/ 172 h 10011"/>
                  <a:gd name="connsiteX10" fmla="*/ 7988 w 10000"/>
                  <a:gd name="connsiteY10" fmla="*/ 9494 h 10011"/>
                  <a:gd name="connsiteX11" fmla="*/ 7827 w 10000"/>
                  <a:gd name="connsiteY11" fmla="*/ 10000 h 10011"/>
                  <a:gd name="connsiteX0" fmla="*/ 7827 w 10000"/>
                  <a:gd name="connsiteY0" fmla="*/ 10000 h 10011"/>
                  <a:gd name="connsiteX1" fmla="*/ 7693 w 10000"/>
                  <a:gd name="connsiteY1" fmla="*/ 9989 h 10011"/>
                  <a:gd name="connsiteX2" fmla="*/ 7874 w 10000"/>
                  <a:gd name="connsiteY2" fmla="*/ 9343 h 10011"/>
                  <a:gd name="connsiteX3" fmla="*/ 9825 w 10000"/>
                  <a:gd name="connsiteY3" fmla="*/ 283 h 10011"/>
                  <a:gd name="connsiteX4" fmla="*/ 137 w 10000"/>
                  <a:gd name="connsiteY4" fmla="*/ 283 h 10011"/>
                  <a:gd name="connsiteX5" fmla="*/ 132 w 10000"/>
                  <a:gd name="connsiteY5" fmla="*/ 9981 h 10011"/>
                  <a:gd name="connsiteX6" fmla="*/ 0 w 10000"/>
                  <a:gd name="connsiteY6" fmla="*/ 9981 h 10011"/>
                  <a:gd name="connsiteX7" fmla="*/ 5 w 10000"/>
                  <a:gd name="connsiteY7" fmla="*/ 0 h 10011"/>
                  <a:gd name="connsiteX8" fmla="*/ 10000 w 10000"/>
                  <a:gd name="connsiteY8" fmla="*/ 0 h 10011"/>
                  <a:gd name="connsiteX9" fmla="*/ 9976 w 10000"/>
                  <a:gd name="connsiteY9" fmla="*/ 172 h 10011"/>
                  <a:gd name="connsiteX10" fmla="*/ 7993 w 10000"/>
                  <a:gd name="connsiteY10" fmla="*/ 9505 h 10011"/>
                  <a:gd name="connsiteX11" fmla="*/ 7827 w 10000"/>
                  <a:gd name="connsiteY11" fmla="*/ 10000 h 10011"/>
                  <a:gd name="connsiteX0" fmla="*/ 7852 w 10000"/>
                  <a:gd name="connsiteY0" fmla="*/ 10011 h 10020"/>
                  <a:gd name="connsiteX1" fmla="*/ 7693 w 10000"/>
                  <a:gd name="connsiteY1" fmla="*/ 9989 h 10020"/>
                  <a:gd name="connsiteX2" fmla="*/ 7874 w 10000"/>
                  <a:gd name="connsiteY2" fmla="*/ 9343 h 10020"/>
                  <a:gd name="connsiteX3" fmla="*/ 9825 w 10000"/>
                  <a:gd name="connsiteY3" fmla="*/ 283 h 10020"/>
                  <a:gd name="connsiteX4" fmla="*/ 137 w 10000"/>
                  <a:gd name="connsiteY4" fmla="*/ 283 h 10020"/>
                  <a:gd name="connsiteX5" fmla="*/ 132 w 10000"/>
                  <a:gd name="connsiteY5" fmla="*/ 9981 h 10020"/>
                  <a:gd name="connsiteX6" fmla="*/ 0 w 10000"/>
                  <a:gd name="connsiteY6" fmla="*/ 9981 h 10020"/>
                  <a:gd name="connsiteX7" fmla="*/ 5 w 10000"/>
                  <a:gd name="connsiteY7" fmla="*/ 0 h 10020"/>
                  <a:gd name="connsiteX8" fmla="*/ 10000 w 10000"/>
                  <a:gd name="connsiteY8" fmla="*/ 0 h 10020"/>
                  <a:gd name="connsiteX9" fmla="*/ 9976 w 10000"/>
                  <a:gd name="connsiteY9" fmla="*/ 172 h 10020"/>
                  <a:gd name="connsiteX10" fmla="*/ 7993 w 10000"/>
                  <a:gd name="connsiteY10" fmla="*/ 9505 h 10020"/>
                  <a:gd name="connsiteX11" fmla="*/ 7852 w 10000"/>
                  <a:gd name="connsiteY11" fmla="*/ 10011 h 10020"/>
                  <a:gd name="connsiteX0" fmla="*/ 7852 w 10000"/>
                  <a:gd name="connsiteY0" fmla="*/ 10011 h 10020"/>
                  <a:gd name="connsiteX1" fmla="*/ 7693 w 10000"/>
                  <a:gd name="connsiteY1" fmla="*/ 9989 h 10020"/>
                  <a:gd name="connsiteX2" fmla="*/ 7894 w 10000"/>
                  <a:gd name="connsiteY2" fmla="*/ 9364 h 10020"/>
                  <a:gd name="connsiteX3" fmla="*/ 9825 w 10000"/>
                  <a:gd name="connsiteY3" fmla="*/ 283 h 10020"/>
                  <a:gd name="connsiteX4" fmla="*/ 137 w 10000"/>
                  <a:gd name="connsiteY4" fmla="*/ 283 h 10020"/>
                  <a:gd name="connsiteX5" fmla="*/ 132 w 10000"/>
                  <a:gd name="connsiteY5" fmla="*/ 9981 h 10020"/>
                  <a:gd name="connsiteX6" fmla="*/ 0 w 10000"/>
                  <a:gd name="connsiteY6" fmla="*/ 9981 h 10020"/>
                  <a:gd name="connsiteX7" fmla="*/ 5 w 10000"/>
                  <a:gd name="connsiteY7" fmla="*/ 0 h 10020"/>
                  <a:gd name="connsiteX8" fmla="*/ 10000 w 10000"/>
                  <a:gd name="connsiteY8" fmla="*/ 0 h 10020"/>
                  <a:gd name="connsiteX9" fmla="*/ 9976 w 10000"/>
                  <a:gd name="connsiteY9" fmla="*/ 172 h 10020"/>
                  <a:gd name="connsiteX10" fmla="*/ 7993 w 10000"/>
                  <a:gd name="connsiteY10" fmla="*/ 9505 h 10020"/>
                  <a:gd name="connsiteX11" fmla="*/ 7852 w 10000"/>
                  <a:gd name="connsiteY11" fmla="*/ 10011 h 10020"/>
                  <a:gd name="connsiteX0" fmla="*/ 7852 w 10000"/>
                  <a:gd name="connsiteY0" fmla="*/ 10011 h 10020"/>
                  <a:gd name="connsiteX1" fmla="*/ 7693 w 10000"/>
                  <a:gd name="connsiteY1" fmla="*/ 9989 h 10020"/>
                  <a:gd name="connsiteX2" fmla="*/ 7894 w 10000"/>
                  <a:gd name="connsiteY2" fmla="*/ 9364 h 10020"/>
                  <a:gd name="connsiteX3" fmla="*/ 9825 w 10000"/>
                  <a:gd name="connsiteY3" fmla="*/ 283 h 10020"/>
                  <a:gd name="connsiteX4" fmla="*/ 137 w 10000"/>
                  <a:gd name="connsiteY4" fmla="*/ 283 h 10020"/>
                  <a:gd name="connsiteX5" fmla="*/ 132 w 10000"/>
                  <a:gd name="connsiteY5" fmla="*/ 9981 h 10020"/>
                  <a:gd name="connsiteX6" fmla="*/ 0 w 10000"/>
                  <a:gd name="connsiteY6" fmla="*/ 9981 h 10020"/>
                  <a:gd name="connsiteX7" fmla="*/ 5 w 10000"/>
                  <a:gd name="connsiteY7" fmla="*/ 0 h 10020"/>
                  <a:gd name="connsiteX8" fmla="*/ 10000 w 10000"/>
                  <a:gd name="connsiteY8" fmla="*/ 0 h 10020"/>
                  <a:gd name="connsiteX9" fmla="*/ 9976 w 10000"/>
                  <a:gd name="connsiteY9" fmla="*/ 172 h 10020"/>
                  <a:gd name="connsiteX10" fmla="*/ 7993 w 10000"/>
                  <a:gd name="connsiteY10" fmla="*/ 9505 h 10020"/>
                  <a:gd name="connsiteX11" fmla="*/ 7852 w 10000"/>
                  <a:gd name="connsiteY11" fmla="*/ 10011 h 10020"/>
                  <a:gd name="connsiteX0" fmla="*/ 7852 w 10000"/>
                  <a:gd name="connsiteY0" fmla="*/ 10011 h 10020"/>
                  <a:gd name="connsiteX1" fmla="*/ 7693 w 10000"/>
                  <a:gd name="connsiteY1" fmla="*/ 9989 h 10020"/>
                  <a:gd name="connsiteX2" fmla="*/ 7894 w 10000"/>
                  <a:gd name="connsiteY2" fmla="*/ 9364 h 10020"/>
                  <a:gd name="connsiteX3" fmla="*/ 9825 w 10000"/>
                  <a:gd name="connsiteY3" fmla="*/ 283 h 10020"/>
                  <a:gd name="connsiteX4" fmla="*/ 137 w 10000"/>
                  <a:gd name="connsiteY4" fmla="*/ 283 h 10020"/>
                  <a:gd name="connsiteX5" fmla="*/ 132 w 10000"/>
                  <a:gd name="connsiteY5" fmla="*/ 9981 h 10020"/>
                  <a:gd name="connsiteX6" fmla="*/ 0 w 10000"/>
                  <a:gd name="connsiteY6" fmla="*/ 9981 h 10020"/>
                  <a:gd name="connsiteX7" fmla="*/ 5 w 10000"/>
                  <a:gd name="connsiteY7" fmla="*/ 0 h 10020"/>
                  <a:gd name="connsiteX8" fmla="*/ 10000 w 10000"/>
                  <a:gd name="connsiteY8" fmla="*/ 0 h 10020"/>
                  <a:gd name="connsiteX9" fmla="*/ 9976 w 10000"/>
                  <a:gd name="connsiteY9" fmla="*/ 172 h 10020"/>
                  <a:gd name="connsiteX10" fmla="*/ 7993 w 10000"/>
                  <a:gd name="connsiteY10" fmla="*/ 9505 h 10020"/>
                  <a:gd name="connsiteX11" fmla="*/ 7852 w 10000"/>
                  <a:gd name="connsiteY11" fmla="*/ 10011 h 10020"/>
                  <a:gd name="connsiteX0" fmla="*/ 7852 w 10000"/>
                  <a:gd name="connsiteY0" fmla="*/ 10011 h 10020"/>
                  <a:gd name="connsiteX1" fmla="*/ 7693 w 10000"/>
                  <a:gd name="connsiteY1" fmla="*/ 9989 h 10020"/>
                  <a:gd name="connsiteX2" fmla="*/ 7894 w 10000"/>
                  <a:gd name="connsiteY2" fmla="*/ 9364 h 10020"/>
                  <a:gd name="connsiteX3" fmla="*/ 9825 w 10000"/>
                  <a:gd name="connsiteY3" fmla="*/ 283 h 10020"/>
                  <a:gd name="connsiteX4" fmla="*/ 137 w 10000"/>
                  <a:gd name="connsiteY4" fmla="*/ 283 h 10020"/>
                  <a:gd name="connsiteX5" fmla="*/ 132 w 10000"/>
                  <a:gd name="connsiteY5" fmla="*/ 9981 h 10020"/>
                  <a:gd name="connsiteX6" fmla="*/ 0 w 10000"/>
                  <a:gd name="connsiteY6" fmla="*/ 9981 h 10020"/>
                  <a:gd name="connsiteX7" fmla="*/ 5 w 10000"/>
                  <a:gd name="connsiteY7" fmla="*/ 0 h 10020"/>
                  <a:gd name="connsiteX8" fmla="*/ 10000 w 10000"/>
                  <a:gd name="connsiteY8" fmla="*/ 0 h 10020"/>
                  <a:gd name="connsiteX9" fmla="*/ 9976 w 10000"/>
                  <a:gd name="connsiteY9" fmla="*/ 172 h 10020"/>
                  <a:gd name="connsiteX10" fmla="*/ 7993 w 10000"/>
                  <a:gd name="connsiteY10" fmla="*/ 9505 h 10020"/>
                  <a:gd name="connsiteX11" fmla="*/ 7852 w 10000"/>
                  <a:gd name="connsiteY11" fmla="*/ 10011 h 10020"/>
                  <a:gd name="connsiteX0" fmla="*/ 7832 w 10000"/>
                  <a:gd name="connsiteY0" fmla="*/ 10000 h 10011"/>
                  <a:gd name="connsiteX1" fmla="*/ 7693 w 10000"/>
                  <a:gd name="connsiteY1" fmla="*/ 9989 h 10011"/>
                  <a:gd name="connsiteX2" fmla="*/ 7894 w 10000"/>
                  <a:gd name="connsiteY2" fmla="*/ 9364 h 10011"/>
                  <a:gd name="connsiteX3" fmla="*/ 9825 w 10000"/>
                  <a:gd name="connsiteY3" fmla="*/ 283 h 10011"/>
                  <a:gd name="connsiteX4" fmla="*/ 137 w 10000"/>
                  <a:gd name="connsiteY4" fmla="*/ 283 h 10011"/>
                  <a:gd name="connsiteX5" fmla="*/ 132 w 10000"/>
                  <a:gd name="connsiteY5" fmla="*/ 9981 h 10011"/>
                  <a:gd name="connsiteX6" fmla="*/ 0 w 10000"/>
                  <a:gd name="connsiteY6" fmla="*/ 9981 h 10011"/>
                  <a:gd name="connsiteX7" fmla="*/ 5 w 10000"/>
                  <a:gd name="connsiteY7" fmla="*/ 0 h 10011"/>
                  <a:gd name="connsiteX8" fmla="*/ 10000 w 10000"/>
                  <a:gd name="connsiteY8" fmla="*/ 0 h 10011"/>
                  <a:gd name="connsiteX9" fmla="*/ 9976 w 10000"/>
                  <a:gd name="connsiteY9" fmla="*/ 172 h 10011"/>
                  <a:gd name="connsiteX10" fmla="*/ 7993 w 10000"/>
                  <a:gd name="connsiteY10" fmla="*/ 9505 h 10011"/>
                  <a:gd name="connsiteX11" fmla="*/ 7832 w 10000"/>
                  <a:gd name="connsiteY11" fmla="*/ 10000 h 10011"/>
                  <a:gd name="connsiteX0" fmla="*/ 7852 w 10000"/>
                  <a:gd name="connsiteY0" fmla="*/ 10171 h 10174"/>
                  <a:gd name="connsiteX1" fmla="*/ 7693 w 10000"/>
                  <a:gd name="connsiteY1" fmla="*/ 9989 h 10174"/>
                  <a:gd name="connsiteX2" fmla="*/ 7894 w 10000"/>
                  <a:gd name="connsiteY2" fmla="*/ 9364 h 10174"/>
                  <a:gd name="connsiteX3" fmla="*/ 9825 w 10000"/>
                  <a:gd name="connsiteY3" fmla="*/ 283 h 10174"/>
                  <a:gd name="connsiteX4" fmla="*/ 137 w 10000"/>
                  <a:gd name="connsiteY4" fmla="*/ 283 h 10174"/>
                  <a:gd name="connsiteX5" fmla="*/ 132 w 10000"/>
                  <a:gd name="connsiteY5" fmla="*/ 9981 h 10174"/>
                  <a:gd name="connsiteX6" fmla="*/ 0 w 10000"/>
                  <a:gd name="connsiteY6" fmla="*/ 9981 h 10174"/>
                  <a:gd name="connsiteX7" fmla="*/ 5 w 10000"/>
                  <a:gd name="connsiteY7" fmla="*/ 0 h 10174"/>
                  <a:gd name="connsiteX8" fmla="*/ 10000 w 10000"/>
                  <a:gd name="connsiteY8" fmla="*/ 0 h 10174"/>
                  <a:gd name="connsiteX9" fmla="*/ 9976 w 10000"/>
                  <a:gd name="connsiteY9" fmla="*/ 172 h 10174"/>
                  <a:gd name="connsiteX10" fmla="*/ 7993 w 10000"/>
                  <a:gd name="connsiteY10" fmla="*/ 9505 h 10174"/>
                  <a:gd name="connsiteX11" fmla="*/ 7852 w 10000"/>
                  <a:gd name="connsiteY11" fmla="*/ 10171 h 10174"/>
                  <a:gd name="connsiteX0" fmla="*/ 7852 w 10000"/>
                  <a:gd name="connsiteY0" fmla="*/ 10171 h 10174"/>
                  <a:gd name="connsiteX1" fmla="*/ 7693 w 10000"/>
                  <a:gd name="connsiteY1" fmla="*/ 9989 h 10174"/>
                  <a:gd name="connsiteX2" fmla="*/ 7894 w 10000"/>
                  <a:gd name="connsiteY2" fmla="*/ 9364 h 10174"/>
                  <a:gd name="connsiteX3" fmla="*/ 9825 w 10000"/>
                  <a:gd name="connsiteY3" fmla="*/ 283 h 10174"/>
                  <a:gd name="connsiteX4" fmla="*/ 137 w 10000"/>
                  <a:gd name="connsiteY4" fmla="*/ 283 h 10174"/>
                  <a:gd name="connsiteX5" fmla="*/ 132 w 10000"/>
                  <a:gd name="connsiteY5" fmla="*/ 9981 h 10174"/>
                  <a:gd name="connsiteX6" fmla="*/ 0 w 10000"/>
                  <a:gd name="connsiteY6" fmla="*/ 9981 h 10174"/>
                  <a:gd name="connsiteX7" fmla="*/ 5 w 10000"/>
                  <a:gd name="connsiteY7" fmla="*/ 0 h 10174"/>
                  <a:gd name="connsiteX8" fmla="*/ 10000 w 10000"/>
                  <a:gd name="connsiteY8" fmla="*/ 0 h 10174"/>
                  <a:gd name="connsiteX9" fmla="*/ 9976 w 10000"/>
                  <a:gd name="connsiteY9" fmla="*/ 172 h 10174"/>
                  <a:gd name="connsiteX10" fmla="*/ 7993 w 10000"/>
                  <a:gd name="connsiteY10" fmla="*/ 9505 h 10174"/>
                  <a:gd name="connsiteX11" fmla="*/ 7852 w 10000"/>
                  <a:gd name="connsiteY11" fmla="*/ 10171 h 10174"/>
                  <a:gd name="connsiteX0" fmla="*/ 7852 w 10000"/>
                  <a:gd name="connsiteY0" fmla="*/ 10043 h 10050"/>
                  <a:gd name="connsiteX1" fmla="*/ 7693 w 10000"/>
                  <a:gd name="connsiteY1" fmla="*/ 9989 h 10050"/>
                  <a:gd name="connsiteX2" fmla="*/ 7894 w 10000"/>
                  <a:gd name="connsiteY2" fmla="*/ 9364 h 10050"/>
                  <a:gd name="connsiteX3" fmla="*/ 9825 w 10000"/>
                  <a:gd name="connsiteY3" fmla="*/ 283 h 10050"/>
                  <a:gd name="connsiteX4" fmla="*/ 137 w 10000"/>
                  <a:gd name="connsiteY4" fmla="*/ 283 h 10050"/>
                  <a:gd name="connsiteX5" fmla="*/ 132 w 10000"/>
                  <a:gd name="connsiteY5" fmla="*/ 9981 h 10050"/>
                  <a:gd name="connsiteX6" fmla="*/ 0 w 10000"/>
                  <a:gd name="connsiteY6" fmla="*/ 9981 h 10050"/>
                  <a:gd name="connsiteX7" fmla="*/ 5 w 10000"/>
                  <a:gd name="connsiteY7" fmla="*/ 0 h 10050"/>
                  <a:gd name="connsiteX8" fmla="*/ 10000 w 10000"/>
                  <a:gd name="connsiteY8" fmla="*/ 0 h 10050"/>
                  <a:gd name="connsiteX9" fmla="*/ 9976 w 10000"/>
                  <a:gd name="connsiteY9" fmla="*/ 172 h 10050"/>
                  <a:gd name="connsiteX10" fmla="*/ 7993 w 10000"/>
                  <a:gd name="connsiteY10" fmla="*/ 9505 h 10050"/>
                  <a:gd name="connsiteX11" fmla="*/ 7852 w 10000"/>
                  <a:gd name="connsiteY11" fmla="*/ 10043 h 10050"/>
                  <a:gd name="connsiteX0" fmla="*/ 7812 w 10000"/>
                  <a:gd name="connsiteY0" fmla="*/ 9979 h 10000"/>
                  <a:gd name="connsiteX1" fmla="*/ 7693 w 10000"/>
                  <a:gd name="connsiteY1" fmla="*/ 9989 h 10000"/>
                  <a:gd name="connsiteX2" fmla="*/ 7894 w 10000"/>
                  <a:gd name="connsiteY2" fmla="*/ 9364 h 10000"/>
                  <a:gd name="connsiteX3" fmla="*/ 9825 w 10000"/>
                  <a:gd name="connsiteY3" fmla="*/ 283 h 10000"/>
                  <a:gd name="connsiteX4" fmla="*/ 137 w 10000"/>
                  <a:gd name="connsiteY4" fmla="*/ 283 h 10000"/>
                  <a:gd name="connsiteX5" fmla="*/ 132 w 10000"/>
                  <a:gd name="connsiteY5" fmla="*/ 9981 h 10000"/>
                  <a:gd name="connsiteX6" fmla="*/ 0 w 10000"/>
                  <a:gd name="connsiteY6" fmla="*/ 9981 h 10000"/>
                  <a:gd name="connsiteX7" fmla="*/ 5 w 10000"/>
                  <a:gd name="connsiteY7" fmla="*/ 0 h 10000"/>
                  <a:gd name="connsiteX8" fmla="*/ 10000 w 10000"/>
                  <a:gd name="connsiteY8" fmla="*/ 0 h 10000"/>
                  <a:gd name="connsiteX9" fmla="*/ 9976 w 10000"/>
                  <a:gd name="connsiteY9" fmla="*/ 172 h 10000"/>
                  <a:gd name="connsiteX10" fmla="*/ 7993 w 10000"/>
                  <a:gd name="connsiteY10" fmla="*/ 9505 h 10000"/>
                  <a:gd name="connsiteX11" fmla="*/ 7812 w 10000"/>
                  <a:gd name="connsiteY11" fmla="*/ 9979 h 10000"/>
                  <a:gd name="connsiteX0" fmla="*/ 7842 w 10000"/>
                  <a:gd name="connsiteY0" fmla="*/ 10033 h 10041"/>
                  <a:gd name="connsiteX1" fmla="*/ 7693 w 10000"/>
                  <a:gd name="connsiteY1" fmla="*/ 9989 h 10041"/>
                  <a:gd name="connsiteX2" fmla="*/ 7894 w 10000"/>
                  <a:gd name="connsiteY2" fmla="*/ 9364 h 10041"/>
                  <a:gd name="connsiteX3" fmla="*/ 9825 w 10000"/>
                  <a:gd name="connsiteY3" fmla="*/ 283 h 10041"/>
                  <a:gd name="connsiteX4" fmla="*/ 137 w 10000"/>
                  <a:gd name="connsiteY4" fmla="*/ 283 h 10041"/>
                  <a:gd name="connsiteX5" fmla="*/ 132 w 10000"/>
                  <a:gd name="connsiteY5" fmla="*/ 9981 h 10041"/>
                  <a:gd name="connsiteX6" fmla="*/ 0 w 10000"/>
                  <a:gd name="connsiteY6" fmla="*/ 9981 h 10041"/>
                  <a:gd name="connsiteX7" fmla="*/ 5 w 10000"/>
                  <a:gd name="connsiteY7" fmla="*/ 0 h 10041"/>
                  <a:gd name="connsiteX8" fmla="*/ 10000 w 10000"/>
                  <a:gd name="connsiteY8" fmla="*/ 0 h 10041"/>
                  <a:gd name="connsiteX9" fmla="*/ 9976 w 10000"/>
                  <a:gd name="connsiteY9" fmla="*/ 172 h 10041"/>
                  <a:gd name="connsiteX10" fmla="*/ 7993 w 10000"/>
                  <a:gd name="connsiteY10" fmla="*/ 9505 h 10041"/>
                  <a:gd name="connsiteX11" fmla="*/ 7842 w 10000"/>
                  <a:gd name="connsiteY11" fmla="*/ 10033 h 10041"/>
                  <a:gd name="connsiteX0" fmla="*/ 7862 w 10000"/>
                  <a:gd name="connsiteY0" fmla="*/ 9979 h 10000"/>
                  <a:gd name="connsiteX1" fmla="*/ 7693 w 10000"/>
                  <a:gd name="connsiteY1" fmla="*/ 9989 h 10000"/>
                  <a:gd name="connsiteX2" fmla="*/ 7894 w 10000"/>
                  <a:gd name="connsiteY2" fmla="*/ 9364 h 10000"/>
                  <a:gd name="connsiteX3" fmla="*/ 9825 w 10000"/>
                  <a:gd name="connsiteY3" fmla="*/ 283 h 10000"/>
                  <a:gd name="connsiteX4" fmla="*/ 137 w 10000"/>
                  <a:gd name="connsiteY4" fmla="*/ 283 h 10000"/>
                  <a:gd name="connsiteX5" fmla="*/ 132 w 10000"/>
                  <a:gd name="connsiteY5" fmla="*/ 9981 h 10000"/>
                  <a:gd name="connsiteX6" fmla="*/ 0 w 10000"/>
                  <a:gd name="connsiteY6" fmla="*/ 9981 h 10000"/>
                  <a:gd name="connsiteX7" fmla="*/ 5 w 10000"/>
                  <a:gd name="connsiteY7" fmla="*/ 0 h 10000"/>
                  <a:gd name="connsiteX8" fmla="*/ 10000 w 10000"/>
                  <a:gd name="connsiteY8" fmla="*/ 0 h 10000"/>
                  <a:gd name="connsiteX9" fmla="*/ 9976 w 10000"/>
                  <a:gd name="connsiteY9" fmla="*/ 172 h 10000"/>
                  <a:gd name="connsiteX10" fmla="*/ 7993 w 10000"/>
                  <a:gd name="connsiteY10" fmla="*/ 9505 h 10000"/>
                  <a:gd name="connsiteX11" fmla="*/ 7862 w 10000"/>
                  <a:gd name="connsiteY11" fmla="*/ 9979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00" h="10000">
                    <a:moveTo>
                      <a:pt x="7862" y="9979"/>
                    </a:moveTo>
                    <a:cubicBezTo>
                      <a:pt x="7831" y="10010"/>
                      <a:pt x="7783" y="10002"/>
                      <a:pt x="7693" y="9989"/>
                    </a:cubicBezTo>
                    <a:cubicBezTo>
                      <a:pt x="7776" y="9752"/>
                      <a:pt x="7819" y="9611"/>
                      <a:pt x="7894" y="9364"/>
                    </a:cubicBezTo>
                    <a:cubicBezTo>
                      <a:pt x="8588" y="7091"/>
                      <a:pt x="9258" y="4798"/>
                      <a:pt x="9825" y="283"/>
                    </a:cubicBezTo>
                    <a:lnTo>
                      <a:pt x="137" y="283"/>
                    </a:lnTo>
                    <a:cubicBezTo>
                      <a:pt x="135" y="3515"/>
                      <a:pt x="134" y="6748"/>
                      <a:pt x="132" y="9981"/>
                    </a:cubicBezTo>
                    <a:lnTo>
                      <a:pt x="0" y="9981"/>
                    </a:lnTo>
                    <a:cubicBezTo>
                      <a:pt x="2" y="6653"/>
                      <a:pt x="3" y="3327"/>
                      <a:pt x="5" y="0"/>
                    </a:cubicBezTo>
                    <a:lnTo>
                      <a:pt x="10000" y="0"/>
                    </a:lnTo>
                    <a:cubicBezTo>
                      <a:pt x="9992" y="57"/>
                      <a:pt x="9984" y="115"/>
                      <a:pt x="9976" y="172"/>
                    </a:cubicBezTo>
                    <a:cubicBezTo>
                      <a:pt x="9395" y="4869"/>
                      <a:pt x="8838" y="6722"/>
                      <a:pt x="7993" y="9505"/>
                    </a:cubicBezTo>
                    <a:cubicBezTo>
                      <a:pt x="7938" y="9689"/>
                      <a:pt x="7917" y="9826"/>
                      <a:pt x="7862" y="9979"/>
                    </a:cubicBezTo>
                    <a:close/>
                  </a:path>
                </a:pathLst>
              </a:custGeom>
              <a:solidFill>
                <a:schemeClr val="bg1">
                  <a:alpha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  <p:sp>
            <p:nvSpPr>
              <p:cNvPr id="14" name="Freeform 124">
                <a:extLst>
                  <a:ext uri="{FF2B5EF4-FFF2-40B4-BE49-F238E27FC236}">
                    <a16:creationId xmlns:a16="http://schemas.microsoft.com/office/drawing/2014/main" id="{51B9E727-7854-4FF2-BDF1-CD331BE934F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1196" y="5077794"/>
                <a:ext cx="2541234" cy="1780206"/>
              </a:xfrm>
              <a:custGeom>
                <a:avLst/>
                <a:gdLst>
                  <a:gd name="T0" fmla="*/ 1557 w 1588"/>
                  <a:gd name="T1" fmla="*/ 1110 h 1110"/>
                  <a:gd name="T2" fmla="*/ 1555 w 1588"/>
                  <a:gd name="T3" fmla="*/ 32 h 1110"/>
                  <a:gd name="T4" fmla="*/ 0 w 1588"/>
                  <a:gd name="T5" fmla="*/ 33 h 1110"/>
                  <a:gd name="T6" fmla="*/ 0 w 1588"/>
                  <a:gd name="T7" fmla="*/ 1 h 1110"/>
                  <a:gd name="T8" fmla="*/ 1586 w 1588"/>
                  <a:gd name="T9" fmla="*/ 0 h 1110"/>
                  <a:gd name="T10" fmla="*/ 1588 w 1588"/>
                  <a:gd name="T11" fmla="*/ 1110 h 1110"/>
                  <a:gd name="T12" fmla="*/ 1557 w 1588"/>
                  <a:gd name="T13" fmla="*/ 1110 h 1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8" h="1110">
                    <a:moveTo>
                      <a:pt x="1557" y="1110"/>
                    </a:moveTo>
                    <a:lnTo>
                      <a:pt x="1555" y="32"/>
                    </a:lnTo>
                    <a:lnTo>
                      <a:pt x="0" y="33"/>
                    </a:lnTo>
                    <a:lnTo>
                      <a:pt x="0" y="1"/>
                    </a:lnTo>
                    <a:lnTo>
                      <a:pt x="1586" y="0"/>
                    </a:lnTo>
                    <a:lnTo>
                      <a:pt x="1588" y="1110"/>
                    </a:lnTo>
                    <a:lnTo>
                      <a:pt x="1557" y="1110"/>
                    </a:lnTo>
                    <a:close/>
                  </a:path>
                </a:pathLst>
              </a:custGeom>
              <a:solidFill>
                <a:schemeClr val="bg1">
                  <a:alpha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1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B9676A-18D6-4DBE-8440-A93AE646B8E4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B82E932-8ACC-45C0-9A00-BEF0CD9D5D24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©2022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FFEB62-21CC-4BB4-AE28-8526DAA81C93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624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809" r:id="rId2"/>
    <p:sldLayoutId id="2147483810" r:id="rId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7CD8D4B2-E277-4E02-B1D1-1F6F064CB28A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bg1"/>
              </a:solidFill>
              <a:latin typeface="Overpass" panose="02000803030000020004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253426-774A-4BEB-AA10-F52FC94F53CD}"/>
              </a:ext>
            </a:extLst>
          </p:cNvPr>
          <p:cNvGrpSpPr/>
          <p:nvPr userDrawn="1"/>
        </p:nvGrpSpPr>
        <p:grpSpPr>
          <a:xfrm>
            <a:off x="587809" y="6485634"/>
            <a:ext cx="3739643" cy="248633"/>
            <a:chOff x="212027" y="6512125"/>
            <a:chExt cx="3228488" cy="32544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1237821-5400-4AAA-B518-75BE9BEF5B4E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rPr>
                <a:t>©2023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rPr>
                <a:t>. All rights reserved. Confidential.</a:t>
              </a:r>
              <a:endParaRPr lang="en-US" sz="1000" b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25DEF34-C3C5-4880-A6C4-72F87490900B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781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54" r:id="rId3"/>
    <p:sldLayoutId id="2147483677" r:id="rId4"/>
    <p:sldLayoutId id="2147483753" r:id="rId5"/>
    <p:sldLayoutId id="2147483755" r:id="rId6"/>
    <p:sldLayoutId id="2147483756" r:id="rId7"/>
    <p:sldLayoutId id="2147483752" r:id="rId8"/>
    <p:sldLayoutId id="2147483678" r:id="rId9"/>
    <p:sldLayoutId id="2147483767" r:id="rId10"/>
    <p:sldLayoutId id="214748379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95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58" r:id="rId2"/>
    <p:sldLayoutId id="2147483759" r:id="rId3"/>
    <p:sldLayoutId id="2147483687" r:id="rId4"/>
    <p:sldLayoutId id="2147483688" r:id="rId5"/>
    <p:sldLayoutId id="2147483761" r:id="rId6"/>
    <p:sldLayoutId id="2147483689" r:id="rId7"/>
    <p:sldLayoutId id="2147483757" r:id="rId8"/>
    <p:sldLayoutId id="2147483751" r:id="rId9"/>
    <p:sldLayoutId id="2147483692" r:id="rId10"/>
    <p:sldLayoutId id="2147483800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sz="3600" b="1" kern="1200" dirty="0" smtClean="0">
          <a:solidFill>
            <a:schemeClr val="tx2"/>
          </a:solidFill>
          <a:latin typeface="+mj-lt"/>
          <a:ea typeface="+mn-ea"/>
          <a:cs typeface="+mn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A4CBDDDB-8DF5-4740-BA7B-C59A7823E8E2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accent3"/>
                </a:solidFill>
                <a:latin typeface="+mj-lt"/>
              </a:rPr>
              <a:t>‹#›</a:t>
            </a:fld>
            <a:endParaRPr lang="en-US" sz="160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625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9" r:id="rId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sz="3600" b="1" kern="1200" dirty="0" smtClean="0">
          <a:solidFill>
            <a:schemeClr val="tx2"/>
          </a:solidFill>
          <a:latin typeface="+mj-lt"/>
          <a:ea typeface="+mn-ea"/>
          <a:cs typeface="+mn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A4CBDDDB-8DF5-4740-BA7B-C59A7823E8E2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accent3"/>
                </a:solidFill>
                <a:latin typeface="+mj-lt"/>
              </a:rPr>
              <a:t>‹#›</a:t>
            </a:fld>
            <a:endParaRPr lang="en-US" sz="160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489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40" r:id="rId6"/>
    <p:sldLayoutId id="2147483742" r:id="rId7"/>
    <p:sldLayoutId id="2147483743" r:id="rId8"/>
    <p:sldLayoutId id="2147483760" r:id="rId9"/>
    <p:sldLayoutId id="214748381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24" r:id="rId1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sz="3600" b="1" kern="1200" dirty="0" smtClean="0">
          <a:solidFill>
            <a:schemeClr val="tx2"/>
          </a:solidFill>
          <a:latin typeface="+mj-lt"/>
          <a:ea typeface="+mn-ea"/>
          <a:cs typeface="+mn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4794F81F-5B00-493D-BE0E-290B4F90BE4E}"/>
              </a:ext>
            </a:extLst>
          </p:cNvPr>
          <p:cNvSpPr/>
          <p:nvPr userDrawn="1"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accent3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accent3"/>
              </a:solidFill>
              <a:latin typeface="Overpass" panose="020008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5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81" r:id="rId4"/>
    <p:sldLayoutId id="2147483783" r:id="rId5"/>
    <p:sldLayoutId id="2147483784" r:id="rId6"/>
    <p:sldLayoutId id="2147483785" r:id="rId7"/>
    <p:sldLayoutId id="2147483786" r:id="rId8"/>
    <p:sldLayoutId id="2147483787" r:id="rId9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9D8160C-16E8-4FF2-B5B1-26CDA0CDF0EA}"/>
              </a:ext>
            </a:extLst>
          </p:cNvPr>
          <p:cNvGrpSpPr/>
          <p:nvPr userDrawn="1"/>
        </p:nvGrpSpPr>
        <p:grpSpPr>
          <a:xfrm>
            <a:off x="587809" y="6485650"/>
            <a:ext cx="3739643" cy="248637"/>
            <a:chOff x="212027" y="6512125"/>
            <a:chExt cx="3228488" cy="3254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5807AD-2F14-4EAF-B828-FBD1591FE70E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 All rights reserved. Confidential.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C876D-79B8-4AAE-8E7E-7AF4F548F60B}"/>
                </a:ext>
              </a:extLst>
            </p:cNvPr>
            <p:cNvSpPr txBox="1"/>
            <p:nvPr userDrawn="1"/>
          </p:nvSpPr>
          <p:spPr>
            <a:xfrm>
              <a:off x="998355" y="6515287"/>
              <a:ext cx="2442160" cy="32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chemeClr val="bg1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</a:t>
              </a:r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6B9F1E2D-6D7E-4031-85AF-4210FD9D7B33}"/>
              </a:ext>
            </a:extLst>
          </p:cNvPr>
          <p:cNvSpPr/>
          <p:nvPr userDrawn="1"/>
        </p:nvSpPr>
        <p:spPr>
          <a:xfrm>
            <a:off x="11604193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accent3"/>
                </a:solidFill>
                <a:latin typeface="Overpass" panose="02000803030000020004" pitchFamily="2" charset="0"/>
              </a:rPr>
              <a:t>‹#›</a:t>
            </a:fld>
            <a:endParaRPr lang="en-US" sz="1600">
              <a:solidFill>
                <a:schemeClr val="accent3"/>
              </a:solidFill>
              <a:latin typeface="Overpass" panose="02000803030000020004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577550-F59C-41E9-95C4-2073379B2D6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25507" y="6464844"/>
            <a:ext cx="1374320" cy="2701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63E11F1-56EE-4A78-8483-299961ECAAE4}"/>
              </a:ext>
            </a:extLst>
          </p:cNvPr>
          <p:cNvGrpSpPr/>
          <p:nvPr userDrawn="1"/>
        </p:nvGrpSpPr>
        <p:grpSpPr>
          <a:xfrm>
            <a:off x="587809" y="6485643"/>
            <a:ext cx="3739643" cy="248633"/>
            <a:chOff x="212027" y="6512125"/>
            <a:chExt cx="3228488" cy="32544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20B855-B836-4B53-9EE5-8EB88420E2DA}"/>
                </a:ext>
              </a:extLst>
            </p:cNvPr>
            <p:cNvSpPr txBox="1"/>
            <p:nvPr userDrawn="1"/>
          </p:nvSpPr>
          <p:spPr>
            <a:xfrm>
              <a:off x="212027" y="6512125"/>
              <a:ext cx="2910951" cy="32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kern="1200">
                  <a:solidFill>
                    <a:srgbClr val="898989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©2021 Nordic</a:t>
              </a:r>
              <a:r>
                <a:rPr lang="en-US" sz="1000" b="0" i="0" kern="1200" baseline="30000">
                  <a:solidFill>
                    <a:srgbClr val="898989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™</a:t>
              </a:r>
              <a:r>
                <a:rPr lang="en-US" sz="1000" b="0" i="0" kern="1200">
                  <a:solidFill>
                    <a:srgbClr val="898989"/>
                  </a:solidFill>
                  <a:effectLst/>
                  <a:latin typeface="Overpass" panose="020B0503020203020203" pitchFamily="34" charset="0"/>
                  <a:ea typeface="+mn-ea"/>
                  <a:cs typeface="+mn-cs"/>
                </a:rPr>
                <a:t>. All rights reserved. Confidential.</a:t>
              </a:r>
              <a:endParaRPr lang="en-US" sz="1000">
                <a:solidFill>
                  <a:srgbClr val="898989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A31365-5002-454B-9105-136FFC5AE53F}"/>
                </a:ext>
              </a:extLst>
            </p:cNvPr>
            <p:cNvSpPr txBox="1"/>
            <p:nvPr userDrawn="1"/>
          </p:nvSpPr>
          <p:spPr>
            <a:xfrm>
              <a:off x="998355" y="6515282"/>
              <a:ext cx="2442160" cy="32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>
                <a:solidFill>
                  <a:schemeClr val="bg1"/>
                </a:solidFill>
                <a:latin typeface="Overpass" panose="020B050302020302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60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</p:sldLayoutIdLst>
  <p:hf sldNum="0"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50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7.xml"/><Relationship Id="rId1" Type="http://schemas.openxmlformats.org/officeDocument/2006/relationships/video" Target="https://www.youtube.com/embed/7yC6evAfjL4?feature=oembed" TargetMode="External"/><Relationship Id="rId4" Type="http://schemas.openxmlformats.org/officeDocument/2006/relationships/image" Target="../media/image5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64.jpe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65.jpeg"/><Relationship Id="rId4" Type="http://schemas.openxmlformats.org/officeDocument/2006/relationships/image" Target="../media/image6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69.png"/><Relationship Id="rId4" Type="http://schemas.openxmlformats.org/officeDocument/2006/relationships/image" Target="../media/image6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r/y5TsSMjkFi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77.sv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3761324-ED56-86EB-D0A0-9ED1B76F93B7}"/>
              </a:ext>
            </a:extLst>
          </p:cNvPr>
          <p:cNvSpPr/>
          <p:nvPr/>
        </p:nvSpPr>
        <p:spPr>
          <a:xfrm flipH="1" flipV="1">
            <a:off x="-2246" y="397"/>
            <a:ext cx="12194246" cy="15203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C44ED3-2540-608E-49E0-49660AB577B0}"/>
              </a:ext>
            </a:extLst>
          </p:cNvPr>
          <p:cNvSpPr txBox="1">
            <a:spLocks/>
          </p:cNvSpPr>
          <p:nvPr/>
        </p:nvSpPr>
        <p:spPr>
          <a:xfrm>
            <a:off x="322844" y="420454"/>
            <a:ext cx="2569212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</a:rPr>
              <a:t>Welcome!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E73E6C-1CE3-7F54-09C7-2AAB8995D596}"/>
              </a:ext>
            </a:extLst>
          </p:cNvPr>
          <p:cNvCxnSpPr>
            <a:cxnSpLocks/>
          </p:cNvCxnSpPr>
          <p:nvPr/>
        </p:nvCxnSpPr>
        <p:spPr>
          <a:xfrm>
            <a:off x="-41992" y="1537549"/>
            <a:ext cx="729673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FAB714D-5ABE-71AD-F6B2-DCAD01799E69}"/>
              </a:ext>
            </a:extLst>
          </p:cNvPr>
          <p:cNvSpPr txBox="1">
            <a:spLocks/>
          </p:cNvSpPr>
          <p:nvPr/>
        </p:nvSpPr>
        <p:spPr>
          <a:xfrm>
            <a:off x="3861456" y="447793"/>
            <a:ext cx="7791874" cy="76190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bg1"/>
                </a:solidFill>
              </a:rPr>
              <a:t>Our session will begin in a few moments.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Please review the steps on the screen before we get started.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2209E0-9CAB-CC3F-0FD9-3AE2DE41CE91}"/>
              </a:ext>
            </a:extLst>
          </p:cNvPr>
          <p:cNvSpPr txBox="1"/>
          <p:nvPr/>
        </p:nvSpPr>
        <p:spPr>
          <a:xfrm>
            <a:off x="1133028" y="4952515"/>
            <a:ext cx="8908574" cy="13222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274320" anchor="ctr" anchorCtr="0">
            <a:noAutofit/>
          </a:bodyPr>
          <a:lstStyle/>
          <a:p>
            <a:r>
              <a:rPr lang="en-US" sz="2000" b="1" dirty="0"/>
              <a:t>Prepare to </a:t>
            </a:r>
            <a:br>
              <a:rPr lang="en-US" sz="2000" b="1" dirty="0"/>
            </a:br>
            <a:r>
              <a:rPr lang="en-US" sz="2000" b="1" dirty="0"/>
              <a:t>participate </a:t>
            </a:r>
            <a:br>
              <a:rPr lang="en-US" sz="2000" b="1" dirty="0"/>
            </a:br>
            <a:r>
              <a:rPr lang="en-US" sz="2000" b="1" dirty="0"/>
              <a:t>in the session.</a:t>
            </a:r>
            <a:endParaRPr lang="en-US" sz="20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6F6FDDC-198A-A68E-E04B-26A73D16340F}"/>
              </a:ext>
            </a:extLst>
          </p:cNvPr>
          <p:cNvSpPr txBox="1">
            <a:spLocks/>
          </p:cNvSpPr>
          <p:nvPr/>
        </p:nvSpPr>
        <p:spPr>
          <a:xfrm>
            <a:off x="7973428" y="4997878"/>
            <a:ext cx="1260605" cy="1231503"/>
          </a:xfrm>
          <a:prstGeom prst="rect">
            <a:avLst/>
          </a:prstGeom>
          <a:noFill/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dirty="0"/>
              <a:t>Please turn your camera on.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C45EAA8-BEB0-E7D9-891D-ECAD06D74071}"/>
              </a:ext>
            </a:extLst>
          </p:cNvPr>
          <p:cNvSpPr txBox="1">
            <a:spLocks/>
          </p:cNvSpPr>
          <p:nvPr/>
        </p:nvSpPr>
        <p:spPr>
          <a:xfrm>
            <a:off x="3453509" y="4997878"/>
            <a:ext cx="1417725" cy="1231503"/>
          </a:xfrm>
          <a:prstGeom prst="rect">
            <a:avLst/>
          </a:prstGeom>
          <a:noFill/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dirty="0"/>
              <a:t>Click here to Chat and share comments.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</a:pPr>
            <a:endParaRPr lang="en-US" sz="20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680F78E-A6E9-4022-FD0B-2B715ABBFF2B}"/>
              </a:ext>
            </a:extLst>
          </p:cNvPr>
          <p:cNvSpPr txBox="1">
            <a:spLocks/>
          </p:cNvSpPr>
          <p:nvPr/>
        </p:nvSpPr>
        <p:spPr>
          <a:xfrm>
            <a:off x="5021681" y="4997878"/>
            <a:ext cx="1516508" cy="1231503"/>
          </a:xfrm>
          <a:prstGeom prst="rect">
            <a:avLst/>
          </a:prstGeom>
          <a:noFill/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dirty="0"/>
              <a:t>Provide reactions of thumbs up or applause.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259E6A-796C-C520-5E0A-199EB2CDFB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43" t="15246" r="1529" b="14400"/>
          <a:stretch/>
        </p:blipFill>
        <p:spPr>
          <a:xfrm>
            <a:off x="3850303" y="3803167"/>
            <a:ext cx="7534771" cy="5628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2AD55E-6DC8-D6FE-268F-5F5C9A76B732}"/>
              </a:ext>
            </a:extLst>
          </p:cNvPr>
          <p:cNvSpPr/>
          <p:nvPr/>
        </p:nvSpPr>
        <p:spPr>
          <a:xfrm>
            <a:off x="8374153" y="3803167"/>
            <a:ext cx="459159" cy="578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BFBDE0-CC09-83E4-D9BE-223CFEEDFA0B}"/>
              </a:ext>
            </a:extLst>
          </p:cNvPr>
          <p:cNvSpPr/>
          <p:nvPr/>
        </p:nvSpPr>
        <p:spPr>
          <a:xfrm>
            <a:off x="3869885" y="3803167"/>
            <a:ext cx="559671" cy="578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D8637A-8424-3BA5-159A-1173FB4C70B7}"/>
              </a:ext>
            </a:extLst>
          </p:cNvPr>
          <p:cNvSpPr/>
          <p:nvPr/>
        </p:nvSpPr>
        <p:spPr>
          <a:xfrm>
            <a:off x="5550944" y="3803167"/>
            <a:ext cx="459159" cy="578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1D34D31-D553-ECA3-17CD-4BE33E467747}"/>
              </a:ext>
            </a:extLst>
          </p:cNvPr>
          <p:cNvCxnSpPr>
            <a:cxnSpLocks/>
          </p:cNvCxnSpPr>
          <p:nvPr/>
        </p:nvCxnSpPr>
        <p:spPr>
          <a:xfrm flipH="1">
            <a:off x="4149720" y="4377379"/>
            <a:ext cx="1" cy="457200"/>
          </a:xfrm>
          <a:prstGeom prst="line">
            <a:avLst/>
          </a:prstGeom>
          <a:ln w="38100">
            <a:solidFill>
              <a:srgbClr val="FF0000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3D72413-3653-9AA4-ECA0-C28C90CC4821}"/>
              </a:ext>
            </a:extLst>
          </p:cNvPr>
          <p:cNvCxnSpPr>
            <a:cxnSpLocks/>
          </p:cNvCxnSpPr>
          <p:nvPr/>
        </p:nvCxnSpPr>
        <p:spPr>
          <a:xfrm flipH="1">
            <a:off x="5773299" y="4382002"/>
            <a:ext cx="1" cy="457200"/>
          </a:xfrm>
          <a:prstGeom prst="line">
            <a:avLst/>
          </a:prstGeom>
          <a:ln w="38100">
            <a:solidFill>
              <a:srgbClr val="FF0000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476AFB-4038-5EF0-1E2C-81EB3FDA1A9B}"/>
              </a:ext>
            </a:extLst>
          </p:cNvPr>
          <p:cNvCxnSpPr>
            <a:cxnSpLocks/>
          </p:cNvCxnSpPr>
          <p:nvPr/>
        </p:nvCxnSpPr>
        <p:spPr>
          <a:xfrm flipH="1">
            <a:off x="8603731" y="4366003"/>
            <a:ext cx="1" cy="457200"/>
          </a:xfrm>
          <a:prstGeom prst="line">
            <a:avLst/>
          </a:prstGeom>
          <a:ln w="38100">
            <a:solidFill>
              <a:srgbClr val="FF0000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3EBCC6-DAE4-213B-2D84-5940AD7D07A8}"/>
              </a:ext>
            </a:extLst>
          </p:cNvPr>
          <p:cNvSpPr txBox="1"/>
          <p:nvPr/>
        </p:nvSpPr>
        <p:spPr>
          <a:xfrm>
            <a:off x="4431072" y="1958870"/>
            <a:ext cx="6588093" cy="13222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274320" anchor="ctr" anchorCtr="0">
            <a:noAutofit/>
          </a:bodyPr>
          <a:lstStyle/>
          <a:p>
            <a:endParaRPr lang="en-US" sz="20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9A9CED1-E3E2-E49C-6067-D516401B590A}"/>
              </a:ext>
            </a:extLst>
          </p:cNvPr>
          <p:cNvSpPr txBox="1">
            <a:spLocks/>
          </p:cNvSpPr>
          <p:nvPr/>
        </p:nvSpPr>
        <p:spPr>
          <a:xfrm>
            <a:off x="4521609" y="2226833"/>
            <a:ext cx="1395098" cy="1008903"/>
          </a:xfrm>
          <a:prstGeom prst="rect">
            <a:avLst/>
          </a:prstGeom>
          <a:noFill/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dirty="0"/>
              <a:t>Click here if you have a question.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</a:pP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ED07CC-F126-76C8-3EB6-A1ABB5D07ACD}"/>
              </a:ext>
            </a:extLst>
          </p:cNvPr>
          <p:cNvSpPr/>
          <p:nvPr/>
        </p:nvSpPr>
        <p:spPr>
          <a:xfrm>
            <a:off x="5000892" y="3803167"/>
            <a:ext cx="459159" cy="578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4ADC87-299F-F16C-B07B-211448E56682}"/>
              </a:ext>
            </a:extLst>
          </p:cNvPr>
          <p:cNvCxnSpPr>
            <a:cxnSpLocks/>
          </p:cNvCxnSpPr>
          <p:nvPr/>
        </p:nvCxnSpPr>
        <p:spPr>
          <a:xfrm flipH="1" flipV="1">
            <a:off x="5230471" y="3336653"/>
            <a:ext cx="1" cy="457200"/>
          </a:xfrm>
          <a:prstGeom prst="line">
            <a:avLst/>
          </a:prstGeom>
          <a:ln w="38100">
            <a:solidFill>
              <a:srgbClr val="FF0000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A64EC4A-86A3-BE24-3126-391A392A8282}"/>
              </a:ext>
            </a:extLst>
          </p:cNvPr>
          <p:cNvSpPr txBox="1">
            <a:spLocks/>
          </p:cNvSpPr>
          <p:nvPr/>
        </p:nvSpPr>
        <p:spPr>
          <a:xfrm>
            <a:off x="8499702" y="2226833"/>
            <a:ext cx="1283480" cy="1008903"/>
          </a:xfrm>
          <a:prstGeom prst="rect">
            <a:avLst/>
          </a:prstGeom>
          <a:noFill/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dirty="0"/>
              <a:t>Please mute your mic.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</a:pPr>
            <a:endParaRPr lang="en-U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F0C21C-2DFB-CE6B-9BA3-8FCEFFEEE09F}"/>
              </a:ext>
            </a:extLst>
          </p:cNvPr>
          <p:cNvSpPr/>
          <p:nvPr/>
        </p:nvSpPr>
        <p:spPr>
          <a:xfrm>
            <a:off x="8911863" y="3802726"/>
            <a:ext cx="459159" cy="578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62F4A3-3CD9-B654-F126-AC9929CB62B8}"/>
              </a:ext>
            </a:extLst>
          </p:cNvPr>
          <p:cNvCxnSpPr>
            <a:cxnSpLocks/>
          </p:cNvCxnSpPr>
          <p:nvPr/>
        </p:nvCxnSpPr>
        <p:spPr>
          <a:xfrm flipH="1" flipV="1">
            <a:off x="9141442" y="3336212"/>
            <a:ext cx="1" cy="457200"/>
          </a:xfrm>
          <a:prstGeom prst="line">
            <a:avLst/>
          </a:prstGeom>
          <a:ln w="38100">
            <a:solidFill>
              <a:srgbClr val="FF0000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for a company&#10;&#10;Description automatically generated">
            <a:extLst>
              <a:ext uri="{FF2B5EF4-FFF2-40B4-BE49-F238E27FC236}">
                <a16:creationId xmlns:a16="http://schemas.microsoft.com/office/drawing/2014/main" id="{93E81056-77CD-C28B-ECA1-248B76B53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14" y="1900290"/>
            <a:ext cx="2415818" cy="242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97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Course Expectations">
            <a:hlinkClick r:id="" action="ppaction://media"/>
            <a:extLst>
              <a:ext uri="{FF2B5EF4-FFF2-40B4-BE49-F238E27FC236}">
                <a16:creationId xmlns:a16="http://schemas.microsoft.com/office/drawing/2014/main" id="{EDCCFB38-54EF-8EFE-4B46-23E5D3F90C5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8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6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ands holding each other">
            <a:extLst>
              <a:ext uri="{FF2B5EF4-FFF2-40B4-BE49-F238E27FC236}">
                <a16:creationId xmlns:a16="http://schemas.microsoft.com/office/drawing/2014/main" id="{75ABA403-4483-3294-C31A-5B6AC45E3B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25" b="18140"/>
          <a:stretch/>
        </p:blipFill>
        <p:spPr>
          <a:xfrm flipH="1">
            <a:off x="0" y="0"/>
            <a:ext cx="12191999" cy="54974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795BAE-2D07-413B-A21B-45128A9A3D84}"/>
              </a:ext>
            </a:extLst>
          </p:cNvPr>
          <p:cNvSpPr/>
          <p:nvPr/>
        </p:nvSpPr>
        <p:spPr>
          <a:xfrm>
            <a:off x="0" y="5447491"/>
            <a:ext cx="12192000" cy="14380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sz="240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29B6AB-1651-DF49-881D-CFACC6E825C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77151" y="5672183"/>
            <a:ext cx="11120967" cy="70162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Overpass" pitchFamily="2" charset="77"/>
                <a:ea typeface="+mj-ea"/>
                <a:cs typeface="Arial" panose="020B0604020202020204" pitchFamily="34" charset="0"/>
              </a:rPr>
              <a:t>Diversity, Equity, and Inclusion (DEI)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F73E1-C867-4BCD-9CE4-A85E94402DF9}"/>
              </a:ext>
            </a:extLst>
          </p:cNvPr>
          <p:cNvSpPr txBox="1"/>
          <p:nvPr userDrawn="1"/>
        </p:nvSpPr>
        <p:spPr>
          <a:xfrm>
            <a:off x="7986445" y="6474946"/>
            <a:ext cx="411476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4"/>
            <a:r>
              <a:rPr lang="en-US" sz="933" dirty="0">
                <a:solidFill>
                  <a:srgbClr val="999999"/>
                </a:solidFill>
                <a:latin typeface="Source Sans Pro"/>
              </a:rPr>
              <a:t>© </a:t>
            </a:r>
            <a:r>
              <a:rPr lang="en-US" sz="933" dirty="0">
                <a:solidFill>
                  <a:srgbClr val="999999"/>
                </a:solidFill>
              </a:rPr>
              <a:t>2025 </a:t>
            </a:r>
            <a:r>
              <a:rPr lang="en-US" sz="933" dirty="0">
                <a:solidFill>
                  <a:srgbClr val="999999"/>
                </a:solidFill>
                <a:latin typeface="Source Sans Pro"/>
              </a:rPr>
              <a:t>Nordic</a:t>
            </a:r>
            <a:r>
              <a:rPr lang="en-US" sz="933" baseline="30000" dirty="0">
                <a:solidFill>
                  <a:srgbClr val="999999"/>
                </a:solidFill>
                <a:latin typeface="Source Sans Pro"/>
              </a:rPr>
              <a:t>®</a:t>
            </a:r>
            <a:r>
              <a:rPr lang="en-US" sz="933" dirty="0">
                <a:solidFill>
                  <a:srgbClr val="999999"/>
                </a:solidFill>
                <a:latin typeface="Source Sans Pro"/>
              </a:rPr>
              <a:t>. All rights reserved. Confidential. Edition: 01/09/2025</a:t>
            </a:r>
            <a:endParaRPr lang="en-US" sz="933" dirty="0">
              <a:solidFill>
                <a:srgbClr val="999999"/>
              </a:solidFill>
              <a:latin typeface="Source Sans Pr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36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C3DBE3-16AF-7A2D-73C5-2F47C05E57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6BDD681-AA65-0CAB-BA46-8ECD17C2FF31}"/>
              </a:ext>
            </a:extLst>
          </p:cNvPr>
          <p:cNvSpPr txBox="1">
            <a:spLocks/>
          </p:cNvSpPr>
          <p:nvPr/>
        </p:nvSpPr>
        <p:spPr>
          <a:xfrm>
            <a:off x="1" y="3054558"/>
            <a:ext cx="12191999" cy="1282890"/>
          </a:xfrm>
          <a:prstGeom prst="rect">
            <a:avLst/>
          </a:prstGeom>
          <a:solidFill>
            <a:schemeClr val="bg1">
              <a:alpha val="93000"/>
            </a:schemeClr>
          </a:solidFill>
        </p:spPr>
        <p:txBody>
          <a:bodyPr lIns="274320" rIns="182880" anchor="ctr" anchorCtr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600"/>
              </a:spcAft>
              <a:buClr>
                <a:srgbClr val="31547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Go to www.menti.com</a:t>
            </a:r>
          </a:p>
        </p:txBody>
      </p:sp>
    </p:spTree>
    <p:extLst>
      <p:ext uri="{BB962C8B-B14F-4D97-AF65-F5344CB8AC3E}">
        <p14:creationId xmlns:p14="http://schemas.microsoft.com/office/powerpoint/2010/main" val="341374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8BB8-1DC0-F7E3-CB03-4EFB019B2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am sitting at table">
            <a:extLst>
              <a:ext uri="{FF2B5EF4-FFF2-40B4-BE49-F238E27FC236}">
                <a16:creationId xmlns:a16="http://schemas.microsoft.com/office/drawing/2014/main" id="{F15BDC77-2108-3F08-E23D-02A8CD8E03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80"/>
          <a:stretch/>
        </p:blipFill>
        <p:spPr>
          <a:xfrm flipH="1">
            <a:off x="164" y="-1"/>
            <a:ext cx="12191835" cy="68580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8CD2C6-4F72-050A-D170-7023332C22E4}"/>
              </a:ext>
            </a:extLst>
          </p:cNvPr>
          <p:cNvSpPr/>
          <p:nvPr/>
        </p:nvSpPr>
        <p:spPr>
          <a:xfrm>
            <a:off x="0" y="0"/>
            <a:ext cx="4571998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687FF-544A-5A36-53A1-280E648D0345}"/>
              </a:ext>
            </a:extLst>
          </p:cNvPr>
          <p:cNvSpPr txBox="1">
            <a:spLocks/>
          </p:cNvSpPr>
          <p:nvPr/>
        </p:nvSpPr>
        <p:spPr>
          <a:xfrm>
            <a:off x="345991" y="355714"/>
            <a:ext cx="4028299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DEI = Stronger Teams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B48D99-C089-01C9-2A29-67D5817A5E0A}"/>
              </a:ext>
            </a:extLst>
          </p:cNvPr>
          <p:cNvSpPr/>
          <p:nvPr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+mj-lt"/>
              </a:rPr>
              <a:t>5</a:t>
            </a:fld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EF38E6-562F-05DC-F451-1FC2BE70B425}"/>
              </a:ext>
            </a:extLst>
          </p:cNvPr>
          <p:cNvCxnSpPr/>
          <p:nvPr/>
        </p:nvCxnSpPr>
        <p:spPr>
          <a:xfrm>
            <a:off x="-42532" y="978194"/>
            <a:ext cx="616688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EC43707-3C08-5A3D-ACB3-E25FDA587992}"/>
              </a:ext>
            </a:extLst>
          </p:cNvPr>
          <p:cNvSpPr txBox="1">
            <a:spLocks/>
          </p:cNvSpPr>
          <p:nvPr/>
        </p:nvSpPr>
        <p:spPr>
          <a:xfrm>
            <a:off x="99405" y="6502286"/>
            <a:ext cx="2835796" cy="29730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400" i="1" dirty="0">
                <a:highlight>
                  <a:srgbClr val="FFFF00"/>
                </a:highlight>
              </a:rPr>
              <a:t>Source</a:t>
            </a:r>
            <a:endParaRPr lang="en-US" sz="2000" i="1" dirty="0">
              <a:highlight>
                <a:srgbClr val="FFFF00"/>
              </a:highlight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4083E01-0A80-65A4-E50C-AEF061A9FEF1}"/>
              </a:ext>
            </a:extLst>
          </p:cNvPr>
          <p:cNvSpPr txBox="1">
            <a:spLocks/>
          </p:cNvSpPr>
          <p:nvPr/>
        </p:nvSpPr>
        <p:spPr>
          <a:xfrm>
            <a:off x="172995" y="1371963"/>
            <a:ext cx="4226007" cy="455033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3.5 times more likely to experience stress and burnout</a:t>
            </a:r>
          </a:p>
          <a:p>
            <a:pPr marL="0" indent="0"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60% are more likely to leave their jobs within the next year</a:t>
            </a:r>
          </a:p>
          <a:p>
            <a:pPr marL="0" indent="0"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21% higher profitability</a:t>
            </a:r>
          </a:p>
          <a:p>
            <a:pPr marL="0" indent="0"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17% higher productivity</a:t>
            </a:r>
          </a:p>
        </p:txBody>
      </p:sp>
    </p:spTree>
    <p:extLst>
      <p:ext uri="{BB962C8B-B14F-4D97-AF65-F5344CB8AC3E}">
        <p14:creationId xmlns:p14="http://schemas.microsoft.com/office/powerpoint/2010/main" val="170561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ople in a meeting">
            <a:extLst>
              <a:ext uri="{FF2B5EF4-FFF2-40B4-BE49-F238E27FC236}">
                <a16:creationId xmlns:a16="http://schemas.microsoft.com/office/drawing/2014/main" id="{F07A4BD9-42BD-5743-C79F-61A051D451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2B5E06C-5EDE-A5A1-35E8-329762EE3815}"/>
              </a:ext>
            </a:extLst>
          </p:cNvPr>
          <p:cNvSpPr/>
          <p:nvPr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+mj-lt"/>
              </a:rPr>
              <a:t>6</a:t>
            </a:fld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BA4F2-C87A-9AC4-E929-F89537A49939}"/>
              </a:ext>
            </a:extLst>
          </p:cNvPr>
          <p:cNvSpPr/>
          <p:nvPr/>
        </p:nvSpPr>
        <p:spPr>
          <a:xfrm>
            <a:off x="719151" y="4974430"/>
            <a:ext cx="11506201" cy="13716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15EB-5659-31BE-CE13-E65E9C3460D1}"/>
              </a:ext>
            </a:extLst>
          </p:cNvPr>
          <p:cNvSpPr txBox="1">
            <a:spLocks/>
          </p:cNvSpPr>
          <p:nvPr/>
        </p:nvSpPr>
        <p:spPr>
          <a:xfrm>
            <a:off x="1586884" y="5550114"/>
            <a:ext cx="10319830" cy="69079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acceptance and celebration of visible differences such as race, age, and religion and invisible differences such as diversity of thought and education status.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C1E259-051C-767D-523C-5B98C31CAAD6}"/>
              </a:ext>
            </a:extLst>
          </p:cNvPr>
          <p:cNvGrpSpPr/>
          <p:nvPr/>
        </p:nvGrpSpPr>
        <p:grpSpPr>
          <a:xfrm>
            <a:off x="33352" y="4974430"/>
            <a:ext cx="1371600" cy="1371600"/>
            <a:chOff x="1705628" y="2170134"/>
            <a:chExt cx="2517732" cy="251773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CAAD8F6-7A65-C540-789C-73ECF279E965}"/>
                </a:ext>
              </a:extLst>
            </p:cNvPr>
            <p:cNvSpPr/>
            <p:nvPr/>
          </p:nvSpPr>
          <p:spPr>
            <a:xfrm>
              <a:off x="1705628" y="2170134"/>
              <a:ext cx="2517732" cy="25177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F8B2570-8EDB-A129-31F5-3F6E20A13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68082" y="2743200"/>
              <a:ext cx="1592824" cy="13716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E79DA0-768D-DCB8-A741-0AE722F5ED8A}"/>
              </a:ext>
            </a:extLst>
          </p:cNvPr>
          <p:cNvSpPr txBox="1">
            <a:spLocks/>
          </p:cNvSpPr>
          <p:nvPr/>
        </p:nvSpPr>
        <p:spPr>
          <a:xfrm>
            <a:off x="1586884" y="5060397"/>
            <a:ext cx="4016311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Diversity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B4B6BDC-73F4-2748-2A0F-1AA2F4031CB0}"/>
              </a:ext>
            </a:extLst>
          </p:cNvPr>
          <p:cNvCxnSpPr>
            <a:cxnSpLocks/>
          </p:cNvCxnSpPr>
          <p:nvPr/>
        </p:nvCxnSpPr>
        <p:spPr>
          <a:xfrm>
            <a:off x="3328595" y="5142050"/>
            <a:ext cx="0" cy="2534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96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People in discussion">
            <a:extLst>
              <a:ext uri="{FF2B5EF4-FFF2-40B4-BE49-F238E27FC236}">
                <a16:creationId xmlns:a16="http://schemas.microsoft.com/office/drawing/2014/main" id="{ABB83F3B-399C-4A94-E5AC-ECF1424E9E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704" y="0"/>
            <a:ext cx="121920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2B5E06C-5EDE-A5A1-35E8-329762EE3815}"/>
              </a:ext>
            </a:extLst>
          </p:cNvPr>
          <p:cNvSpPr/>
          <p:nvPr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+mj-lt"/>
              </a:rPr>
              <a:t>7</a:t>
            </a:fld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BA4F2-C87A-9AC4-E929-F89537A49939}"/>
              </a:ext>
            </a:extLst>
          </p:cNvPr>
          <p:cNvSpPr/>
          <p:nvPr/>
        </p:nvSpPr>
        <p:spPr>
          <a:xfrm>
            <a:off x="719151" y="391549"/>
            <a:ext cx="9583693" cy="173117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15EB-5659-31BE-CE13-E65E9C3460D1}"/>
              </a:ext>
            </a:extLst>
          </p:cNvPr>
          <p:cNvSpPr txBox="1">
            <a:spLocks/>
          </p:cNvSpPr>
          <p:nvPr/>
        </p:nvSpPr>
        <p:spPr>
          <a:xfrm>
            <a:off x="1586884" y="967233"/>
            <a:ext cx="8634478" cy="87756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Clr>
                <a:schemeClr val="accent1"/>
              </a:buCl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Building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work environment where all individuals feel respected, accepted, supported, and valued, and diverse individuals are able to participate fully in decision-making processes and development opportunities.</a:t>
            </a:r>
            <a:endParaRPr lang="en-US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79DA0-768D-DCB8-A741-0AE722F5ED8A}"/>
              </a:ext>
            </a:extLst>
          </p:cNvPr>
          <p:cNvSpPr txBox="1">
            <a:spLocks/>
          </p:cNvSpPr>
          <p:nvPr/>
        </p:nvSpPr>
        <p:spPr>
          <a:xfrm>
            <a:off x="1586884" y="477516"/>
            <a:ext cx="4016311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Inclusion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B4B6BDC-73F4-2748-2A0F-1AA2F4031CB0}"/>
              </a:ext>
            </a:extLst>
          </p:cNvPr>
          <p:cNvCxnSpPr>
            <a:cxnSpLocks/>
          </p:cNvCxnSpPr>
          <p:nvPr/>
        </p:nvCxnSpPr>
        <p:spPr>
          <a:xfrm>
            <a:off x="3383025" y="559169"/>
            <a:ext cx="0" cy="25343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E098B8A-D113-06E8-BD76-A094C1FF93AA}"/>
              </a:ext>
            </a:extLst>
          </p:cNvPr>
          <p:cNvGrpSpPr/>
          <p:nvPr/>
        </p:nvGrpSpPr>
        <p:grpSpPr>
          <a:xfrm>
            <a:off x="33352" y="571334"/>
            <a:ext cx="1371600" cy="1371600"/>
            <a:chOff x="8727727" y="2321881"/>
            <a:chExt cx="2517732" cy="251773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B02F3C5-65F0-A5D8-4B0B-ED30974132AA}"/>
                </a:ext>
              </a:extLst>
            </p:cNvPr>
            <p:cNvSpPr/>
            <p:nvPr/>
          </p:nvSpPr>
          <p:spPr>
            <a:xfrm>
              <a:off x="8727727" y="2321881"/>
              <a:ext cx="2517732" cy="251773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4BDA1C2-F051-8288-2964-ADE50E0E3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64514" y="2849227"/>
              <a:ext cx="1244159" cy="1463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554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15EB-5659-31BE-CE13-E65E9C3460D1}"/>
              </a:ext>
            </a:extLst>
          </p:cNvPr>
          <p:cNvSpPr txBox="1">
            <a:spLocks/>
          </p:cNvSpPr>
          <p:nvPr/>
        </p:nvSpPr>
        <p:spPr>
          <a:xfrm>
            <a:off x="327267" y="2579162"/>
            <a:ext cx="3194531" cy="300682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Ensuring fair access to opportunity, information, and resources, all while striving to identify and eliminate unfair biases, stereotypes, or barriers that may inadvertently exclude underrepresented employees.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79DA0-768D-DCB8-A741-0AE722F5ED8A}"/>
              </a:ext>
            </a:extLst>
          </p:cNvPr>
          <p:cNvSpPr txBox="1">
            <a:spLocks/>
          </p:cNvSpPr>
          <p:nvPr/>
        </p:nvSpPr>
        <p:spPr>
          <a:xfrm>
            <a:off x="1880799" y="873468"/>
            <a:ext cx="4016311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Equity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9D16EC-B38B-D448-CD5F-EE0E92292066}"/>
              </a:ext>
            </a:extLst>
          </p:cNvPr>
          <p:cNvGrpSpPr/>
          <p:nvPr/>
        </p:nvGrpSpPr>
        <p:grpSpPr>
          <a:xfrm>
            <a:off x="327267" y="424205"/>
            <a:ext cx="1371600" cy="1371600"/>
            <a:chOff x="5091133" y="2341584"/>
            <a:chExt cx="2517732" cy="251773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CEC0448-A788-0CBA-DD44-5DB2F1E4313E}"/>
                </a:ext>
              </a:extLst>
            </p:cNvPr>
            <p:cNvSpPr/>
            <p:nvPr/>
          </p:nvSpPr>
          <p:spPr>
            <a:xfrm>
              <a:off x="5091133" y="2341584"/>
              <a:ext cx="2517732" cy="25177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D6F2C2F7-138D-EEBC-99AB-8BA6C794F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72759" y="3075814"/>
              <a:ext cx="1554480" cy="1049273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01EE9FF-A54B-C098-2D75-02CEBA0C4F94}"/>
              </a:ext>
            </a:extLst>
          </p:cNvPr>
          <p:cNvGrpSpPr/>
          <p:nvPr/>
        </p:nvGrpSpPr>
        <p:grpSpPr>
          <a:xfrm>
            <a:off x="4061067" y="0"/>
            <a:ext cx="8142514" cy="6858000"/>
            <a:chOff x="4061067" y="0"/>
            <a:chExt cx="8142514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046BB8-5C79-43EB-885B-A64AA084237F}"/>
                </a:ext>
              </a:extLst>
            </p:cNvPr>
            <p:cNvSpPr/>
            <p:nvPr/>
          </p:nvSpPr>
          <p:spPr>
            <a:xfrm>
              <a:off x="4061067" y="0"/>
              <a:ext cx="8142514" cy="6858000"/>
            </a:xfrm>
            <a:prstGeom prst="rect">
              <a:avLst/>
            </a:prstGeom>
            <a:solidFill>
              <a:srgbClr val="94E1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358DD23-EB9A-25E0-EAE0-08DEB65265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138822" y="729437"/>
              <a:ext cx="7922549" cy="2445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2CEDF306-9E23-C73A-69A6-80709DC5A1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138822" y="3793718"/>
              <a:ext cx="7922549" cy="2445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DBA576FC-EB06-1641-8CF8-A67645384E85}"/>
              </a:ext>
            </a:extLst>
          </p:cNvPr>
          <p:cNvSpPr/>
          <p:nvPr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+mj-lt"/>
              </a:rPr>
              <a:t>8</a:t>
            </a:fld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41877C4-D842-2832-57B0-476BD59E5DFB}"/>
              </a:ext>
            </a:extLst>
          </p:cNvPr>
          <p:cNvCxnSpPr/>
          <p:nvPr/>
        </p:nvCxnSpPr>
        <p:spPr>
          <a:xfrm>
            <a:off x="-64304" y="2164737"/>
            <a:ext cx="616688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988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9FFE-8EC9-4DAE-26BA-E2C4FB59B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04917-ED3F-A7E2-A327-2CBA4EEA7BDB}"/>
              </a:ext>
            </a:extLst>
          </p:cNvPr>
          <p:cNvSpPr txBox="1">
            <a:spLocks/>
          </p:cNvSpPr>
          <p:nvPr/>
        </p:nvSpPr>
        <p:spPr>
          <a:xfrm>
            <a:off x="327267" y="2579162"/>
            <a:ext cx="3819693" cy="273521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Ensuring fair access to opportunity, information, and resources, all while striving to identify and eliminate unfair biases, stereotypes, or barriers that may inadvertently exclude underrepresented employees.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60356-28DF-27FB-641F-49BFE5B8154A}"/>
              </a:ext>
            </a:extLst>
          </p:cNvPr>
          <p:cNvSpPr txBox="1">
            <a:spLocks/>
          </p:cNvSpPr>
          <p:nvPr/>
        </p:nvSpPr>
        <p:spPr>
          <a:xfrm>
            <a:off x="1880799" y="873468"/>
            <a:ext cx="4016311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>
                <a:solidFill>
                  <a:schemeClr val="tx1"/>
                </a:solidFill>
              </a:rPr>
              <a:t>Equity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67B6AF-5168-C997-D360-29C6A7B8A274}"/>
              </a:ext>
            </a:extLst>
          </p:cNvPr>
          <p:cNvGrpSpPr/>
          <p:nvPr/>
        </p:nvGrpSpPr>
        <p:grpSpPr>
          <a:xfrm>
            <a:off x="327267" y="424205"/>
            <a:ext cx="1371600" cy="1371600"/>
            <a:chOff x="5091133" y="2341584"/>
            <a:chExt cx="2517732" cy="251773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E63646-D201-11B0-A320-640E2A4F7CC0}"/>
                </a:ext>
              </a:extLst>
            </p:cNvPr>
            <p:cNvSpPr/>
            <p:nvPr/>
          </p:nvSpPr>
          <p:spPr>
            <a:xfrm>
              <a:off x="5091133" y="2341584"/>
              <a:ext cx="2517732" cy="25177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B63BC64-B2CC-DF13-C853-0541A8A43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72759" y="3075814"/>
              <a:ext cx="1554480" cy="104927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C11B9DF-89D5-00BB-8705-5392FA46CA96}"/>
              </a:ext>
            </a:extLst>
          </p:cNvPr>
          <p:cNvSpPr/>
          <p:nvPr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+mj-lt"/>
              </a:rPr>
              <a:t>9</a:t>
            </a:fld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3F6332-4DA7-25AD-3054-0CA7438E0A81}"/>
              </a:ext>
            </a:extLst>
          </p:cNvPr>
          <p:cNvCxnSpPr/>
          <p:nvPr/>
        </p:nvCxnSpPr>
        <p:spPr>
          <a:xfrm>
            <a:off x="-64304" y="2164737"/>
            <a:ext cx="616688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Equity Definition - Clip Art Library">
            <a:extLst>
              <a:ext uri="{FF2B5EF4-FFF2-40B4-BE49-F238E27FC236}">
                <a16:creationId xmlns:a16="http://schemas.microsoft.com/office/drawing/2014/main" id="{80D49403-5F74-A044-8FB4-7476C497F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83" y="117507"/>
            <a:ext cx="6622986" cy="662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820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9DA0-768D-DCB8-A741-0AE722F5ED8A}"/>
              </a:ext>
            </a:extLst>
          </p:cNvPr>
          <p:cNvSpPr txBox="1">
            <a:spLocks/>
          </p:cNvSpPr>
          <p:nvPr/>
        </p:nvSpPr>
        <p:spPr>
          <a:xfrm rot="16200000">
            <a:off x="-2588550" y="3031893"/>
            <a:ext cx="6858002" cy="794214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verpass"/>
                <a:ea typeface="+mn-ea"/>
                <a:cs typeface="+mn-cs"/>
              </a:rPr>
              <a:t>MAXIMS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47EE5-66A2-89F8-B212-2AE0427E8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904" y="0"/>
            <a:ext cx="10327752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D9E439-D81D-B110-19C8-CA36EFE81E58}"/>
              </a:ext>
            </a:extLst>
          </p:cNvPr>
          <p:cNvCxnSpPr>
            <a:cxnSpLocks/>
          </p:cNvCxnSpPr>
          <p:nvPr/>
        </p:nvCxnSpPr>
        <p:spPr>
          <a:xfrm>
            <a:off x="-212436" y="5449454"/>
            <a:ext cx="80356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5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4E655-2053-92AE-9E0F-1341D7A0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1A2254-CBF2-FC49-29CE-D63883323F32}"/>
              </a:ext>
            </a:extLst>
          </p:cNvPr>
          <p:cNvSpPr txBox="1">
            <a:spLocks/>
          </p:cNvSpPr>
          <p:nvPr/>
        </p:nvSpPr>
        <p:spPr>
          <a:xfrm>
            <a:off x="345990" y="401964"/>
            <a:ext cx="11018695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DEI Center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778F69-91F9-1BA8-7862-F33F039BFE85}"/>
              </a:ext>
            </a:extLst>
          </p:cNvPr>
          <p:cNvCxnSpPr/>
          <p:nvPr/>
        </p:nvCxnSpPr>
        <p:spPr>
          <a:xfrm>
            <a:off x="-42532" y="978194"/>
            <a:ext cx="616688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F08CD25-4EB4-7E33-DA27-089A8A5DDA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95" b="5645"/>
          <a:stretch/>
        </p:blipFill>
        <p:spPr>
          <a:xfrm>
            <a:off x="279521" y="1656142"/>
            <a:ext cx="11780952" cy="5129668"/>
          </a:xfrm>
          <a:prstGeom prst="rect">
            <a:avLst/>
          </a:prstGeom>
        </p:spPr>
      </p:pic>
      <p:pic>
        <p:nvPicPr>
          <p:cNvPr id="3074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88E5FBC4-986A-098E-D894-1E00B84CD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"/>
          <a:stretch/>
        </p:blipFill>
        <p:spPr bwMode="auto">
          <a:xfrm>
            <a:off x="642796" y="4342975"/>
            <a:ext cx="3649078" cy="244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0B196C-E9D7-2FAE-2E1B-73E55EEA27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4537"/>
          <a:stretch/>
        </p:blipFill>
        <p:spPr>
          <a:xfrm>
            <a:off x="2978589" y="112922"/>
            <a:ext cx="8624935" cy="154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9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C3DBE3-16AF-7A2D-73C5-2F47C05E57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6BDD681-AA65-0CAB-BA46-8ECD17C2FF31}"/>
              </a:ext>
            </a:extLst>
          </p:cNvPr>
          <p:cNvSpPr txBox="1">
            <a:spLocks/>
          </p:cNvSpPr>
          <p:nvPr/>
        </p:nvSpPr>
        <p:spPr>
          <a:xfrm>
            <a:off x="1" y="3054558"/>
            <a:ext cx="12191999" cy="1282890"/>
          </a:xfrm>
          <a:prstGeom prst="rect">
            <a:avLst/>
          </a:prstGeom>
          <a:solidFill>
            <a:schemeClr val="bg1">
              <a:alpha val="93000"/>
            </a:schemeClr>
          </a:solidFill>
        </p:spPr>
        <p:txBody>
          <a:bodyPr lIns="274320" rIns="182880" anchor="ctr" anchorCtr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600"/>
              </a:spcAft>
              <a:buClr>
                <a:srgbClr val="31547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Go to www.menti.com</a:t>
            </a:r>
          </a:p>
        </p:txBody>
      </p:sp>
    </p:spTree>
    <p:extLst>
      <p:ext uri="{BB962C8B-B14F-4D97-AF65-F5344CB8AC3E}">
        <p14:creationId xmlns:p14="http://schemas.microsoft.com/office/powerpoint/2010/main" val="150223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4E782-64D4-99A8-2560-82B283A5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97FA6-85F2-5A14-1A86-8DEE64FAC2FC}"/>
              </a:ext>
            </a:extLst>
          </p:cNvPr>
          <p:cNvSpPr txBox="1">
            <a:spLocks/>
          </p:cNvSpPr>
          <p:nvPr/>
        </p:nvSpPr>
        <p:spPr>
          <a:xfrm>
            <a:off x="345990" y="401964"/>
            <a:ext cx="11018695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ERGs at Nordic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0E61BF-B760-C961-133C-98AE236043D1}"/>
              </a:ext>
            </a:extLst>
          </p:cNvPr>
          <p:cNvCxnSpPr/>
          <p:nvPr/>
        </p:nvCxnSpPr>
        <p:spPr>
          <a:xfrm>
            <a:off x="-42532" y="978194"/>
            <a:ext cx="616688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ack and white text on a black background&#10;&#10;Description automatically generated">
            <a:extLst>
              <a:ext uri="{FF2B5EF4-FFF2-40B4-BE49-F238E27FC236}">
                <a16:creationId xmlns:a16="http://schemas.microsoft.com/office/drawing/2014/main" id="{F61C9F07-8E34-71DF-F9B8-D6DAED1A0B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215" r="12785"/>
          <a:stretch/>
        </p:blipFill>
        <p:spPr>
          <a:xfrm>
            <a:off x="-42533" y="1370304"/>
            <a:ext cx="4079919" cy="1613527"/>
          </a:xfrm>
          <a:prstGeom prst="rect">
            <a:avLst/>
          </a:prstGeom>
        </p:spPr>
      </p:pic>
      <p:pic>
        <p:nvPicPr>
          <p:cNvPr id="5" name="Picture 4" descr="A rainbow colored triangle with a black background&#10;&#10;Description automatically generated">
            <a:extLst>
              <a:ext uri="{FF2B5EF4-FFF2-40B4-BE49-F238E27FC236}">
                <a16:creationId xmlns:a16="http://schemas.microsoft.com/office/drawing/2014/main" id="{6D042D5C-5CA5-D3E0-3A20-7E674166E0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582" r="19365"/>
          <a:stretch/>
        </p:blipFill>
        <p:spPr>
          <a:xfrm>
            <a:off x="4348212" y="1379929"/>
            <a:ext cx="3321197" cy="1613527"/>
          </a:xfrm>
          <a:prstGeom prst="rect">
            <a:avLst/>
          </a:prstGeom>
        </p:spPr>
      </p:pic>
      <p:pic>
        <p:nvPicPr>
          <p:cNvPr id="6" name="Picture 5" descr="A purple and orange logo&#10;&#10;Description automatically generated">
            <a:extLst>
              <a:ext uri="{FF2B5EF4-FFF2-40B4-BE49-F238E27FC236}">
                <a16:creationId xmlns:a16="http://schemas.microsoft.com/office/drawing/2014/main" id="{43219B18-FF52-0CA1-8891-387145F925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478" r="16469"/>
          <a:stretch/>
        </p:blipFill>
        <p:spPr>
          <a:xfrm>
            <a:off x="4348212" y="3665298"/>
            <a:ext cx="3593190" cy="1613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E9AA30-EA3B-0116-69AB-5606C7F135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785" t="20031" r="2332" b="25182"/>
          <a:stretch/>
        </p:blipFill>
        <p:spPr>
          <a:xfrm>
            <a:off x="0" y="3665298"/>
            <a:ext cx="4037386" cy="169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35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miling woman waving at camera">
            <a:extLst>
              <a:ext uri="{FF2B5EF4-FFF2-40B4-BE49-F238E27FC236}">
                <a16:creationId xmlns:a16="http://schemas.microsoft.com/office/drawing/2014/main" id="{F8346203-7138-09D1-4BDD-B20CB0EED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42" b="10176"/>
          <a:stretch/>
        </p:blipFill>
        <p:spPr>
          <a:xfrm flipH="1">
            <a:off x="0" y="0"/>
            <a:ext cx="12234532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D02414-E104-30F1-2A80-89000A62E219}"/>
              </a:ext>
            </a:extLst>
          </p:cNvPr>
          <p:cNvSpPr/>
          <p:nvPr/>
        </p:nvSpPr>
        <p:spPr>
          <a:xfrm>
            <a:off x="0" y="1010853"/>
            <a:ext cx="3829616" cy="40409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79DA0-768D-DCB8-A741-0AE722F5ED8A}"/>
              </a:ext>
            </a:extLst>
          </p:cNvPr>
          <p:cNvSpPr txBox="1">
            <a:spLocks/>
          </p:cNvSpPr>
          <p:nvPr/>
        </p:nvSpPr>
        <p:spPr>
          <a:xfrm>
            <a:off x="345991" y="401964"/>
            <a:ext cx="6172888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What Our ERGs Do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15EB-5659-31BE-CE13-E65E9C3460D1}"/>
              </a:ext>
            </a:extLst>
          </p:cNvPr>
          <p:cNvSpPr txBox="1">
            <a:spLocks/>
          </p:cNvSpPr>
          <p:nvPr/>
        </p:nvSpPr>
        <p:spPr>
          <a:xfrm>
            <a:off x="15176" y="1188423"/>
            <a:ext cx="4022673" cy="413501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Membership meetings</a:t>
            </a: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Cigna EAP (Employee Assistance Program) sessions</a:t>
            </a: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Cultural Heritage Month programs</a:t>
            </a: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ERG Leadership Summit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71C8EE-E2D6-2773-E44C-73ABF1E6EFB2}"/>
              </a:ext>
            </a:extLst>
          </p:cNvPr>
          <p:cNvSpPr/>
          <p:nvPr/>
        </p:nvSpPr>
        <p:spPr>
          <a:xfrm>
            <a:off x="11604192" y="6353913"/>
            <a:ext cx="488403" cy="488403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CA5ED260-20AD-45AD-AFCA-6B0DE0811A5D}" type="slidenum">
              <a:rPr lang="en-US" sz="1600" smtClean="0">
                <a:solidFill>
                  <a:schemeClr val="bg1"/>
                </a:solidFill>
                <a:latin typeface="+mj-lt"/>
              </a:rPr>
              <a:t>14</a:t>
            </a:fld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9CC2B8-8C53-2F18-47F6-8FC089A67771}"/>
              </a:ext>
            </a:extLst>
          </p:cNvPr>
          <p:cNvCxnSpPr/>
          <p:nvPr/>
        </p:nvCxnSpPr>
        <p:spPr>
          <a:xfrm>
            <a:off x="-42532" y="978194"/>
            <a:ext cx="616688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21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A7CE-200F-3081-7275-F7490CE6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group of people in clothing&#10;&#10;Description automatically generated">
            <a:extLst>
              <a:ext uri="{FF2B5EF4-FFF2-40B4-BE49-F238E27FC236}">
                <a16:creationId xmlns:a16="http://schemas.microsoft.com/office/drawing/2014/main" id="{AFF4BCEC-F17A-403B-8FCB-86EC7D152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" b="2696"/>
          <a:stretch/>
        </p:blipFill>
        <p:spPr bwMode="auto">
          <a:xfrm>
            <a:off x="5115208" y="2"/>
            <a:ext cx="7076792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BB451E-F845-46EF-E066-297C2C15DA36}"/>
              </a:ext>
            </a:extLst>
          </p:cNvPr>
          <p:cNvSpPr txBox="1">
            <a:spLocks/>
          </p:cNvSpPr>
          <p:nvPr/>
        </p:nvSpPr>
        <p:spPr>
          <a:xfrm>
            <a:off x="345990" y="401964"/>
            <a:ext cx="11018695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verpass"/>
                <a:ea typeface="+mn-ea"/>
                <a:cs typeface="+mn-cs"/>
              </a:rPr>
              <a:t>DEI </a:t>
            </a:r>
            <a:r>
              <a:rPr lang="en-US" sz="2800" dirty="0">
                <a:solidFill>
                  <a:srgbClr val="595959"/>
                </a:solidFill>
                <a:latin typeface="Overpass"/>
              </a:rPr>
              <a:t>in 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Overpass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384CC0-04CF-BFDB-ED76-642E9AE71481}"/>
              </a:ext>
            </a:extLst>
          </p:cNvPr>
          <p:cNvCxnSpPr/>
          <p:nvPr/>
        </p:nvCxnSpPr>
        <p:spPr>
          <a:xfrm>
            <a:off x="-42532" y="978194"/>
            <a:ext cx="616688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D91AB7D-B688-C40D-B6E7-41E3B256DE63}"/>
              </a:ext>
            </a:extLst>
          </p:cNvPr>
          <p:cNvSpPr txBox="1">
            <a:spLocks/>
          </p:cNvSpPr>
          <p:nvPr/>
        </p:nvSpPr>
        <p:spPr>
          <a:xfrm>
            <a:off x="345990" y="1226988"/>
            <a:ext cx="4490518" cy="527906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Share Your Pronouns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Inclusive Language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Avoid Assumptions about Others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Understand Colleagues’ Communication Styles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Speak Up Against Exclusion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Share Opportunities with Diverse Communities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Clr>
                <a:schemeClr val="tx2"/>
              </a:buCl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>
              <a:buClr>
                <a:schemeClr val="tx2"/>
              </a:buClr>
              <a:buFont typeface="Source Sans Pro" panose="020B0503030403020204" pitchFamily="34" charset="0"/>
              <a:buChar char="→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 about DEI</a:t>
            </a:r>
          </a:p>
        </p:txBody>
      </p:sp>
    </p:spTree>
    <p:extLst>
      <p:ext uri="{BB962C8B-B14F-4D97-AF65-F5344CB8AC3E}">
        <p14:creationId xmlns:p14="http://schemas.microsoft.com/office/powerpoint/2010/main" val="1739878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9DA0-768D-DCB8-A741-0AE722F5ED8A}"/>
              </a:ext>
            </a:extLst>
          </p:cNvPr>
          <p:cNvSpPr txBox="1">
            <a:spLocks/>
          </p:cNvSpPr>
          <p:nvPr/>
        </p:nvSpPr>
        <p:spPr>
          <a:xfrm>
            <a:off x="0" y="2341527"/>
            <a:ext cx="3976577" cy="4730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verpass"/>
                <a:ea typeface="+mn-ea"/>
                <a:cs typeface="+mn-cs"/>
              </a:rPr>
              <a:t>Thank you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29CB7B-7A5B-80E6-8FA9-DAC91CA8209F}"/>
              </a:ext>
            </a:extLst>
          </p:cNvPr>
          <p:cNvSpPr/>
          <p:nvPr/>
        </p:nvSpPr>
        <p:spPr>
          <a:xfrm>
            <a:off x="695603" y="3332990"/>
            <a:ext cx="2724379" cy="921929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Click to complete the 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course evaluation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3ADB77-217E-217C-15EC-D803550E4202}"/>
              </a:ext>
            </a:extLst>
          </p:cNvPr>
          <p:cNvGrpSpPr/>
          <p:nvPr/>
        </p:nvGrpSpPr>
        <p:grpSpPr>
          <a:xfrm flipH="1">
            <a:off x="4551524" y="3811"/>
            <a:ext cx="9402721" cy="6858000"/>
            <a:chOff x="-3072" y="-3811"/>
            <a:chExt cx="9427754" cy="687625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568DD97-E59A-CF56-2A64-4808648DEA87}"/>
                </a:ext>
              </a:extLst>
            </p:cNvPr>
            <p:cNvSpPr/>
            <p:nvPr userDrawn="1"/>
          </p:nvSpPr>
          <p:spPr>
            <a:xfrm>
              <a:off x="-1" y="-3811"/>
              <a:ext cx="2927034" cy="1204892"/>
            </a:xfrm>
            <a:custGeom>
              <a:avLst/>
              <a:gdLst>
                <a:gd name="connsiteX0" fmla="*/ 2366683 w 2402541"/>
                <a:gd name="connsiteY0" fmla="*/ 0 h 2348753"/>
                <a:gd name="connsiteX1" fmla="*/ 2402541 w 2402541"/>
                <a:gd name="connsiteY1" fmla="*/ 2348753 h 2348753"/>
                <a:gd name="connsiteX2" fmla="*/ 0 w 2402541"/>
                <a:gd name="connsiteY2" fmla="*/ 2348753 h 2348753"/>
                <a:gd name="connsiteX3" fmla="*/ 2366683 w 2402541"/>
                <a:gd name="connsiteY3" fmla="*/ 0 h 2348753"/>
                <a:gd name="connsiteX0" fmla="*/ 2381923 w 2402541"/>
                <a:gd name="connsiteY0" fmla="*/ 0 h 2322083"/>
                <a:gd name="connsiteX1" fmla="*/ 2402541 w 2402541"/>
                <a:gd name="connsiteY1" fmla="*/ 2322083 h 2322083"/>
                <a:gd name="connsiteX2" fmla="*/ 0 w 2402541"/>
                <a:gd name="connsiteY2" fmla="*/ 2322083 h 2322083"/>
                <a:gd name="connsiteX3" fmla="*/ 2381923 w 2402541"/>
                <a:gd name="connsiteY3" fmla="*/ 0 h 2322083"/>
                <a:gd name="connsiteX0" fmla="*/ 2381923 w 2381923"/>
                <a:gd name="connsiteY0" fmla="*/ 0 h 2322083"/>
                <a:gd name="connsiteX1" fmla="*/ 2173941 w 2381923"/>
                <a:gd name="connsiteY1" fmla="*/ 2082053 h 2322083"/>
                <a:gd name="connsiteX2" fmla="*/ 0 w 2381923"/>
                <a:gd name="connsiteY2" fmla="*/ 2322083 h 2322083"/>
                <a:gd name="connsiteX3" fmla="*/ 2381923 w 2381923"/>
                <a:gd name="connsiteY3" fmla="*/ 0 h 2322083"/>
                <a:gd name="connsiteX0" fmla="*/ 2381923 w 2381923"/>
                <a:gd name="connsiteY0" fmla="*/ 0 h 2322083"/>
                <a:gd name="connsiteX1" fmla="*/ 2379681 w 2381923"/>
                <a:gd name="connsiteY1" fmla="*/ 2310653 h 2322083"/>
                <a:gd name="connsiteX2" fmla="*/ 0 w 2381923"/>
                <a:gd name="connsiteY2" fmla="*/ 2322083 h 2322083"/>
                <a:gd name="connsiteX3" fmla="*/ 2381923 w 2381923"/>
                <a:gd name="connsiteY3" fmla="*/ 0 h 2322083"/>
                <a:gd name="connsiteX0" fmla="*/ 2179993 w 2179993"/>
                <a:gd name="connsiteY0" fmla="*/ 0 h 2310653"/>
                <a:gd name="connsiteX1" fmla="*/ 2177751 w 2179993"/>
                <a:gd name="connsiteY1" fmla="*/ 2310653 h 2310653"/>
                <a:gd name="connsiteX2" fmla="*/ 0 w 2179993"/>
                <a:gd name="connsiteY2" fmla="*/ 2162063 h 2310653"/>
                <a:gd name="connsiteX3" fmla="*/ 2179993 w 217999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556805"/>
                <a:gd name="connsiteY0" fmla="*/ 8496 h 2319149"/>
                <a:gd name="connsiteX1" fmla="*/ 2376980 w 2556805"/>
                <a:gd name="connsiteY1" fmla="*/ 1563691 h 2319149"/>
                <a:gd name="connsiteX2" fmla="*/ 2379681 w 2556805"/>
                <a:gd name="connsiteY2" fmla="*/ 2319149 h 2319149"/>
                <a:gd name="connsiteX3" fmla="*/ 0 w 2556805"/>
                <a:gd name="connsiteY3" fmla="*/ 2315339 h 2319149"/>
                <a:gd name="connsiteX4" fmla="*/ 2381923 w 2556805"/>
                <a:gd name="connsiteY4" fmla="*/ 8496 h 2319149"/>
                <a:gd name="connsiteX0" fmla="*/ 2381923 w 2556805"/>
                <a:gd name="connsiteY0" fmla="*/ 8496 h 2319149"/>
                <a:gd name="connsiteX1" fmla="*/ 2376980 w 2556805"/>
                <a:gd name="connsiteY1" fmla="*/ 1563691 h 2319149"/>
                <a:gd name="connsiteX2" fmla="*/ 2379681 w 2556805"/>
                <a:gd name="connsiteY2" fmla="*/ 2319149 h 2319149"/>
                <a:gd name="connsiteX3" fmla="*/ 540749 w 2556805"/>
                <a:gd name="connsiteY3" fmla="*/ 2316678 h 2319149"/>
                <a:gd name="connsiteX4" fmla="*/ 0 w 2556805"/>
                <a:gd name="connsiteY4" fmla="*/ 2315339 h 2319149"/>
                <a:gd name="connsiteX5" fmla="*/ 2381923 w 2556805"/>
                <a:gd name="connsiteY5" fmla="*/ 8496 h 2319149"/>
                <a:gd name="connsiteX0" fmla="*/ 2381923 w 2556805"/>
                <a:gd name="connsiteY0" fmla="*/ 8496 h 2319149"/>
                <a:gd name="connsiteX1" fmla="*/ 2376980 w 2556805"/>
                <a:gd name="connsiteY1" fmla="*/ 1563691 h 2319149"/>
                <a:gd name="connsiteX2" fmla="*/ 2379681 w 2556805"/>
                <a:gd name="connsiteY2" fmla="*/ 2319149 h 2319149"/>
                <a:gd name="connsiteX3" fmla="*/ 540749 w 2556805"/>
                <a:gd name="connsiteY3" fmla="*/ 2316678 h 2319149"/>
                <a:gd name="connsiteX4" fmla="*/ 0 w 2556805"/>
                <a:gd name="connsiteY4" fmla="*/ 2315339 h 2319149"/>
                <a:gd name="connsiteX5" fmla="*/ 2381923 w 2556805"/>
                <a:gd name="connsiteY5" fmla="*/ 8496 h 2319149"/>
                <a:gd name="connsiteX0" fmla="*/ 2381923 w 2556805"/>
                <a:gd name="connsiteY0" fmla="*/ 8496 h 2319149"/>
                <a:gd name="connsiteX1" fmla="*/ 2376980 w 2556805"/>
                <a:gd name="connsiteY1" fmla="*/ 1563691 h 2319149"/>
                <a:gd name="connsiteX2" fmla="*/ 2379681 w 2556805"/>
                <a:gd name="connsiteY2" fmla="*/ 2319149 h 2319149"/>
                <a:gd name="connsiteX3" fmla="*/ 540749 w 2556805"/>
                <a:gd name="connsiteY3" fmla="*/ 2316678 h 2319149"/>
                <a:gd name="connsiteX4" fmla="*/ 0 w 2556805"/>
                <a:gd name="connsiteY4" fmla="*/ 2315339 h 2319149"/>
                <a:gd name="connsiteX5" fmla="*/ 2381923 w 2556805"/>
                <a:gd name="connsiteY5" fmla="*/ 8496 h 2319149"/>
                <a:gd name="connsiteX0" fmla="*/ 552298 w 2380220"/>
                <a:gd name="connsiteY0" fmla="*/ 238784 h 984018"/>
                <a:gd name="connsiteX1" fmla="*/ 2376980 w 2380220"/>
                <a:gd name="connsiteY1" fmla="*/ 228560 h 984018"/>
                <a:gd name="connsiteX2" fmla="*/ 2379681 w 2380220"/>
                <a:gd name="connsiteY2" fmla="*/ 984018 h 984018"/>
                <a:gd name="connsiteX3" fmla="*/ 540749 w 2380220"/>
                <a:gd name="connsiteY3" fmla="*/ 981547 h 984018"/>
                <a:gd name="connsiteX4" fmla="*/ 0 w 2380220"/>
                <a:gd name="connsiteY4" fmla="*/ 980208 h 984018"/>
                <a:gd name="connsiteX5" fmla="*/ 552298 w 2380220"/>
                <a:gd name="connsiteY5" fmla="*/ 238784 h 984018"/>
                <a:gd name="connsiteX0" fmla="*/ 552298 w 2380220"/>
                <a:gd name="connsiteY0" fmla="*/ 209341 h 954575"/>
                <a:gd name="connsiteX1" fmla="*/ 2376980 w 2380220"/>
                <a:gd name="connsiteY1" fmla="*/ 199117 h 954575"/>
                <a:gd name="connsiteX2" fmla="*/ 2379681 w 2380220"/>
                <a:gd name="connsiteY2" fmla="*/ 954575 h 954575"/>
                <a:gd name="connsiteX3" fmla="*/ 540749 w 2380220"/>
                <a:gd name="connsiteY3" fmla="*/ 952104 h 954575"/>
                <a:gd name="connsiteX4" fmla="*/ 0 w 2380220"/>
                <a:gd name="connsiteY4" fmla="*/ 950765 h 954575"/>
                <a:gd name="connsiteX5" fmla="*/ 552298 w 2380220"/>
                <a:gd name="connsiteY5" fmla="*/ 209341 h 954575"/>
                <a:gd name="connsiteX0" fmla="*/ 552298 w 2380220"/>
                <a:gd name="connsiteY0" fmla="*/ 209341 h 954575"/>
                <a:gd name="connsiteX1" fmla="*/ 2376980 w 2380220"/>
                <a:gd name="connsiteY1" fmla="*/ 199117 h 954575"/>
                <a:gd name="connsiteX2" fmla="*/ 2379681 w 2380220"/>
                <a:gd name="connsiteY2" fmla="*/ 954575 h 954575"/>
                <a:gd name="connsiteX3" fmla="*/ 540749 w 2380220"/>
                <a:gd name="connsiteY3" fmla="*/ 952104 h 954575"/>
                <a:gd name="connsiteX4" fmla="*/ 0 w 2380220"/>
                <a:gd name="connsiteY4" fmla="*/ 950765 h 954575"/>
                <a:gd name="connsiteX5" fmla="*/ 552298 w 2380220"/>
                <a:gd name="connsiteY5" fmla="*/ 209341 h 954575"/>
                <a:gd name="connsiteX0" fmla="*/ 11549 w 1839471"/>
                <a:gd name="connsiteY0" fmla="*/ 209341 h 954575"/>
                <a:gd name="connsiteX1" fmla="*/ 1836231 w 1839471"/>
                <a:gd name="connsiteY1" fmla="*/ 199117 h 954575"/>
                <a:gd name="connsiteX2" fmla="*/ 1838932 w 1839471"/>
                <a:gd name="connsiteY2" fmla="*/ 954575 h 954575"/>
                <a:gd name="connsiteX3" fmla="*/ 0 w 1839471"/>
                <a:gd name="connsiteY3" fmla="*/ 952104 h 954575"/>
                <a:gd name="connsiteX4" fmla="*/ 11549 w 1839471"/>
                <a:gd name="connsiteY4" fmla="*/ 209341 h 954575"/>
                <a:gd name="connsiteX0" fmla="*/ 102535 w 1839471"/>
                <a:gd name="connsiteY0" fmla="*/ 270424 h 929461"/>
                <a:gd name="connsiteX1" fmla="*/ 1836231 w 1839471"/>
                <a:gd name="connsiteY1" fmla="*/ 174003 h 929461"/>
                <a:gd name="connsiteX2" fmla="*/ 1838932 w 1839471"/>
                <a:gd name="connsiteY2" fmla="*/ 929461 h 929461"/>
                <a:gd name="connsiteX3" fmla="*/ 0 w 1839471"/>
                <a:gd name="connsiteY3" fmla="*/ 926990 h 929461"/>
                <a:gd name="connsiteX4" fmla="*/ 102535 w 1839471"/>
                <a:gd name="connsiteY4" fmla="*/ 270424 h 929461"/>
                <a:gd name="connsiteX0" fmla="*/ 0 w 1842288"/>
                <a:gd name="connsiteY0" fmla="*/ 201376 h 958582"/>
                <a:gd name="connsiteX1" fmla="*/ 1839048 w 1842288"/>
                <a:gd name="connsiteY1" fmla="*/ 203124 h 958582"/>
                <a:gd name="connsiteX2" fmla="*/ 1841749 w 1842288"/>
                <a:gd name="connsiteY2" fmla="*/ 958582 h 958582"/>
                <a:gd name="connsiteX3" fmla="*/ 2817 w 1842288"/>
                <a:gd name="connsiteY3" fmla="*/ 956111 h 958582"/>
                <a:gd name="connsiteX4" fmla="*/ 0 w 1842288"/>
                <a:gd name="connsiteY4" fmla="*/ 201376 h 958582"/>
                <a:gd name="connsiteX0" fmla="*/ 0 w 1842288"/>
                <a:gd name="connsiteY0" fmla="*/ 170038 h 927244"/>
                <a:gd name="connsiteX1" fmla="*/ 1839048 w 1842288"/>
                <a:gd name="connsiteY1" fmla="*/ 171786 h 927244"/>
                <a:gd name="connsiteX2" fmla="*/ 1841749 w 1842288"/>
                <a:gd name="connsiteY2" fmla="*/ 927244 h 927244"/>
                <a:gd name="connsiteX3" fmla="*/ 2817 w 1842288"/>
                <a:gd name="connsiteY3" fmla="*/ 924773 h 927244"/>
                <a:gd name="connsiteX4" fmla="*/ 0 w 1842288"/>
                <a:gd name="connsiteY4" fmla="*/ 170038 h 927244"/>
                <a:gd name="connsiteX0" fmla="*/ 0 w 1842288"/>
                <a:gd name="connsiteY0" fmla="*/ 170038 h 927244"/>
                <a:gd name="connsiteX1" fmla="*/ 1839048 w 1842288"/>
                <a:gd name="connsiteY1" fmla="*/ 171786 h 927244"/>
                <a:gd name="connsiteX2" fmla="*/ 1841749 w 1842288"/>
                <a:gd name="connsiteY2" fmla="*/ 927244 h 927244"/>
                <a:gd name="connsiteX3" fmla="*/ 2817 w 1842288"/>
                <a:gd name="connsiteY3" fmla="*/ 924773 h 927244"/>
                <a:gd name="connsiteX4" fmla="*/ 0 w 1842288"/>
                <a:gd name="connsiteY4" fmla="*/ 170038 h 927244"/>
                <a:gd name="connsiteX0" fmla="*/ 0 w 1842288"/>
                <a:gd name="connsiteY0" fmla="*/ 0 h 757206"/>
                <a:gd name="connsiteX1" fmla="*/ 1839048 w 1842288"/>
                <a:gd name="connsiteY1" fmla="*/ 1748 h 757206"/>
                <a:gd name="connsiteX2" fmla="*/ 1841749 w 1842288"/>
                <a:gd name="connsiteY2" fmla="*/ 757206 h 757206"/>
                <a:gd name="connsiteX3" fmla="*/ 2817 w 1842288"/>
                <a:gd name="connsiteY3" fmla="*/ 754735 h 757206"/>
                <a:gd name="connsiteX4" fmla="*/ 0 w 1842288"/>
                <a:gd name="connsiteY4" fmla="*/ 0 h 757206"/>
                <a:gd name="connsiteX0" fmla="*/ 0 w 1839894"/>
                <a:gd name="connsiteY0" fmla="*/ 0 h 759600"/>
                <a:gd name="connsiteX1" fmla="*/ 1836654 w 1839894"/>
                <a:gd name="connsiteY1" fmla="*/ 4142 h 759600"/>
                <a:gd name="connsiteX2" fmla="*/ 1839355 w 1839894"/>
                <a:gd name="connsiteY2" fmla="*/ 759600 h 759600"/>
                <a:gd name="connsiteX3" fmla="*/ 423 w 1839894"/>
                <a:gd name="connsiteY3" fmla="*/ 757129 h 759600"/>
                <a:gd name="connsiteX4" fmla="*/ 0 w 1839894"/>
                <a:gd name="connsiteY4" fmla="*/ 0 h 759600"/>
                <a:gd name="connsiteX0" fmla="*/ 1971 w 1839471"/>
                <a:gd name="connsiteY0" fmla="*/ 647 h 755458"/>
                <a:gd name="connsiteX1" fmla="*/ 1836231 w 1839471"/>
                <a:gd name="connsiteY1" fmla="*/ 0 h 755458"/>
                <a:gd name="connsiteX2" fmla="*/ 1838932 w 1839471"/>
                <a:gd name="connsiteY2" fmla="*/ 755458 h 755458"/>
                <a:gd name="connsiteX3" fmla="*/ 0 w 1839471"/>
                <a:gd name="connsiteY3" fmla="*/ 752987 h 755458"/>
                <a:gd name="connsiteX4" fmla="*/ 1971 w 1839471"/>
                <a:gd name="connsiteY4" fmla="*/ 647 h 755458"/>
                <a:gd name="connsiteX0" fmla="*/ 0 w 1866233"/>
                <a:gd name="connsiteY0" fmla="*/ 0 h 788332"/>
                <a:gd name="connsiteX1" fmla="*/ 1862993 w 1866233"/>
                <a:gd name="connsiteY1" fmla="*/ 32874 h 788332"/>
                <a:gd name="connsiteX2" fmla="*/ 1865694 w 1866233"/>
                <a:gd name="connsiteY2" fmla="*/ 788332 h 788332"/>
                <a:gd name="connsiteX3" fmla="*/ 26762 w 1866233"/>
                <a:gd name="connsiteY3" fmla="*/ 785861 h 788332"/>
                <a:gd name="connsiteX4" fmla="*/ 0 w 1866233"/>
                <a:gd name="connsiteY4" fmla="*/ 0 h 788332"/>
                <a:gd name="connsiteX0" fmla="*/ 1970 w 1839471"/>
                <a:gd name="connsiteY0" fmla="*/ 0 h 759600"/>
                <a:gd name="connsiteX1" fmla="*/ 1836231 w 1839471"/>
                <a:gd name="connsiteY1" fmla="*/ 4142 h 759600"/>
                <a:gd name="connsiteX2" fmla="*/ 1838932 w 1839471"/>
                <a:gd name="connsiteY2" fmla="*/ 759600 h 759600"/>
                <a:gd name="connsiteX3" fmla="*/ 0 w 1839471"/>
                <a:gd name="connsiteY3" fmla="*/ 757129 h 759600"/>
                <a:gd name="connsiteX4" fmla="*/ 1970 w 1839471"/>
                <a:gd name="connsiteY4" fmla="*/ 0 h 759600"/>
                <a:gd name="connsiteX0" fmla="*/ 1970 w 1839471"/>
                <a:gd name="connsiteY0" fmla="*/ 647 h 755458"/>
                <a:gd name="connsiteX1" fmla="*/ 1836231 w 1839471"/>
                <a:gd name="connsiteY1" fmla="*/ 0 h 755458"/>
                <a:gd name="connsiteX2" fmla="*/ 1838932 w 1839471"/>
                <a:gd name="connsiteY2" fmla="*/ 755458 h 755458"/>
                <a:gd name="connsiteX3" fmla="*/ 0 w 1839471"/>
                <a:gd name="connsiteY3" fmla="*/ 752987 h 755458"/>
                <a:gd name="connsiteX4" fmla="*/ 1970 w 1839471"/>
                <a:gd name="connsiteY4" fmla="*/ 647 h 755458"/>
                <a:gd name="connsiteX0" fmla="*/ 773 w 1839471"/>
                <a:gd name="connsiteY0" fmla="*/ 0 h 757205"/>
                <a:gd name="connsiteX1" fmla="*/ 1836231 w 1839471"/>
                <a:gd name="connsiteY1" fmla="*/ 1747 h 757205"/>
                <a:gd name="connsiteX2" fmla="*/ 1838932 w 1839471"/>
                <a:gd name="connsiteY2" fmla="*/ 757205 h 757205"/>
                <a:gd name="connsiteX3" fmla="*/ 0 w 1839471"/>
                <a:gd name="connsiteY3" fmla="*/ 754734 h 757205"/>
                <a:gd name="connsiteX4" fmla="*/ 773 w 1839471"/>
                <a:gd name="connsiteY4" fmla="*/ 0 h 757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9471" h="757205">
                  <a:moveTo>
                    <a:pt x="773" y="0"/>
                  </a:moveTo>
                  <a:lnTo>
                    <a:pt x="1836231" y="1747"/>
                  </a:lnTo>
                  <a:cubicBezTo>
                    <a:pt x="1835857" y="386856"/>
                    <a:pt x="1841134" y="433553"/>
                    <a:pt x="1838932" y="757205"/>
                  </a:cubicBezTo>
                  <a:lnTo>
                    <a:pt x="0" y="754734"/>
                  </a:lnTo>
                  <a:cubicBezTo>
                    <a:pt x="657" y="502358"/>
                    <a:pt x="116" y="252376"/>
                    <a:pt x="773" y="0"/>
                  </a:cubicBezTo>
                  <a:close/>
                </a:path>
              </a:pathLst>
            </a:custGeom>
            <a:solidFill>
              <a:schemeClr val="bg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43F8738-26B8-E7E0-AE56-0E5292DE50E8}"/>
                </a:ext>
              </a:extLst>
            </p:cNvPr>
            <p:cNvSpPr/>
            <p:nvPr userDrawn="1"/>
          </p:nvSpPr>
          <p:spPr>
            <a:xfrm flipV="1">
              <a:off x="-3072" y="3817697"/>
              <a:ext cx="2935460" cy="3053177"/>
            </a:xfrm>
            <a:custGeom>
              <a:avLst/>
              <a:gdLst>
                <a:gd name="connsiteX0" fmla="*/ 2366683 w 2402541"/>
                <a:gd name="connsiteY0" fmla="*/ 0 h 2348753"/>
                <a:gd name="connsiteX1" fmla="*/ 2402541 w 2402541"/>
                <a:gd name="connsiteY1" fmla="*/ 2348753 h 2348753"/>
                <a:gd name="connsiteX2" fmla="*/ 0 w 2402541"/>
                <a:gd name="connsiteY2" fmla="*/ 2348753 h 2348753"/>
                <a:gd name="connsiteX3" fmla="*/ 2366683 w 2402541"/>
                <a:gd name="connsiteY3" fmla="*/ 0 h 2348753"/>
                <a:gd name="connsiteX0" fmla="*/ 2381923 w 2402541"/>
                <a:gd name="connsiteY0" fmla="*/ 0 h 2322083"/>
                <a:gd name="connsiteX1" fmla="*/ 2402541 w 2402541"/>
                <a:gd name="connsiteY1" fmla="*/ 2322083 h 2322083"/>
                <a:gd name="connsiteX2" fmla="*/ 0 w 2402541"/>
                <a:gd name="connsiteY2" fmla="*/ 2322083 h 2322083"/>
                <a:gd name="connsiteX3" fmla="*/ 2381923 w 2402541"/>
                <a:gd name="connsiteY3" fmla="*/ 0 h 2322083"/>
                <a:gd name="connsiteX0" fmla="*/ 2381923 w 2381923"/>
                <a:gd name="connsiteY0" fmla="*/ 0 h 2322083"/>
                <a:gd name="connsiteX1" fmla="*/ 2173941 w 2381923"/>
                <a:gd name="connsiteY1" fmla="*/ 2082053 h 2322083"/>
                <a:gd name="connsiteX2" fmla="*/ 0 w 2381923"/>
                <a:gd name="connsiteY2" fmla="*/ 2322083 h 2322083"/>
                <a:gd name="connsiteX3" fmla="*/ 2381923 w 2381923"/>
                <a:gd name="connsiteY3" fmla="*/ 0 h 2322083"/>
                <a:gd name="connsiteX0" fmla="*/ 2381923 w 2381923"/>
                <a:gd name="connsiteY0" fmla="*/ 0 h 2322083"/>
                <a:gd name="connsiteX1" fmla="*/ 2379681 w 2381923"/>
                <a:gd name="connsiteY1" fmla="*/ 2310653 h 2322083"/>
                <a:gd name="connsiteX2" fmla="*/ 0 w 2381923"/>
                <a:gd name="connsiteY2" fmla="*/ 2322083 h 2322083"/>
                <a:gd name="connsiteX3" fmla="*/ 2381923 w 2381923"/>
                <a:gd name="connsiteY3" fmla="*/ 0 h 2322083"/>
                <a:gd name="connsiteX0" fmla="*/ 2179993 w 2179993"/>
                <a:gd name="connsiteY0" fmla="*/ 0 h 2310653"/>
                <a:gd name="connsiteX1" fmla="*/ 2177751 w 2179993"/>
                <a:gd name="connsiteY1" fmla="*/ 2310653 h 2310653"/>
                <a:gd name="connsiteX2" fmla="*/ 0 w 2179993"/>
                <a:gd name="connsiteY2" fmla="*/ 2162063 h 2310653"/>
                <a:gd name="connsiteX3" fmla="*/ 2179993 w 217999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527539 w 2381923"/>
                <a:gd name="connsiteY2" fmla="*/ 2305583 h 2310653"/>
                <a:gd name="connsiteX3" fmla="*/ 0 w 2381923"/>
                <a:gd name="connsiteY3" fmla="*/ 2306843 h 2310653"/>
                <a:gd name="connsiteX4" fmla="*/ 2381923 w 2381923"/>
                <a:gd name="connsiteY4" fmla="*/ 0 h 2310653"/>
                <a:gd name="connsiteX0" fmla="*/ 2381923 w 2381923"/>
                <a:gd name="connsiteY0" fmla="*/ 21420 h 2332073"/>
                <a:gd name="connsiteX1" fmla="*/ 2379681 w 2381923"/>
                <a:gd name="connsiteY1" fmla="*/ 2332073 h 2332073"/>
                <a:gd name="connsiteX2" fmla="*/ 527539 w 2381923"/>
                <a:gd name="connsiteY2" fmla="*/ 2327003 h 2332073"/>
                <a:gd name="connsiteX3" fmla="*/ 0 w 2381923"/>
                <a:gd name="connsiteY3" fmla="*/ 2328263 h 2332073"/>
                <a:gd name="connsiteX4" fmla="*/ 527539 w 2381923"/>
                <a:gd name="connsiteY4" fmla="*/ 1243760 h 2332073"/>
                <a:gd name="connsiteX5" fmla="*/ 2381923 w 2381923"/>
                <a:gd name="connsiteY5" fmla="*/ 21420 h 2332073"/>
                <a:gd name="connsiteX0" fmla="*/ 2381923 w 2519923"/>
                <a:gd name="connsiteY0" fmla="*/ 51721 h 2362374"/>
                <a:gd name="connsiteX1" fmla="*/ 2383585 w 2519923"/>
                <a:gd name="connsiteY1" fmla="*/ 441812 h 2362374"/>
                <a:gd name="connsiteX2" fmla="*/ 2379681 w 2519923"/>
                <a:gd name="connsiteY2" fmla="*/ 2362374 h 2362374"/>
                <a:gd name="connsiteX3" fmla="*/ 527539 w 2519923"/>
                <a:gd name="connsiteY3" fmla="*/ 2357304 h 2362374"/>
                <a:gd name="connsiteX4" fmla="*/ 0 w 2519923"/>
                <a:gd name="connsiteY4" fmla="*/ 2358564 h 2362374"/>
                <a:gd name="connsiteX5" fmla="*/ 527539 w 2519923"/>
                <a:gd name="connsiteY5" fmla="*/ 1274061 h 2362374"/>
                <a:gd name="connsiteX6" fmla="*/ 2381923 w 2519923"/>
                <a:gd name="connsiteY6" fmla="*/ 51721 h 2362374"/>
                <a:gd name="connsiteX0" fmla="*/ 2381923 w 2519923"/>
                <a:gd name="connsiteY0" fmla="*/ 51721 h 2362374"/>
                <a:gd name="connsiteX1" fmla="*/ 2383585 w 2519923"/>
                <a:gd name="connsiteY1" fmla="*/ 441812 h 2362374"/>
                <a:gd name="connsiteX2" fmla="*/ 2379681 w 2519923"/>
                <a:gd name="connsiteY2" fmla="*/ 2362374 h 2362374"/>
                <a:gd name="connsiteX3" fmla="*/ 527539 w 2519923"/>
                <a:gd name="connsiteY3" fmla="*/ 2357304 h 2362374"/>
                <a:gd name="connsiteX4" fmla="*/ 0 w 2519923"/>
                <a:gd name="connsiteY4" fmla="*/ 2358564 h 2362374"/>
                <a:gd name="connsiteX5" fmla="*/ 527539 w 2519923"/>
                <a:gd name="connsiteY5" fmla="*/ 1274061 h 2362374"/>
                <a:gd name="connsiteX6" fmla="*/ 1491890 w 2519923"/>
                <a:gd name="connsiteY6" fmla="*/ 448418 h 2362374"/>
                <a:gd name="connsiteX7" fmla="*/ 2381923 w 2519923"/>
                <a:gd name="connsiteY7" fmla="*/ 51721 h 2362374"/>
                <a:gd name="connsiteX0" fmla="*/ 1854384 w 1992384"/>
                <a:gd name="connsiteY0" fmla="*/ 51721 h 2362374"/>
                <a:gd name="connsiteX1" fmla="*/ 1856046 w 1992384"/>
                <a:gd name="connsiteY1" fmla="*/ 441812 h 2362374"/>
                <a:gd name="connsiteX2" fmla="*/ 1852142 w 1992384"/>
                <a:gd name="connsiteY2" fmla="*/ 2362374 h 2362374"/>
                <a:gd name="connsiteX3" fmla="*/ 0 w 1992384"/>
                <a:gd name="connsiteY3" fmla="*/ 2357304 h 2362374"/>
                <a:gd name="connsiteX4" fmla="*/ 0 w 1992384"/>
                <a:gd name="connsiteY4" fmla="*/ 1274061 h 2362374"/>
                <a:gd name="connsiteX5" fmla="*/ 964351 w 1992384"/>
                <a:gd name="connsiteY5" fmla="*/ 448418 h 2362374"/>
                <a:gd name="connsiteX6" fmla="*/ 1854384 w 1992384"/>
                <a:gd name="connsiteY6" fmla="*/ 51721 h 2362374"/>
                <a:gd name="connsiteX0" fmla="*/ 964351 w 1990562"/>
                <a:gd name="connsiteY0" fmla="*/ 182057 h 2096013"/>
                <a:gd name="connsiteX1" fmla="*/ 1856046 w 1990562"/>
                <a:gd name="connsiteY1" fmla="*/ 175451 h 2096013"/>
                <a:gd name="connsiteX2" fmla="*/ 1852142 w 1990562"/>
                <a:gd name="connsiteY2" fmla="*/ 2096013 h 2096013"/>
                <a:gd name="connsiteX3" fmla="*/ 0 w 1990562"/>
                <a:gd name="connsiteY3" fmla="*/ 2090943 h 2096013"/>
                <a:gd name="connsiteX4" fmla="*/ 0 w 1990562"/>
                <a:gd name="connsiteY4" fmla="*/ 1007700 h 2096013"/>
                <a:gd name="connsiteX5" fmla="*/ 964351 w 1990562"/>
                <a:gd name="connsiteY5" fmla="*/ 182057 h 2096013"/>
                <a:gd name="connsiteX0" fmla="*/ 964351 w 1990562"/>
                <a:gd name="connsiteY0" fmla="*/ 182057 h 2096013"/>
                <a:gd name="connsiteX1" fmla="*/ 1856046 w 1990562"/>
                <a:gd name="connsiteY1" fmla="*/ 175451 h 2096013"/>
                <a:gd name="connsiteX2" fmla="*/ 1852142 w 1990562"/>
                <a:gd name="connsiteY2" fmla="*/ 2096013 h 2096013"/>
                <a:gd name="connsiteX3" fmla="*/ 0 w 1990562"/>
                <a:gd name="connsiteY3" fmla="*/ 2090943 h 2096013"/>
                <a:gd name="connsiteX4" fmla="*/ 0 w 1990562"/>
                <a:gd name="connsiteY4" fmla="*/ 1007700 h 2096013"/>
                <a:gd name="connsiteX5" fmla="*/ 964351 w 1990562"/>
                <a:gd name="connsiteY5" fmla="*/ 182057 h 2096013"/>
                <a:gd name="connsiteX0" fmla="*/ 964351 w 1990562"/>
                <a:gd name="connsiteY0" fmla="*/ 182057 h 2096013"/>
                <a:gd name="connsiteX1" fmla="*/ 1856046 w 1990562"/>
                <a:gd name="connsiteY1" fmla="*/ 175451 h 2096013"/>
                <a:gd name="connsiteX2" fmla="*/ 1852142 w 1990562"/>
                <a:gd name="connsiteY2" fmla="*/ 2096013 h 2096013"/>
                <a:gd name="connsiteX3" fmla="*/ 0 w 1990562"/>
                <a:gd name="connsiteY3" fmla="*/ 2090943 h 2096013"/>
                <a:gd name="connsiteX4" fmla="*/ 0 w 1990562"/>
                <a:gd name="connsiteY4" fmla="*/ 1007700 h 2096013"/>
                <a:gd name="connsiteX5" fmla="*/ 964351 w 1990562"/>
                <a:gd name="connsiteY5" fmla="*/ 182057 h 2096013"/>
                <a:gd name="connsiteX0" fmla="*/ 964351 w 1990562"/>
                <a:gd name="connsiteY0" fmla="*/ 182057 h 2096013"/>
                <a:gd name="connsiteX1" fmla="*/ 1856046 w 1990562"/>
                <a:gd name="connsiteY1" fmla="*/ 175451 h 2096013"/>
                <a:gd name="connsiteX2" fmla="*/ 1852142 w 1990562"/>
                <a:gd name="connsiteY2" fmla="*/ 2096013 h 2096013"/>
                <a:gd name="connsiteX3" fmla="*/ 0 w 1990562"/>
                <a:gd name="connsiteY3" fmla="*/ 2090943 h 2096013"/>
                <a:gd name="connsiteX4" fmla="*/ 0 w 1990562"/>
                <a:gd name="connsiteY4" fmla="*/ 1007700 h 2096013"/>
                <a:gd name="connsiteX5" fmla="*/ 964351 w 1990562"/>
                <a:gd name="connsiteY5" fmla="*/ 182057 h 2096013"/>
                <a:gd name="connsiteX0" fmla="*/ 964351 w 1856046"/>
                <a:gd name="connsiteY0" fmla="*/ 182057 h 2096013"/>
                <a:gd name="connsiteX1" fmla="*/ 1856046 w 1856046"/>
                <a:gd name="connsiteY1" fmla="*/ 175451 h 2096013"/>
                <a:gd name="connsiteX2" fmla="*/ 1852142 w 1856046"/>
                <a:gd name="connsiteY2" fmla="*/ 2096013 h 2096013"/>
                <a:gd name="connsiteX3" fmla="*/ 0 w 1856046"/>
                <a:gd name="connsiteY3" fmla="*/ 2090943 h 2096013"/>
                <a:gd name="connsiteX4" fmla="*/ 0 w 1856046"/>
                <a:gd name="connsiteY4" fmla="*/ 1007700 h 2096013"/>
                <a:gd name="connsiteX5" fmla="*/ 964351 w 1856046"/>
                <a:gd name="connsiteY5" fmla="*/ 182057 h 2096013"/>
                <a:gd name="connsiteX0" fmla="*/ 964351 w 1856046"/>
                <a:gd name="connsiteY0" fmla="*/ 62336 h 1976292"/>
                <a:gd name="connsiteX1" fmla="*/ 1856046 w 1856046"/>
                <a:gd name="connsiteY1" fmla="*/ 55730 h 1976292"/>
                <a:gd name="connsiteX2" fmla="*/ 1852142 w 1856046"/>
                <a:gd name="connsiteY2" fmla="*/ 1976292 h 1976292"/>
                <a:gd name="connsiteX3" fmla="*/ 0 w 1856046"/>
                <a:gd name="connsiteY3" fmla="*/ 1971222 h 1976292"/>
                <a:gd name="connsiteX4" fmla="*/ 0 w 1856046"/>
                <a:gd name="connsiteY4" fmla="*/ 887979 h 1976292"/>
                <a:gd name="connsiteX5" fmla="*/ 964351 w 1856046"/>
                <a:gd name="connsiteY5" fmla="*/ 62336 h 1976292"/>
                <a:gd name="connsiteX0" fmla="*/ 964351 w 1856046"/>
                <a:gd name="connsiteY0" fmla="*/ 62336 h 1976292"/>
                <a:gd name="connsiteX1" fmla="*/ 1856046 w 1856046"/>
                <a:gd name="connsiteY1" fmla="*/ 55730 h 1976292"/>
                <a:gd name="connsiteX2" fmla="*/ 1852142 w 1856046"/>
                <a:gd name="connsiteY2" fmla="*/ 1976292 h 1976292"/>
                <a:gd name="connsiteX3" fmla="*/ 0 w 1856046"/>
                <a:gd name="connsiteY3" fmla="*/ 1971222 h 1976292"/>
                <a:gd name="connsiteX4" fmla="*/ 7183 w 1856046"/>
                <a:gd name="connsiteY4" fmla="*/ 859247 h 1976292"/>
                <a:gd name="connsiteX5" fmla="*/ 964351 w 1856046"/>
                <a:gd name="connsiteY5" fmla="*/ 62336 h 1976292"/>
                <a:gd name="connsiteX0" fmla="*/ 894914 w 1856046"/>
                <a:gd name="connsiteY0" fmla="*/ 61704 h 1978055"/>
                <a:gd name="connsiteX1" fmla="*/ 1856046 w 1856046"/>
                <a:gd name="connsiteY1" fmla="*/ 57493 h 1978055"/>
                <a:gd name="connsiteX2" fmla="*/ 1852142 w 1856046"/>
                <a:gd name="connsiteY2" fmla="*/ 1978055 h 1978055"/>
                <a:gd name="connsiteX3" fmla="*/ 0 w 1856046"/>
                <a:gd name="connsiteY3" fmla="*/ 1972985 h 1978055"/>
                <a:gd name="connsiteX4" fmla="*/ 7183 w 1856046"/>
                <a:gd name="connsiteY4" fmla="*/ 861010 h 1978055"/>
                <a:gd name="connsiteX5" fmla="*/ 894914 w 1856046"/>
                <a:gd name="connsiteY5" fmla="*/ 61704 h 1978055"/>
                <a:gd name="connsiteX0" fmla="*/ 894914 w 1856046"/>
                <a:gd name="connsiteY0" fmla="*/ 61704 h 1978055"/>
                <a:gd name="connsiteX1" fmla="*/ 1856046 w 1856046"/>
                <a:gd name="connsiteY1" fmla="*/ 57493 h 1978055"/>
                <a:gd name="connsiteX2" fmla="*/ 1852142 w 1856046"/>
                <a:gd name="connsiteY2" fmla="*/ 1978055 h 1978055"/>
                <a:gd name="connsiteX3" fmla="*/ 0 w 1856046"/>
                <a:gd name="connsiteY3" fmla="*/ 1972985 h 1978055"/>
                <a:gd name="connsiteX4" fmla="*/ 7183 w 1856046"/>
                <a:gd name="connsiteY4" fmla="*/ 861010 h 1978055"/>
                <a:gd name="connsiteX5" fmla="*/ 894914 w 1856046"/>
                <a:gd name="connsiteY5" fmla="*/ 61704 h 1978055"/>
                <a:gd name="connsiteX0" fmla="*/ 894914 w 1856046"/>
                <a:gd name="connsiteY0" fmla="*/ 4211 h 1920562"/>
                <a:gd name="connsiteX1" fmla="*/ 1856046 w 1856046"/>
                <a:gd name="connsiteY1" fmla="*/ 0 h 1920562"/>
                <a:gd name="connsiteX2" fmla="*/ 1852142 w 1856046"/>
                <a:gd name="connsiteY2" fmla="*/ 1920562 h 1920562"/>
                <a:gd name="connsiteX3" fmla="*/ 0 w 1856046"/>
                <a:gd name="connsiteY3" fmla="*/ 1915492 h 1920562"/>
                <a:gd name="connsiteX4" fmla="*/ 7183 w 1856046"/>
                <a:gd name="connsiteY4" fmla="*/ 803517 h 1920562"/>
                <a:gd name="connsiteX5" fmla="*/ 894914 w 1856046"/>
                <a:gd name="connsiteY5" fmla="*/ 4211 h 1920562"/>
                <a:gd name="connsiteX0" fmla="*/ 894914 w 1856046"/>
                <a:gd name="connsiteY0" fmla="*/ 0 h 1916351"/>
                <a:gd name="connsiteX1" fmla="*/ 1856046 w 1856046"/>
                <a:gd name="connsiteY1" fmla="*/ 578 h 1916351"/>
                <a:gd name="connsiteX2" fmla="*/ 1852142 w 1856046"/>
                <a:gd name="connsiteY2" fmla="*/ 1916351 h 1916351"/>
                <a:gd name="connsiteX3" fmla="*/ 0 w 1856046"/>
                <a:gd name="connsiteY3" fmla="*/ 1911281 h 1916351"/>
                <a:gd name="connsiteX4" fmla="*/ 7183 w 1856046"/>
                <a:gd name="connsiteY4" fmla="*/ 799306 h 1916351"/>
                <a:gd name="connsiteX5" fmla="*/ 894914 w 1856046"/>
                <a:gd name="connsiteY5" fmla="*/ 0 h 1916351"/>
                <a:gd name="connsiteX0" fmla="*/ 894914 w 1856046"/>
                <a:gd name="connsiteY0" fmla="*/ 0 h 1916351"/>
                <a:gd name="connsiteX1" fmla="*/ 1856046 w 1856046"/>
                <a:gd name="connsiteY1" fmla="*/ 578 h 1916351"/>
                <a:gd name="connsiteX2" fmla="*/ 1852142 w 1856046"/>
                <a:gd name="connsiteY2" fmla="*/ 1916351 h 1916351"/>
                <a:gd name="connsiteX3" fmla="*/ 0 w 1856046"/>
                <a:gd name="connsiteY3" fmla="*/ 1911281 h 1916351"/>
                <a:gd name="connsiteX4" fmla="*/ 7183 w 1856046"/>
                <a:gd name="connsiteY4" fmla="*/ 799306 h 1916351"/>
                <a:gd name="connsiteX5" fmla="*/ 894914 w 1856046"/>
                <a:gd name="connsiteY5" fmla="*/ 0 h 1916351"/>
                <a:gd name="connsiteX0" fmla="*/ 894914 w 1856046"/>
                <a:gd name="connsiteY0" fmla="*/ 0 h 1916351"/>
                <a:gd name="connsiteX1" fmla="*/ 1856046 w 1856046"/>
                <a:gd name="connsiteY1" fmla="*/ 578 h 1916351"/>
                <a:gd name="connsiteX2" fmla="*/ 1852142 w 1856046"/>
                <a:gd name="connsiteY2" fmla="*/ 1916351 h 1916351"/>
                <a:gd name="connsiteX3" fmla="*/ 0 w 1856046"/>
                <a:gd name="connsiteY3" fmla="*/ 1911281 h 1916351"/>
                <a:gd name="connsiteX4" fmla="*/ 7183 w 1856046"/>
                <a:gd name="connsiteY4" fmla="*/ 799306 h 1916351"/>
                <a:gd name="connsiteX5" fmla="*/ 894914 w 1856046"/>
                <a:gd name="connsiteY5" fmla="*/ 0 h 1916351"/>
                <a:gd name="connsiteX0" fmla="*/ 894914 w 1856046"/>
                <a:gd name="connsiteY0" fmla="*/ 0 h 1916351"/>
                <a:gd name="connsiteX1" fmla="*/ 1856046 w 1856046"/>
                <a:gd name="connsiteY1" fmla="*/ 578 h 1916351"/>
                <a:gd name="connsiteX2" fmla="*/ 1852142 w 1856046"/>
                <a:gd name="connsiteY2" fmla="*/ 1916351 h 1916351"/>
                <a:gd name="connsiteX3" fmla="*/ 0 w 1856046"/>
                <a:gd name="connsiteY3" fmla="*/ 1911281 h 1916351"/>
                <a:gd name="connsiteX4" fmla="*/ 7183 w 1856046"/>
                <a:gd name="connsiteY4" fmla="*/ 799306 h 1916351"/>
                <a:gd name="connsiteX5" fmla="*/ 894914 w 1856046"/>
                <a:gd name="connsiteY5" fmla="*/ 0 h 1916351"/>
                <a:gd name="connsiteX0" fmla="*/ 894914 w 1856046"/>
                <a:gd name="connsiteY0" fmla="*/ 0 h 1916351"/>
                <a:gd name="connsiteX1" fmla="*/ 1856046 w 1856046"/>
                <a:gd name="connsiteY1" fmla="*/ 578 h 1916351"/>
                <a:gd name="connsiteX2" fmla="*/ 1852142 w 1856046"/>
                <a:gd name="connsiteY2" fmla="*/ 1916351 h 1916351"/>
                <a:gd name="connsiteX3" fmla="*/ 0 w 1856046"/>
                <a:gd name="connsiteY3" fmla="*/ 1911281 h 1916351"/>
                <a:gd name="connsiteX4" fmla="*/ 11972 w 1856046"/>
                <a:gd name="connsiteY4" fmla="*/ 796912 h 1916351"/>
                <a:gd name="connsiteX5" fmla="*/ 894914 w 1856046"/>
                <a:gd name="connsiteY5" fmla="*/ 0 h 1916351"/>
                <a:gd name="connsiteX0" fmla="*/ 883634 w 1844766"/>
                <a:gd name="connsiteY0" fmla="*/ 0 h 1916351"/>
                <a:gd name="connsiteX1" fmla="*/ 1844766 w 1844766"/>
                <a:gd name="connsiteY1" fmla="*/ 578 h 1916351"/>
                <a:gd name="connsiteX2" fmla="*/ 1840862 w 1844766"/>
                <a:gd name="connsiteY2" fmla="*/ 1916351 h 1916351"/>
                <a:gd name="connsiteX3" fmla="*/ 692 w 1844766"/>
                <a:gd name="connsiteY3" fmla="*/ 1911281 h 1916351"/>
                <a:gd name="connsiteX4" fmla="*/ 692 w 1844766"/>
                <a:gd name="connsiteY4" fmla="*/ 796912 h 1916351"/>
                <a:gd name="connsiteX5" fmla="*/ 883634 w 1844766"/>
                <a:gd name="connsiteY5" fmla="*/ 0 h 1916351"/>
                <a:gd name="connsiteX0" fmla="*/ 883634 w 1844766"/>
                <a:gd name="connsiteY0" fmla="*/ 0 h 1916351"/>
                <a:gd name="connsiteX1" fmla="*/ 1844766 w 1844766"/>
                <a:gd name="connsiteY1" fmla="*/ 2973 h 1916351"/>
                <a:gd name="connsiteX2" fmla="*/ 1840862 w 1844766"/>
                <a:gd name="connsiteY2" fmla="*/ 1916351 h 1916351"/>
                <a:gd name="connsiteX3" fmla="*/ 692 w 1844766"/>
                <a:gd name="connsiteY3" fmla="*/ 1911281 h 1916351"/>
                <a:gd name="connsiteX4" fmla="*/ 692 w 1844766"/>
                <a:gd name="connsiteY4" fmla="*/ 796912 h 1916351"/>
                <a:gd name="connsiteX5" fmla="*/ 883634 w 1844766"/>
                <a:gd name="connsiteY5" fmla="*/ 0 h 1916351"/>
                <a:gd name="connsiteX0" fmla="*/ 883634 w 1844766"/>
                <a:gd name="connsiteY0" fmla="*/ 0 h 1916351"/>
                <a:gd name="connsiteX1" fmla="*/ 1844766 w 1844766"/>
                <a:gd name="connsiteY1" fmla="*/ 579 h 1916351"/>
                <a:gd name="connsiteX2" fmla="*/ 1840862 w 1844766"/>
                <a:gd name="connsiteY2" fmla="*/ 1916351 h 1916351"/>
                <a:gd name="connsiteX3" fmla="*/ 692 w 1844766"/>
                <a:gd name="connsiteY3" fmla="*/ 1911281 h 1916351"/>
                <a:gd name="connsiteX4" fmla="*/ 692 w 1844766"/>
                <a:gd name="connsiteY4" fmla="*/ 796912 h 1916351"/>
                <a:gd name="connsiteX5" fmla="*/ 883634 w 1844766"/>
                <a:gd name="connsiteY5" fmla="*/ 0 h 1916351"/>
                <a:gd name="connsiteX0" fmla="*/ 886028 w 1844766"/>
                <a:gd name="connsiteY0" fmla="*/ 0 h 1918745"/>
                <a:gd name="connsiteX1" fmla="*/ 1844766 w 1844766"/>
                <a:gd name="connsiteY1" fmla="*/ 2973 h 1918745"/>
                <a:gd name="connsiteX2" fmla="*/ 1840862 w 1844766"/>
                <a:gd name="connsiteY2" fmla="*/ 1918745 h 1918745"/>
                <a:gd name="connsiteX3" fmla="*/ 692 w 1844766"/>
                <a:gd name="connsiteY3" fmla="*/ 1913675 h 1918745"/>
                <a:gd name="connsiteX4" fmla="*/ 692 w 1844766"/>
                <a:gd name="connsiteY4" fmla="*/ 799306 h 1918745"/>
                <a:gd name="connsiteX5" fmla="*/ 886028 w 1844766"/>
                <a:gd name="connsiteY5" fmla="*/ 0 h 1918745"/>
                <a:gd name="connsiteX0" fmla="*/ 886028 w 1844766"/>
                <a:gd name="connsiteY0" fmla="*/ 0 h 1918745"/>
                <a:gd name="connsiteX1" fmla="*/ 1844766 w 1844766"/>
                <a:gd name="connsiteY1" fmla="*/ 579 h 1918745"/>
                <a:gd name="connsiteX2" fmla="*/ 1840862 w 1844766"/>
                <a:gd name="connsiteY2" fmla="*/ 1918745 h 1918745"/>
                <a:gd name="connsiteX3" fmla="*/ 692 w 1844766"/>
                <a:gd name="connsiteY3" fmla="*/ 1913675 h 1918745"/>
                <a:gd name="connsiteX4" fmla="*/ 692 w 1844766"/>
                <a:gd name="connsiteY4" fmla="*/ 799306 h 1918745"/>
                <a:gd name="connsiteX5" fmla="*/ 886028 w 1844766"/>
                <a:gd name="connsiteY5" fmla="*/ 0 h 1918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44766" h="1918745">
                  <a:moveTo>
                    <a:pt x="886028" y="0"/>
                  </a:moveTo>
                  <a:lnTo>
                    <a:pt x="1844766" y="579"/>
                  </a:lnTo>
                  <a:cubicBezTo>
                    <a:pt x="1844392" y="418714"/>
                    <a:pt x="1839762" y="1625916"/>
                    <a:pt x="1840862" y="1918745"/>
                  </a:cubicBezTo>
                  <a:lnTo>
                    <a:pt x="692" y="1913675"/>
                  </a:lnTo>
                  <a:cubicBezTo>
                    <a:pt x="3086" y="1543017"/>
                    <a:pt x="-1702" y="1169964"/>
                    <a:pt x="692" y="799306"/>
                  </a:cubicBezTo>
                  <a:cubicBezTo>
                    <a:pt x="251735" y="447427"/>
                    <a:pt x="670067" y="102792"/>
                    <a:pt x="886028" y="0"/>
                  </a:cubicBezTo>
                  <a:close/>
                </a:path>
              </a:pathLst>
            </a:custGeom>
            <a:solidFill>
              <a:schemeClr val="bg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06E73F4-165C-5B53-628F-B0D9210C6A77}"/>
                </a:ext>
              </a:extLst>
            </p:cNvPr>
            <p:cNvSpPr/>
            <p:nvPr userDrawn="1"/>
          </p:nvSpPr>
          <p:spPr>
            <a:xfrm flipH="1" flipV="1">
              <a:off x="5634236" y="3823760"/>
              <a:ext cx="3790446" cy="3048688"/>
            </a:xfrm>
            <a:custGeom>
              <a:avLst/>
              <a:gdLst>
                <a:gd name="connsiteX0" fmla="*/ 2366683 w 2402541"/>
                <a:gd name="connsiteY0" fmla="*/ 0 h 2348753"/>
                <a:gd name="connsiteX1" fmla="*/ 2402541 w 2402541"/>
                <a:gd name="connsiteY1" fmla="*/ 2348753 h 2348753"/>
                <a:gd name="connsiteX2" fmla="*/ 0 w 2402541"/>
                <a:gd name="connsiteY2" fmla="*/ 2348753 h 2348753"/>
                <a:gd name="connsiteX3" fmla="*/ 2366683 w 2402541"/>
                <a:gd name="connsiteY3" fmla="*/ 0 h 2348753"/>
                <a:gd name="connsiteX0" fmla="*/ 2381923 w 2402541"/>
                <a:gd name="connsiteY0" fmla="*/ 0 h 2322083"/>
                <a:gd name="connsiteX1" fmla="*/ 2402541 w 2402541"/>
                <a:gd name="connsiteY1" fmla="*/ 2322083 h 2322083"/>
                <a:gd name="connsiteX2" fmla="*/ 0 w 2402541"/>
                <a:gd name="connsiteY2" fmla="*/ 2322083 h 2322083"/>
                <a:gd name="connsiteX3" fmla="*/ 2381923 w 2402541"/>
                <a:gd name="connsiteY3" fmla="*/ 0 h 2322083"/>
                <a:gd name="connsiteX0" fmla="*/ 2381923 w 2381923"/>
                <a:gd name="connsiteY0" fmla="*/ 0 h 2322083"/>
                <a:gd name="connsiteX1" fmla="*/ 2173941 w 2381923"/>
                <a:gd name="connsiteY1" fmla="*/ 2082053 h 2322083"/>
                <a:gd name="connsiteX2" fmla="*/ 0 w 2381923"/>
                <a:gd name="connsiteY2" fmla="*/ 2322083 h 2322083"/>
                <a:gd name="connsiteX3" fmla="*/ 2381923 w 2381923"/>
                <a:gd name="connsiteY3" fmla="*/ 0 h 2322083"/>
                <a:gd name="connsiteX0" fmla="*/ 2381923 w 2381923"/>
                <a:gd name="connsiteY0" fmla="*/ 0 h 2322083"/>
                <a:gd name="connsiteX1" fmla="*/ 2379681 w 2381923"/>
                <a:gd name="connsiteY1" fmla="*/ 2310653 h 2322083"/>
                <a:gd name="connsiteX2" fmla="*/ 0 w 2381923"/>
                <a:gd name="connsiteY2" fmla="*/ 2322083 h 2322083"/>
                <a:gd name="connsiteX3" fmla="*/ 2381923 w 2381923"/>
                <a:gd name="connsiteY3" fmla="*/ 0 h 2322083"/>
                <a:gd name="connsiteX0" fmla="*/ 2179993 w 2179993"/>
                <a:gd name="connsiteY0" fmla="*/ 0 h 2310653"/>
                <a:gd name="connsiteX1" fmla="*/ 2177751 w 2179993"/>
                <a:gd name="connsiteY1" fmla="*/ 2310653 h 2310653"/>
                <a:gd name="connsiteX2" fmla="*/ 0 w 2179993"/>
                <a:gd name="connsiteY2" fmla="*/ 2162063 h 2310653"/>
                <a:gd name="connsiteX3" fmla="*/ 2179993 w 217999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96825 w 2396825"/>
                <a:gd name="connsiteY0" fmla="*/ 129170 h 2439823"/>
                <a:gd name="connsiteX1" fmla="*/ 2394583 w 2396825"/>
                <a:gd name="connsiteY1" fmla="*/ 2439823 h 2439823"/>
                <a:gd name="connsiteX2" fmla="*/ 14902 w 2396825"/>
                <a:gd name="connsiteY2" fmla="*/ 2436013 h 2439823"/>
                <a:gd name="connsiteX3" fmla="*/ 1431574 w 2396825"/>
                <a:gd name="connsiteY3" fmla="*/ 521986 h 2439823"/>
                <a:gd name="connsiteX4" fmla="*/ 2396825 w 2396825"/>
                <a:gd name="connsiteY4" fmla="*/ 129170 h 2439823"/>
                <a:gd name="connsiteX0" fmla="*/ 2396825 w 2570614"/>
                <a:gd name="connsiteY0" fmla="*/ 129170 h 2439823"/>
                <a:gd name="connsiteX1" fmla="*/ 2394109 w 2570614"/>
                <a:gd name="connsiteY1" fmla="*/ 524381 h 2439823"/>
                <a:gd name="connsiteX2" fmla="*/ 2394583 w 2570614"/>
                <a:gd name="connsiteY2" fmla="*/ 2439823 h 2439823"/>
                <a:gd name="connsiteX3" fmla="*/ 14902 w 2570614"/>
                <a:gd name="connsiteY3" fmla="*/ 2436013 h 2439823"/>
                <a:gd name="connsiteX4" fmla="*/ 1431574 w 2570614"/>
                <a:gd name="connsiteY4" fmla="*/ 521986 h 2439823"/>
                <a:gd name="connsiteX5" fmla="*/ 2396825 w 2570614"/>
                <a:gd name="connsiteY5" fmla="*/ 129170 h 2439823"/>
                <a:gd name="connsiteX0" fmla="*/ 1431570 w 2570610"/>
                <a:gd name="connsiteY0" fmla="*/ 238147 h 2155984"/>
                <a:gd name="connsiteX1" fmla="*/ 2394105 w 2570610"/>
                <a:gd name="connsiteY1" fmla="*/ 240542 h 2155984"/>
                <a:gd name="connsiteX2" fmla="*/ 2394579 w 2570610"/>
                <a:gd name="connsiteY2" fmla="*/ 2155984 h 2155984"/>
                <a:gd name="connsiteX3" fmla="*/ 14898 w 2570610"/>
                <a:gd name="connsiteY3" fmla="*/ 2152174 h 2155984"/>
                <a:gd name="connsiteX4" fmla="*/ 1431570 w 2570610"/>
                <a:gd name="connsiteY4" fmla="*/ 238147 h 2155984"/>
                <a:gd name="connsiteX0" fmla="*/ 1431570 w 2570610"/>
                <a:gd name="connsiteY0" fmla="*/ 238147 h 2155984"/>
                <a:gd name="connsiteX1" fmla="*/ 2394105 w 2570610"/>
                <a:gd name="connsiteY1" fmla="*/ 240542 h 2155984"/>
                <a:gd name="connsiteX2" fmla="*/ 2394579 w 2570610"/>
                <a:gd name="connsiteY2" fmla="*/ 2155984 h 2155984"/>
                <a:gd name="connsiteX3" fmla="*/ 14898 w 2570610"/>
                <a:gd name="connsiteY3" fmla="*/ 2152174 h 2155984"/>
                <a:gd name="connsiteX4" fmla="*/ 1431570 w 2570610"/>
                <a:gd name="connsiteY4" fmla="*/ 238147 h 2155984"/>
                <a:gd name="connsiteX0" fmla="*/ 1431570 w 2570610"/>
                <a:gd name="connsiteY0" fmla="*/ 141247 h 2059084"/>
                <a:gd name="connsiteX1" fmla="*/ 2394105 w 2570610"/>
                <a:gd name="connsiteY1" fmla="*/ 143642 h 2059084"/>
                <a:gd name="connsiteX2" fmla="*/ 2394579 w 2570610"/>
                <a:gd name="connsiteY2" fmla="*/ 2059084 h 2059084"/>
                <a:gd name="connsiteX3" fmla="*/ 14898 w 2570610"/>
                <a:gd name="connsiteY3" fmla="*/ 2055274 h 2059084"/>
                <a:gd name="connsiteX4" fmla="*/ 1431570 w 2570610"/>
                <a:gd name="connsiteY4" fmla="*/ 141247 h 2059084"/>
                <a:gd name="connsiteX0" fmla="*/ 1436047 w 2575087"/>
                <a:gd name="connsiteY0" fmla="*/ 141247 h 2059084"/>
                <a:gd name="connsiteX1" fmla="*/ 2398582 w 2575087"/>
                <a:gd name="connsiteY1" fmla="*/ 143642 h 2059084"/>
                <a:gd name="connsiteX2" fmla="*/ 2399056 w 2575087"/>
                <a:gd name="connsiteY2" fmla="*/ 2059084 h 2059084"/>
                <a:gd name="connsiteX3" fmla="*/ 19375 w 2575087"/>
                <a:gd name="connsiteY3" fmla="*/ 2055274 h 2059084"/>
                <a:gd name="connsiteX4" fmla="*/ 1436047 w 2575087"/>
                <a:gd name="connsiteY4" fmla="*/ 141247 h 2059084"/>
                <a:gd name="connsiteX0" fmla="*/ 1436047 w 2575087"/>
                <a:gd name="connsiteY0" fmla="*/ 1897 h 1919734"/>
                <a:gd name="connsiteX1" fmla="*/ 2398582 w 2575087"/>
                <a:gd name="connsiteY1" fmla="*/ 4292 h 1919734"/>
                <a:gd name="connsiteX2" fmla="*/ 2399056 w 2575087"/>
                <a:gd name="connsiteY2" fmla="*/ 1919734 h 1919734"/>
                <a:gd name="connsiteX3" fmla="*/ 19375 w 2575087"/>
                <a:gd name="connsiteY3" fmla="*/ 1915924 h 1919734"/>
                <a:gd name="connsiteX4" fmla="*/ 1436047 w 2575087"/>
                <a:gd name="connsiteY4" fmla="*/ 1897 h 1919734"/>
                <a:gd name="connsiteX0" fmla="*/ 1440114 w 2579154"/>
                <a:gd name="connsiteY0" fmla="*/ 1897 h 1919734"/>
                <a:gd name="connsiteX1" fmla="*/ 2402649 w 2579154"/>
                <a:gd name="connsiteY1" fmla="*/ 4292 h 1919734"/>
                <a:gd name="connsiteX2" fmla="*/ 2403123 w 2579154"/>
                <a:gd name="connsiteY2" fmla="*/ 1919734 h 1919734"/>
                <a:gd name="connsiteX3" fmla="*/ 23442 w 2579154"/>
                <a:gd name="connsiteY3" fmla="*/ 1915924 h 1919734"/>
                <a:gd name="connsiteX4" fmla="*/ 1440114 w 2579154"/>
                <a:gd name="connsiteY4" fmla="*/ 1897 h 1919734"/>
                <a:gd name="connsiteX0" fmla="*/ 1416672 w 2555712"/>
                <a:gd name="connsiteY0" fmla="*/ 1897 h 1919734"/>
                <a:gd name="connsiteX1" fmla="*/ 2379207 w 2555712"/>
                <a:gd name="connsiteY1" fmla="*/ 4292 h 1919734"/>
                <a:gd name="connsiteX2" fmla="*/ 2379681 w 2555712"/>
                <a:gd name="connsiteY2" fmla="*/ 1919734 h 1919734"/>
                <a:gd name="connsiteX3" fmla="*/ 0 w 2555712"/>
                <a:gd name="connsiteY3" fmla="*/ 1915924 h 1919734"/>
                <a:gd name="connsiteX4" fmla="*/ 1416672 w 2555712"/>
                <a:gd name="connsiteY4" fmla="*/ 1897 h 1919734"/>
                <a:gd name="connsiteX0" fmla="*/ 1416672 w 2555712"/>
                <a:gd name="connsiteY0" fmla="*/ 1897 h 1919734"/>
                <a:gd name="connsiteX1" fmla="*/ 2379207 w 2555712"/>
                <a:gd name="connsiteY1" fmla="*/ 4292 h 1919734"/>
                <a:gd name="connsiteX2" fmla="*/ 2379681 w 2555712"/>
                <a:gd name="connsiteY2" fmla="*/ 1919734 h 1919734"/>
                <a:gd name="connsiteX3" fmla="*/ 0 w 2555712"/>
                <a:gd name="connsiteY3" fmla="*/ 1915924 h 1919734"/>
                <a:gd name="connsiteX4" fmla="*/ 1416672 w 2555712"/>
                <a:gd name="connsiteY4" fmla="*/ 1897 h 1919734"/>
                <a:gd name="connsiteX0" fmla="*/ 1416672 w 2555712"/>
                <a:gd name="connsiteY0" fmla="*/ 1897 h 1919734"/>
                <a:gd name="connsiteX1" fmla="*/ 2379207 w 2555712"/>
                <a:gd name="connsiteY1" fmla="*/ 4292 h 1919734"/>
                <a:gd name="connsiteX2" fmla="*/ 2379681 w 2555712"/>
                <a:gd name="connsiteY2" fmla="*/ 1919734 h 1919734"/>
                <a:gd name="connsiteX3" fmla="*/ 0 w 2555712"/>
                <a:gd name="connsiteY3" fmla="*/ 1915924 h 1919734"/>
                <a:gd name="connsiteX4" fmla="*/ 1416672 w 2555712"/>
                <a:gd name="connsiteY4" fmla="*/ 1897 h 1919734"/>
                <a:gd name="connsiteX0" fmla="*/ 1416672 w 2555712"/>
                <a:gd name="connsiteY0" fmla="*/ 1897 h 1919734"/>
                <a:gd name="connsiteX1" fmla="*/ 2379207 w 2555712"/>
                <a:gd name="connsiteY1" fmla="*/ 4292 h 1919734"/>
                <a:gd name="connsiteX2" fmla="*/ 2379681 w 2555712"/>
                <a:gd name="connsiteY2" fmla="*/ 1919734 h 1919734"/>
                <a:gd name="connsiteX3" fmla="*/ 0 w 2555712"/>
                <a:gd name="connsiteY3" fmla="*/ 1915924 h 1919734"/>
                <a:gd name="connsiteX4" fmla="*/ 1416672 w 2555712"/>
                <a:gd name="connsiteY4" fmla="*/ 1897 h 1919734"/>
                <a:gd name="connsiteX0" fmla="*/ 1416672 w 2555712"/>
                <a:gd name="connsiteY0" fmla="*/ 1897 h 1919734"/>
                <a:gd name="connsiteX1" fmla="*/ 2379207 w 2555712"/>
                <a:gd name="connsiteY1" fmla="*/ 4292 h 1919734"/>
                <a:gd name="connsiteX2" fmla="*/ 2379681 w 2555712"/>
                <a:gd name="connsiteY2" fmla="*/ 1919734 h 1919734"/>
                <a:gd name="connsiteX3" fmla="*/ 0 w 2555712"/>
                <a:gd name="connsiteY3" fmla="*/ 1915924 h 1919734"/>
                <a:gd name="connsiteX4" fmla="*/ 1416672 w 2555712"/>
                <a:gd name="connsiteY4" fmla="*/ 1897 h 1919734"/>
                <a:gd name="connsiteX0" fmla="*/ 1416672 w 2555712"/>
                <a:gd name="connsiteY0" fmla="*/ 1897 h 1919734"/>
                <a:gd name="connsiteX1" fmla="*/ 2379207 w 2555712"/>
                <a:gd name="connsiteY1" fmla="*/ 4292 h 1919734"/>
                <a:gd name="connsiteX2" fmla="*/ 2379681 w 2555712"/>
                <a:gd name="connsiteY2" fmla="*/ 1919734 h 1919734"/>
                <a:gd name="connsiteX3" fmla="*/ 0 w 2555712"/>
                <a:gd name="connsiteY3" fmla="*/ 1915924 h 1919734"/>
                <a:gd name="connsiteX4" fmla="*/ 1416672 w 2555712"/>
                <a:gd name="connsiteY4" fmla="*/ 1897 h 1919734"/>
                <a:gd name="connsiteX0" fmla="*/ 1416672 w 2557489"/>
                <a:gd name="connsiteY0" fmla="*/ 1897 h 1919734"/>
                <a:gd name="connsiteX1" fmla="*/ 2379207 w 2557489"/>
                <a:gd name="connsiteY1" fmla="*/ 4292 h 1919734"/>
                <a:gd name="connsiteX2" fmla="*/ 2382075 w 2557489"/>
                <a:gd name="connsiteY2" fmla="*/ 1919734 h 1919734"/>
                <a:gd name="connsiteX3" fmla="*/ 0 w 2557489"/>
                <a:gd name="connsiteY3" fmla="*/ 1915924 h 1919734"/>
                <a:gd name="connsiteX4" fmla="*/ 1416672 w 2557489"/>
                <a:gd name="connsiteY4" fmla="*/ 1897 h 1919734"/>
                <a:gd name="connsiteX0" fmla="*/ 1416672 w 2557489"/>
                <a:gd name="connsiteY0" fmla="*/ 1897 h 1915924"/>
                <a:gd name="connsiteX1" fmla="*/ 2379207 w 2557489"/>
                <a:gd name="connsiteY1" fmla="*/ 4292 h 1915924"/>
                <a:gd name="connsiteX2" fmla="*/ 2382075 w 2557489"/>
                <a:gd name="connsiteY2" fmla="*/ 1914945 h 1915924"/>
                <a:gd name="connsiteX3" fmla="*/ 0 w 2557489"/>
                <a:gd name="connsiteY3" fmla="*/ 1915924 h 1915924"/>
                <a:gd name="connsiteX4" fmla="*/ 1416672 w 2557489"/>
                <a:gd name="connsiteY4" fmla="*/ 1897 h 1915924"/>
                <a:gd name="connsiteX0" fmla="*/ 1416672 w 2382075"/>
                <a:gd name="connsiteY0" fmla="*/ 1897 h 1915924"/>
                <a:gd name="connsiteX1" fmla="*/ 2379207 w 2382075"/>
                <a:gd name="connsiteY1" fmla="*/ 4292 h 1915924"/>
                <a:gd name="connsiteX2" fmla="*/ 2382075 w 2382075"/>
                <a:gd name="connsiteY2" fmla="*/ 1914945 h 1915924"/>
                <a:gd name="connsiteX3" fmla="*/ 0 w 2382075"/>
                <a:gd name="connsiteY3" fmla="*/ 1915924 h 1915924"/>
                <a:gd name="connsiteX4" fmla="*/ 1416672 w 2382075"/>
                <a:gd name="connsiteY4" fmla="*/ 1897 h 1915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2075" h="1915924">
                  <a:moveTo>
                    <a:pt x="1416672" y="1897"/>
                  </a:moveTo>
                  <a:cubicBezTo>
                    <a:pt x="1655178" y="-3047"/>
                    <a:pt x="2144481" y="3103"/>
                    <a:pt x="2379207" y="4292"/>
                  </a:cubicBezTo>
                  <a:cubicBezTo>
                    <a:pt x="2378833" y="389401"/>
                    <a:pt x="2378751" y="1426340"/>
                    <a:pt x="2382075" y="1914945"/>
                  </a:cubicBezTo>
                  <a:lnTo>
                    <a:pt x="0" y="1915924"/>
                  </a:lnTo>
                  <a:cubicBezTo>
                    <a:pt x="294111" y="889474"/>
                    <a:pt x="921434" y="295672"/>
                    <a:pt x="1416672" y="1897"/>
                  </a:cubicBezTo>
                  <a:close/>
                </a:path>
              </a:pathLst>
            </a:custGeom>
            <a:solidFill>
              <a:schemeClr val="bg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132A404-51E1-8792-2F38-76816795C980}"/>
                </a:ext>
              </a:extLst>
            </p:cNvPr>
            <p:cNvSpPr/>
            <p:nvPr userDrawn="1"/>
          </p:nvSpPr>
          <p:spPr>
            <a:xfrm flipH="1">
              <a:off x="5633545" y="-3811"/>
              <a:ext cx="3791136" cy="1207479"/>
            </a:xfrm>
            <a:custGeom>
              <a:avLst/>
              <a:gdLst>
                <a:gd name="connsiteX0" fmla="*/ 2366683 w 2402541"/>
                <a:gd name="connsiteY0" fmla="*/ 0 h 2348753"/>
                <a:gd name="connsiteX1" fmla="*/ 2402541 w 2402541"/>
                <a:gd name="connsiteY1" fmla="*/ 2348753 h 2348753"/>
                <a:gd name="connsiteX2" fmla="*/ 0 w 2402541"/>
                <a:gd name="connsiteY2" fmla="*/ 2348753 h 2348753"/>
                <a:gd name="connsiteX3" fmla="*/ 2366683 w 2402541"/>
                <a:gd name="connsiteY3" fmla="*/ 0 h 2348753"/>
                <a:gd name="connsiteX0" fmla="*/ 2381923 w 2402541"/>
                <a:gd name="connsiteY0" fmla="*/ 0 h 2322083"/>
                <a:gd name="connsiteX1" fmla="*/ 2402541 w 2402541"/>
                <a:gd name="connsiteY1" fmla="*/ 2322083 h 2322083"/>
                <a:gd name="connsiteX2" fmla="*/ 0 w 2402541"/>
                <a:gd name="connsiteY2" fmla="*/ 2322083 h 2322083"/>
                <a:gd name="connsiteX3" fmla="*/ 2381923 w 2402541"/>
                <a:gd name="connsiteY3" fmla="*/ 0 h 2322083"/>
                <a:gd name="connsiteX0" fmla="*/ 2381923 w 2381923"/>
                <a:gd name="connsiteY0" fmla="*/ 0 h 2322083"/>
                <a:gd name="connsiteX1" fmla="*/ 2173941 w 2381923"/>
                <a:gd name="connsiteY1" fmla="*/ 2082053 h 2322083"/>
                <a:gd name="connsiteX2" fmla="*/ 0 w 2381923"/>
                <a:gd name="connsiteY2" fmla="*/ 2322083 h 2322083"/>
                <a:gd name="connsiteX3" fmla="*/ 2381923 w 2381923"/>
                <a:gd name="connsiteY3" fmla="*/ 0 h 2322083"/>
                <a:gd name="connsiteX0" fmla="*/ 2381923 w 2381923"/>
                <a:gd name="connsiteY0" fmla="*/ 0 h 2322083"/>
                <a:gd name="connsiteX1" fmla="*/ 2379681 w 2381923"/>
                <a:gd name="connsiteY1" fmla="*/ 2310653 h 2322083"/>
                <a:gd name="connsiteX2" fmla="*/ 0 w 2381923"/>
                <a:gd name="connsiteY2" fmla="*/ 2322083 h 2322083"/>
                <a:gd name="connsiteX3" fmla="*/ 2381923 w 2381923"/>
                <a:gd name="connsiteY3" fmla="*/ 0 h 2322083"/>
                <a:gd name="connsiteX0" fmla="*/ 2179993 w 2179993"/>
                <a:gd name="connsiteY0" fmla="*/ 0 h 2310653"/>
                <a:gd name="connsiteX1" fmla="*/ 2177751 w 2179993"/>
                <a:gd name="connsiteY1" fmla="*/ 2310653 h 2310653"/>
                <a:gd name="connsiteX2" fmla="*/ 0 w 2179993"/>
                <a:gd name="connsiteY2" fmla="*/ 2162063 h 2310653"/>
                <a:gd name="connsiteX3" fmla="*/ 2179993 w 217999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381923 w 2381923"/>
                <a:gd name="connsiteY0" fmla="*/ 0 h 2310653"/>
                <a:gd name="connsiteX1" fmla="*/ 2379681 w 2381923"/>
                <a:gd name="connsiteY1" fmla="*/ 2310653 h 2310653"/>
                <a:gd name="connsiteX2" fmla="*/ 0 w 2381923"/>
                <a:gd name="connsiteY2" fmla="*/ 2306843 h 2310653"/>
                <a:gd name="connsiteX3" fmla="*/ 2381923 w 2381923"/>
                <a:gd name="connsiteY3" fmla="*/ 0 h 2310653"/>
                <a:gd name="connsiteX0" fmla="*/ 2541481 w 2541481"/>
                <a:gd name="connsiteY0" fmla="*/ 8572 h 2319225"/>
                <a:gd name="connsiteX1" fmla="*/ 2539239 w 2541481"/>
                <a:gd name="connsiteY1" fmla="*/ 2319225 h 2319225"/>
                <a:gd name="connsiteX2" fmla="*/ 159558 w 2541481"/>
                <a:gd name="connsiteY2" fmla="*/ 2315415 h 2319225"/>
                <a:gd name="connsiteX3" fmla="*/ 474657 w 2541481"/>
                <a:gd name="connsiteY3" fmla="*/ 1563767 h 2319225"/>
                <a:gd name="connsiteX4" fmla="*/ 2541481 w 2541481"/>
                <a:gd name="connsiteY4" fmla="*/ 8572 h 2319225"/>
                <a:gd name="connsiteX0" fmla="*/ 2541481 w 2716373"/>
                <a:gd name="connsiteY0" fmla="*/ 8572 h 2319225"/>
                <a:gd name="connsiteX1" fmla="*/ 2542067 w 2716373"/>
                <a:gd name="connsiteY1" fmla="*/ 1543952 h 2319225"/>
                <a:gd name="connsiteX2" fmla="*/ 2539239 w 2716373"/>
                <a:gd name="connsiteY2" fmla="*/ 2319225 h 2319225"/>
                <a:gd name="connsiteX3" fmla="*/ 159558 w 2716373"/>
                <a:gd name="connsiteY3" fmla="*/ 2315415 h 2319225"/>
                <a:gd name="connsiteX4" fmla="*/ 474657 w 2716373"/>
                <a:gd name="connsiteY4" fmla="*/ 1563767 h 2319225"/>
                <a:gd name="connsiteX5" fmla="*/ 2541481 w 2716373"/>
                <a:gd name="connsiteY5" fmla="*/ 8572 h 2319225"/>
                <a:gd name="connsiteX0" fmla="*/ 2541481 w 2694857"/>
                <a:gd name="connsiteY0" fmla="*/ 8572 h 2319225"/>
                <a:gd name="connsiteX1" fmla="*/ 2542067 w 2694857"/>
                <a:gd name="connsiteY1" fmla="*/ 1543952 h 2319225"/>
                <a:gd name="connsiteX2" fmla="*/ 2539239 w 2694857"/>
                <a:gd name="connsiteY2" fmla="*/ 2319225 h 2319225"/>
                <a:gd name="connsiteX3" fmla="*/ 159558 w 2694857"/>
                <a:gd name="connsiteY3" fmla="*/ 2315415 h 2319225"/>
                <a:gd name="connsiteX4" fmla="*/ 474657 w 2694857"/>
                <a:gd name="connsiteY4" fmla="*/ 1563767 h 2319225"/>
                <a:gd name="connsiteX5" fmla="*/ 2541481 w 2694857"/>
                <a:gd name="connsiteY5" fmla="*/ 8572 h 2319225"/>
                <a:gd name="connsiteX0" fmla="*/ 2381923 w 2535299"/>
                <a:gd name="connsiteY0" fmla="*/ 8572 h 2319225"/>
                <a:gd name="connsiteX1" fmla="*/ 2382509 w 2535299"/>
                <a:gd name="connsiteY1" fmla="*/ 1543952 h 2319225"/>
                <a:gd name="connsiteX2" fmla="*/ 2379681 w 2535299"/>
                <a:gd name="connsiteY2" fmla="*/ 2319225 h 2319225"/>
                <a:gd name="connsiteX3" fmla="*/ 0 w 2535299"/>
                <a:gd name="connsiteY3" fmla="*/ 2315415 h 2319225"/>
                <a:gd name="connsiteX4" fmla="*/ 315099 w 2535299"/>
                <a:gd name="connsiteY4" fmla="*/ 1563767 h 2319225"/>
                <a:gd name="connsiteX5" fmla="*/ 2381923 w 2535299"/>
                <a:gd name="connsiteY5" fmla="*/ 8572 h 2319225"/>
                <a:gd name="connsiteX0" fmla="*/ 315099 w 2382509"/>
                <a:gd name="connsiteY0" fmla="*/ 105842 h 861300"/>
                <a:gd name="connsiteX1" fmla="*/ 2382509 w 2382509"/>
                <a:gd name="connsiteY1" fmla="*/ 86027 h 861300"/>
                <a:gd name="connsiteX2" fmla="*/ 2379681 w 2382509"/>
                <a:gd name="connsiteY2" fmla="*/ 861300 h 861300"/>
                <a:gd name="connsiteX3" fmla="*/ 0 w 2382509"/>
                <a:gd name="connsiteY3" fmla="*/ 857490 h 861300"/>
                <a:gd name="connsiteX4" fmla="*/ 315099 w 2382509"/>
                <a:gd name="connsiteY4" fmla="*/ 105842 h 861300"/>
                <a:gd name="connsiteX0" fmla="*/ 315099 w 2382509"/>
                <a:gd name="connsiteY0" fmla="*/ 62885 h 818343"/>
                <a:gd name="connsiteX1" fmla="*/ 2382509 w 2382509"/>
                <a:gd name="connsiteY1" fmla="*/ 43070 h 818343"/>
                <a:gd name="connsiteX2" fmla="*/ 2379681 w 2382509"/>
                <a:gd name="connsiteY2" fmla="*/ 818343 h 818343"/>
                <a:gd name="connsiteX3" fmla="*/ 0 w 2382509"/>
                <a:gd name="connsiteY3" fmla="*/ 814533 h 818343"/>
                <a:gd name="connsiteX4" fmla="*/ 315099 w 2382509"/>
                <a:gd name="connsiteY4" fmla="*/ 62885 h 818343"/>
                <a:gd name="connsiteX0" fmla="*/ 315099 w 2382509"/>
                <a:gd name="connsiteY0" fmla="*/ 62885 h 818343"/>
                <a:gd name="connsiteX1" fmla="*/ 2382509 w 2382509"/>
                <a:gd name="connsiteY1" fmla="*/ 43070 h 818343"/>
                <a:gd name="connsiteX2" fmla="*/ 2379681 w 2382509"/>
                <a:gd name="connsiteY2" fmla="*/ 818343 h 818343"/>
                <a:gd name="connsiteX3" fmla="*/ 0 w 2382509"/>
                <a:gd name="connsiteY3" fmla="*/ 814533 h 818343"/>
                <a:gd name="connsiteX4" fmla="*/ 315099 w 2382509"/>
                <a:gd name="connsiteY4" fmla="*/ 62885 h 818343"/>
                <a:gd name="connsiteX0" fmla="*/ 315099 w 2382509"/>
                <a:gd name="connsiteY0" fmla="*/ 19827 h 775285"/>
                <a:gd name="connsiteX1" fmla="*/ 2382509 w 2382509"/>
                <a:gd name="connsiteY1" fmla="*/ 12 h 775285"/>
                <a:gd name="connsiteX2" fmla="*/ 2379681 w 2382509"/>
                <a:gd name="connsiteY2" fmla="*/ 775285 h 775285"/>
                <a:gd name="connsiteX3" fmla="*/ 0 w 2382509"/>
                <a:gd name="connsiteY3" fmla="*/ 771475 h 775285"/>
                <a:gd name="connsiteX4" fmla="*/ 315099 w 2382509"/>
                <a:gd name="connsiteY4" fmla="*/ 19827 h 775285"/>
                <a:gd name="connsiteX0" fmla="*/ 315099 w 2382509"/>
                <a:gd name="connsiteY0" fmla="*/ 19827 h 775285"/>
                <a:gd name="connsiteX1" fmla="*/ 2382509 w 2382509"/>
                <a:gd name="connsiteY1" fmla="*/ 12 h 775285"/>
                <a:gd name="connsiteX2" fmla="*/ 2379681 w 2382509"/>
                <a:gd name="connsiteY2" fmla="*/ 775285 h 775285"/>
                <a:gd name="connsiteX3" fmla="*/ 0 w 2382509"/>
                <a:gd name="connsiteY3" fmla="*/ 771475 h 775285"/>
                <a:gd name="connsiteX4" fmla="*/ 315099 w 2382509"/>
                <a:gd name="connsiteY4" fmla="*/ 19827 h 775285"/>
                <a:gd name="connsiteX0" fmla="*/ 315099 w 2382509"/>
                <a:gd name="connsiteY0" fmla="*/ 4582 h 760040"/>
                <a:gd name="connsiteX1" fmla="*/ 2382509 w 2382509"/>
                <a:gd name="connsiteY1" fmla="*/ 3922 h 760040"/>
                <a:gd name="connsiteX2" fmla="*/ 2379681 w 2382509"/>
                <a:gd name="connsiteY2" fmla="*/ 760040 h 760040"/>
                <a:gd name="connsiteX3" fmla="*/ 0 w 2382509"/>
                <a:gd name="connsiteY3" fmla="*/ 756230 h 760040"/>
                <a:gd name="connsiteX4" fmla="*/ 315099 w 2382509"/>
                <a:gd name="connsiteY4" fmla="*/ 4582 h 760040"/>
                <a:gd name="connsiteX0" fmla="*/ 319888 w 2382509"/>
                <a:gd name="connsiteY0" fmla="*/ 3136 h 765777"/>
                <a:gd name="connsiteX1" fmla="*/ 2382509 w 2382509"/>
                <a:gd name="connsiteY1" fmla="*/ 9659 h 765777"/>
                <a:gd name="connsiteX2" fmla="*/ 2379681 w 2382509"/>
                <a:gd name="connsiteY2" fmla="*/ 765777 h 765777"/>
                <a:gd name="connsiteX3" fmla="*/ 0 w 2382509"/>
                <a:gd name="connsiteY3" fmla="*/ 761967 h 765777"/>
                <a:gd name="connsiteX4" fmla="*/ 319888 w 2382509"/>
                <a:gd name="connsiteY4" fmla="*/ 3136 h 765777"/>
                <a:gd name="connsiteX0" fmla="*/ 319888 w 2382509"/>
                <a:gd name="connsiteY0" fmla="*/ 3136 h 765777"/>
                <a:gd name="connsiteX1" fmla="*/ 2382509 w 2382509"/>
                <a:gd name="connsiteY1" fmla="*/ 9659 h 765777"/>
                <a:gd name="connsiteX2" fmla="*/ 2379681 w 2382509"/>
                <a:gd name="connsiteY2" fmla="*/ 765777 h 765777"/>
                <a:gd name="connsiteX3" fmla="*/ 0 w 2382509"/>
                <a:gd name="connsiteY3" fmla="*/ 761967 h 765777"/>
                <a:gd name="connsiteX4" fmla="*/ 319888 w 2382509"/>
                <a:gd name="connsiteY4" fmla="*/ 3136 h 765777"/>
                <a:gd name="connsiteX0" fmla="*/ 319888 w 2382509"/>
                <a:gd name="connsiteY0" fmla="*/ 0 h 762641"/>
                <a:gd name="connsiteX1" fmla="*/ 2382509 w 2382509"/>
                <a:gd name="connsiteY1" fmla="*/ 6523 h 762641"/>
                <a:gd name="connsiteX2" fmla="*/ 2379681 w 2382509"/>
                <a:gd name="connsiteY2" fmla="*/ 762641 h 762641"/>
                <a:gd name="connsiteX3" fmla="*/ 0 w 2382509"/>
                <a:gd name="connsiteY3" fmla="*/ 758831 h 762641"/>
                <a:gd name="connsiteX4" fmla="*/ 319888 w 2382509"/>
                <a:gd name="connsiteY4" fmla="*/ 0 h 762641"/>
                <a:gd name="connsiteX0" fmla="*/ 315100 w 2382509"/>
                <a:gd name="connsiteY0" fmla="*/ 0 h 757852"/>
                <a:gd name="connsiteX1" fmla="*/ 2382509 w 2382509"/>
                <a:gd name="connsiteY1" fmla="*/ 1734 h 757852"/>
                <a:gd name="connsiteX2" fmla="*/ 2379681 w 2382509"/>
                <a:gd name="connsiteY2" fmla="*/ 757852 h 757852"/>
                <a:gd name="connsiteX3" fmla="*/ 0 w 2382509"/>
                <a:gd name="connsiteY3" fmla="*/ 754042 h 757852"/>
                <a:gd name="connsiteX4" fmla="*/ 315100 w 2382509"/>
                <a:gd name="connsiteY4" fmla="*/ 0 h 757852"/>
                <a:gd name="connsiteX0" fmla="*/ 315100 w 2382509"/>
                <a:gd name="connsiteY0" fmla="*/ 0 h 757852"/>
                <a:gd name="connsiteX1" fmla="*/ 2382509 w 2382509"/>
                <a:gd name="connsiteY1" fmla="*/ 1734 h 757852"/>
                <a:gd name="connsiteX2" fmla="*/ 2379681 w 2382509"/>
                <a:gd name="connsiteY2" fmla="*/ 757852 h 757852"/>
                <a:gd name="connsiteX3" fmla="*/ 0 w 2382509"/>
                <a:gd name="connsiteY3" fmla="*/ 754042 h 757852"/>
                <a:gd name="connsiteX4" fmla="*/ 315100 w 2382509"/>
                <a:gd name="connsiteY4" fmla="*/ 0 h 757852"/>
                <a:gd name="connsiteX0" fmla="*/ 315100 w 2382509"/>
                <a:gd name="connsiteY0" fmla="*/ 0 h 758830"/>
                <a:gd name="connsiteX1" fmla="*/ 2382509 w 2382509"/>
                <a:gd name="connsiteY1" fmla="*/ 1734 h 758830"/>
                <a:gd name="connsiteX2" fmla="*/ 2379681 w 2382509"/>
                <a:gd name="connsiteY2" fmla="*/ 757852 h 758830"/>
                <a:gd name="connsiteX3" fmla="*/ 0 w 2382509"/>
                <a:gd name="connsiteY3" fmla="*/ 758830 h 758830"/>
                <a:gd name="connsiteX4" fmla="*/ 315100 w 2382509"/>
                <a:gd name="connsiteY4" fmla="*/ 0 h 758830"/>
                <a:gd name="connsiteX0" fmla="*/ 315100 w 2382509"/>
                <a:gd name="connsiteY0" fmla="*/ 0 h 758830"/>
                <a:gd name="connsiteX1" fmla="*/ 2382509 w 2382509"/>
                <a:gd name="connsiteY1" fmla="*/ 1734 h 758830"/>
                <a:gd name="connsiteX2" fmla="*/ 2379681 w 2382509"/>
                <a:gd name="connsiteY2" fmla="*/ 757852 h 758830"/>
                <a:gd name="connsiteX3" fmla="*/ 0 w 2382509"/>
                <a:gd name="connsiteY3" fmla="*/ 758830 h 758830"/>
                <a:gd name="connsiteX4" fmla="*/ 315100 w 2382509"/>
                <a:gd name="connsiteY4" fmla="*/ 0 h 758830"/>
                <a:gd name="connsiteX0" fmla="*/ 315100 w 2382509"/>
                <a:gd name="connsiteY0" fmla="*/ 0 h 758830"/>
                <a:gd name="connsiteX1" fmla="*/ 2382509 w 2382509"/>
                <a:gd name="connsiteY1" fmla="*/ 1734 h 758830"/>
                <a:gd name="connsiteX2" fmla="*/ 2379681 w 2382509"/>
                <a:gd name="connsiteY2" fmla="*/ 757852 h 758830"/>
                <a:gd name="connsiteX3" fmla="*/ 0 w 2382509"/>
                <a:gd name="connsiteY3" fmla="*/ 758830 h 758830"/>
                <a:gd name="connsiteX4" fmla="*/ 315100 w 2382509"/>
                <a:gd name="connsiteY4" fmla="*/ 0 h 75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2509" h="758830">
                  <a:moveTo>
                    <a:pt x="315100" y="0"/>
                  </a:moveTo>
                  <a:lnTo>
                    <a:pt x="2382509" y="1734"/>
                  </a:lnTo>
                  <a:cubicBezTo>
                    <a:pt x="2382135" y="386843"/>
                    <a:pt x="2380457" y="497173"/>
                    <a:pt x="2379681" y="757852"/>
                  </a:cubicBezTo>
                  <a:lnTo>
                    <a:pt x="0" y="758830"/>
                  </a:lnTo>
                  <a:cubicBezTo>
                    <a:pt x="60055" y="573393"/>
                    <a:pt x="104709" y="362613"/>
                    <a:pt x="315100" y="0"/>
                  </a:cubicBezTo>
                  <a:close/>
                </a:path>
              </a:pathLst>
            </a:custGeom>
            <a:solidFill>
              <a:schemeClr val="bg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4" name="Rectangle 3">
            <a:hlinkClick r:id="rId3"/>
            <a:extLst>
              <a:ext uri="{FF2B5EF4-FFF2-40B4-BE49-F238E27FC236}">
                <a16:creationId xmlns:a16="http://schemas.microsoft.com/office/drawing/2014/main" id="{0F900771-CE9A-5CF1-197A-91944B78C868}"/>
              </a:ext>
            </a:extLst>
          </p:cNvPr>
          <p:cNvSpPr/>
          <p:nvPr/>
        </p:nvSpPr>
        <p:spPr>
          <a:xfrm>
            <a:off x="0" y="0"/>
            <a:ext cx="12192000" cy="68541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04D23819-157A-C10F-89AB-0E33879E9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0365" y="44233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99546"/>
      </p:ext>
    </p:extLst>
  </p:cSld>
  <p:clrMapOvr>
    <a:masterClrMapping/>
  </p:clrMapOvr>
</p:sld>
</file>

<file path=ppt/theme/theme1.xml><?xml version="1.0" encoding="utf-8"?>
<a:theme xmlns:a="http://schemas.openxmlformats.org/drawingml/2006/main" name="Green background">
  <a:themeElements>
    <a:clrScheme name="Nordic color theme">
      <a:dk1>
        <a:srgbClr val="595959"/>
      </a:dk1>
      <a:lt1>
        <a:srgbClr val="FFFFFF"/>
      </a:lt1>
      <a:dk2>
        <a:srgbClr val="78BE20"/>
      </a:dk2>
      <a:lt2>
        <a:srgbClr val="315470"/>
      </a:lt2>
      <a:accent1>
        <a:srgbClr val="EA7600"/>
      </a:accent1>
      <a:accent2>
        <a:srgbClr val="00AEC7"/>
      </a:accent2>
      <a:accent3>
        <a:srgbClr val="999999"/>
      </a:accent3>
      <a:accent4>
        <a:srgbClr val="E5E5E5"/>
      </a:accent4>
      <a:accent5>
        <a:srgbClr val="E1CD00"/>
      </a:accent5>
      <a:accent6>
        <a:srgbClr val="658D2F"/>
      </a:accent6>
      <a:hlink>
        <a:srgbClr val="78BE20"/>
      </a:hlink>
      <a:folHlink>
        <a:srgbClr val="2E546F"/>
      </a:folHlink>
    </a:clrScheme>
    <a:fontScheme name="Nordic font theme">
      <a:majorFont>
        <a:latin typeface="Overpass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Template 2022 Design-Wide Screen" id="{3F82FA4F-3298-4EA7-AED0-C730B04687FE}" vid="{707DE7BA-1751-4B6E-8F08-B9C02DD407FB}"/>
    </a:ext>
  </a:extLst>
</a:theme>
</file>

<file path=ppt/theme/theme2.xml><?xml version="1.0" encoding="utf-8"?>
<a:theme xmlns:a="http://schemas.openxmlformats.org/drawingml/2006/main" name="Color background">
  <a:themeElements>
    <a:clrScheme name="Nordic color theme">
      <a:dk1>
        <a:srgbClr val="595959"/>
      </a:dk1>
      <a:lt1>
        <a:srgbClr val="FFFFFF"/>
      </a:lt1>
      <a:dk2>
        <a:srgbClr val="78BE20"/>
      </a:dk2>
      <a:lt2>
        <a:srgbClr val="315470"/>
      </a:lt2>
      <a:accent1>
        <a:srgbClr val="EA7600"/>
      </a:accent1>
      <a:accent2>
        <a:srgbClr val="00AEC7"/>
      </a:accent2>
      <a:accent3>
        <a:srgbClr val="999999"/>
      </a:accent3>
      <a:accent4>
        <a:srgbClr val="E5E5E5"/>
      </a:accent4>
      <a:accent5>
        <a:srgbClr val="E1CD00"/>
      </a:accent5>
      <a:accent6>
        <a:srgbClr val="658D2F"/>
      </a:accent6>
      <a:hlink>
        <a:srgbClr val="78BE20"/>
      </a:hlink>
      <a:folHlink>
        <a:srgbClr val="2E546F"/>
      </a:folHlink>
    </a:clrScheme>
    <a:fontScheme name="Nordic font theme">
      <a:majorFont>
        <a:latin typeface="Overpass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Template 2022 Design-Wide Screen" id="{3F82FA4F-3298-4EA7-AED0-C730B04687FE}" vid="{174D08E9-9FB7-4FDD-B6C0-D8C191B54687}"/>
    </a:ext>
  </a:extLst>
</a:theme>
</file>

<file path=ppt/theme/theme3.xml><?xml version="1.0" encoding="utf-8"?>
<a:theme xmlns:a="http://schemas.openxmlformats.org/drawingml/2006/main" name="White Geometric">
  <a:themeElements>
    <a:clrScheme name="Nordic color theme">
      <a:dk1>
        <a:srgbClr val="595959"/>
      </a:dk1>
      <a:lt1>
        <a:srgbClr val="FFFFFF"/>
      </a:lt1>
      <a:dk2>
        <a:srgbClr val="78BE20"/>
      </a:dk2>
      <a:lt2>
        <a:srgbClr val="315470"/>
      </a:lt2>
      <a:accent1>
        <a:srgbClr val="EA7600"/>
      </a:accent1>
      <a:accent2>
        <a:srgbClr val="00AEC7"/>
      </a:accent2>
      <a:accent3>
        <a:srgbClr val="999999"/>
      </a:accent3>
      <a:accent4>
        <a:srgbClr val="E5E5E5"/>
      </a:accent4>
      <a:accent5>
        <a:srgbClr val="E1CD00"/>
      </a:accent5>
      <a:accent6>
        <a:srgbClr val="658D2F"/>
      </a:accent6>
      <a:hlink>
        <a:srgbClr val="78BE20"/>
      </a:hlink>
      <a:folHlink>
        <a:srgbClr val="2E546F"/>
      </a:folHlink>
    </a:clrScheme>
    <a:fontScheme name="Nordic font theme">
      <a:majorFont>
        <a:latin typeface="Overpass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Template 2022 Design-Wide Screen" id="{3F82FA4F-3298-4EA7-AED0-C730B04687FE}" vid="{223DF5BD-B9B1-4B73-B622-B3C6DCC856AB}"/>
    </a:ext>
  </a:extLst>
</a:theme>
</file>

<file path=ppt/theme/theme4.xml><?xml version="1.0" encoding="utf-8"?>
<a:theme xmlns:a="http://schemas.openxmlformats.org/drawingml/2006/main" name="White Circles">
  <a:themeElements>
    <a:clrScheme name="Nordic color theme">
      <a:dk1>
        <a:srgbClr val="595959"/>
      </a:dk1>
      <a:lt1>
        <a:srgbClr val="FFFFFF"/>
      </a:lt1>
      <a:dk2>
        <a:srgbClr val="78BE20"/>
      </a:dk2>
      <a:lt2>
        <a:srgbClr val="315470"/>
      </a:lt2>
      <a:accent1>
        <a:srgbClr val="EA7600"/>
      </a:accent1>
      <a:accent2>
        <a:srgbClr val="00AEC7"/>
      </a:accent2>
      <a:accent3>
        <a:srgbClr val="999999"/>
      </a:accent3>
      <a:accent4>
        <a:srgbClr val="E5E5E5"/>
      </a:accent4>
      <a:accent5>
        <a:srgbClr val="E1CD00"/>
      </a:accent5>
      <a:accent6>
        <a:srgbClr val="658D2F"/>
      </a:accent6>
      <a:hlink>
        <a:srgbClr val="78BE20"/>
      </a:hlink>
      <a:folHlink>
        <a:srgbClr val="2E546F"/>
      </a:folHlink>
    </a:clrScheme>
    <a:fontScheme name="Nordic font theme">
      <a:majorFont>
        <a:latin typeface="Overpass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Template 2022 Design-Wide Screen" id="{3F82FA4F-3298-4EA7-AED0-C730B04687FE}" vid="{EC6AFF55-4B61-4EE5-B6C2-B5721708B70F}"/>
    </a:ext>
  </a:extLst>
</a:theme>
</file>

<file path=ppt/theme/theme5.xml><?xml version="1.0" encoding="utf-8"?>
<a:theme xmlns:a="http://schemas.openxmlformats.org/drawingml/2006/main" name="White Slides">
  <a:themeElements>
    <a:clrScheme name="Nordic color theme">
      <a:dk1>
        <a:srgbClr val="595959"/>
      </a:dk1>
      <a:lt1>
        <a:srgbClr val="FFFFFF"/>
      </a:lt1>
      <a:dk2>
        <a:srgbClr val="78BE20"/>
      </a:dk2>
      <a:lt2>
        <a:srgbClr val="315470"/>
      </a:lt2>
      <a:accent1>
        <a:srgbClr val="EA7600"/>
      </a:accent1>
      <a:accent2>
        <a:srgbClr val="00AEC7"/>
      </a:accent2>
      <a:accent3>
        <a:srgbClr val="999999"/>
      </a:accent3>
      <a:accent4>
        <a:srgbClr val="E5E5E5"/>
      </a:accent4>
      <a:accent5>
        <a:srgbClr val="E1CD00"/>
      </a:accent5>
      <a:accent6>
        <a:srgbClr val="658D2F"/>
      </a:accent6>
      <a:hlink>
        <a:srgbClr val="78BE20"/>
      </a:hlink>
      <a:folHlink>
        <a:srgbClr val="2E546F"/>
      </a:folHlink>
    </a:clrScheme>
    <a:fontScheme name="Nordic font theme">
      <a:majorFont>
        <a:latin typeface="Overpass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Template 2022 Design-Wide Screen" id="{3F82FA4F-3298-4EA7-AED0-C730B04687FE}" vid="{7E4D5F1F-B314-4F04-A99B-ADAD562E9B38}"/>
    </a:ext>
  </a:extLst>
</a:theme>
</file>

<file path=ppt/theme/theme6.xml><?xml version="1.0" encoding="utf-8"?>
<a:theme xmlns:a="http://schemas.openxmlformats.org/drawingml/2006/main" name="Right Side Text - White Footer">
  <a:themeElements>
    <a:clrScheme name="Nordic Colors">
      <a:dk1>
        <a:srgbClr val="595959"/>
      </a:dk1>
      <a:lt1>
        <a:srgbClr val="FFFFFF"/>
      </a:lt1>
      <a:dk2>
        <a:srgbClr val="78BE20"/>
      </a:dk2>
      <a:lt2>
        <a:srgbClr val="315470"/>
      </a:lt2>
      <a:accent1>
        <a:srgbClr val="EA7600"/>
      </a:accent1>
      <a:accent2>
        <a:srgbClr val="00AEC7"/>
      </a:accent2>
      <a:accent3>
        <a:srgbClr val="999999"/>
      </a:accent3>
      <a:accent4>
        <a:srgbClr val="E5E5E5"/>
      </a:accent4>
      <a:accent5>
        <a:srgbClr val="E1CD00"/>
      </a:accent5>
      <a:accent6>
        <a:srgbClr val="658D2F"/>
      </a:accent6>
      <a:hlink>
        <a:srgbClr val="78BE20"/>
      </a:hlink>
      <a:folHlink>
        <a:srgbClr val="2E546F"/>
      </a:folHlink>
    </a:clrScheme>
    <a:fontScheme name="Nordic">
      <a:majorFont>
        <a:latin typeface="Overpass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Template 2021 Design-Wide Screen" id="{9987E8B2-EEC2-4A3B-9C46-2164AB2D6C9D}" vid="{3C51CDCD-7787-4437-9656-C5AC7E26C19F}"/>
    </a:ext>
  </a:extLst>
</a:theme>
</file>

<file path=ppt/theme/theme7.xml><?xml version="1.0" encoding="utf-8"?>
<a:theme xmlns:a="http://schemas.openxmlformats.org/drawingml/2006/main" name="Right Side Text">
  <a:themeElements>
    <a:clrScheme name="Nordic Colors">
      <a:dk1>
        <a:srgbClr val="595959"/>
      </a:dk1>
      <a:lt1>
        <a:srgbClr val="FFFFFF"/>
      </a:lt1>
      <a:dk2>
        <a:srgbClr val="78BE20"/>
      </a:dk2>
      <a:lt2>
        <a:srgbClr val="315470"/>
      </a:lt2>
      <a:accent1>
        <a:srgbClr val="EA7600"/>
      </a:accent1>
      <a:accent2>
        <a:srgbClr val="00AEC7"/>
      </a:accent2>
      <a:accent3>
        <a:srgbClr val="999999"/>
      </a:accent3>
      <a:accent4>
        <a:srgbClr val="E5E5E5"/>
      </a:accent4>
      <a:accent5>
        <a:srgbClr val="E1CD00"/>
      </a:accent5>
      <a:accent6>
        <a:srgbClr val="658D2F"/>
      </a:accent6>
      <a:hlink>
        <a:srgbClr val="78BE20"/>
      </a:hlink>
      <a:folHlink>
        <a:srgbClr val="2E546F"/>
      </a:folHlink>
    </a:clrScheme>
    <a:fontScheme name="Nordic">
      <a:majorFont>
        <a:latin typeface="Overpass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Template 2021 Design-Wide Screen" id="{9987E8B2-EEC2-4A3B-9C46-2164AB2D6C9D}" vid="{113D3BDD-1564-4389-AF05-A62D0B536A50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5592ea-27d3-45bb-b888-89b51b1d41e5">
      <Terms xmlns="http://schemas.microsoft.com/office/infopath/2007/PartnerControls"/>
    </lcf76f155ced4ddcb4097134ff3c332f>
    <TaxCatchAll xmlns="dce94cd1-9f23-49c8-b200-beda763b3b7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E3364CEA62B94EA6D032C126C300E9" ma:contentTypeVersion="15" ma:contentTypeDescription="Create a new document." ma:contentTypeScope="" ma:versionID="5376108e240bbe92c0118dda1b4b3932">
  <xsd:schema xmlns:xsd="http://www.w3.org/2001/XMLSchema" xmlns:xs="http://www.w3.org/2001/XMLSchema" xmlns:p="http://schemas.microsoft.com/office/2006/metadata/properties" xmlns:ns1="http://schemas.microsoft.com/sharepoint/v3" xmlns:ns2="7a5592ea-27d3-45bb-b888-89b51b1d41e5" xmlns:ns3="dce94cd1-9f23-49c8-b200-beda763b3b75" targetNamespace="http://schemas.microsoft.com/office/2006/metadata/properties" ma:root="true" ma:fieldsID="db739f611e038bd9ff28c3ef46517b34" ns1:_="" ns2:_="" ns3:_="">
    <xsd:import namespace="http://schemas.microsoft.com/sharepoint/v3"/>
    <xsd:import namespace="7a5592ea-27d3-45bb-b888-89b51b1d41e5"/>
    <xsd:import namespace="dce94cd1-9f23-49c8-b200-beda763b3b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5592ea-27d3-45bb-b888-89b51b1d41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1a2f609-f422-453d-aa7c-12dff0958f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e94cd1-9f23-49c8-b200-beda763b3b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cadd9b-368a-44b5-9c38-398205d86b4f}" ma:internalName="TaxCatchAll" ma:showField="CatchAllData" ma:web="dce94cd1-9f23-49c8-b200-beda763b3b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F824CC-97D5-4F53-B24B-D2A90CA744EF}">
  <ds:schemaRefs>
    <ds:schemaRef ds:uri="http://schemas.openxmlformats.org/package/2006/metadata/core-properties"/>
    <ds:schemaRef ds:uri="dce94cd1-9f23-49c8-b200-beda763b3b75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7a5592ea-27d3-45bb-b888-89b51b1d41e5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B13AB6A-A753-40BD-9121-A751294E50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a5592ea-27d3-45bb-b888-89b51b1d41e5"/>
    <ds:schemaRef ds:uri="dce94cd1-9f23-49c8-b200-beda763b3b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320AE8-D7DD-4FBD-9249-1311CE5B7D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 Template 2022 Design-Wide Screen</Template>
  <TotalTime>337</TotalTime>
  <Words>368</Words>
  <Application>Microsoft Office PowerPoint</Application>
  <PresentationFormat>Widescreen</PresentationFormat>
  <Paragraphs>82</Paragraphs>
  <Slides>16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Source Sans Pro</vt:lpstr>
      <vt:lpstr>Times New Roman</vt:lpstr>
      <vt:lpstr>Calibri</vt:lpstr>
      <vt:lpstr>Arial</vt:lpstr>
      <vt:lpstr>Overpass</vt:lpstr>
      <vt:lpstr>Wingdings</vt:lpstr>
      <vt:lpstr>Green background</vt:lpstr>
      <vt:lpstr>Color background</vt:lpstr>
      <vt:lpstr>White Geometric</vt:lpstr>
      <vt:lpstr>White Circles</vt:lpstr>
      <vt:lpstr>White Slides</vt:lpstr>
      <vt:lpstr>Right Side Text - White Footer</vt:lpstr>
      <vt:lpstr>Right Side 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Eric Lockstein</dc:creator>
  <cp:keywords/>
  <dc:description/>
  <cp:lastModifiedBy>Andrea Kundert</cp:lastModifiedBy>
  <cp:revision>41</cp:revision>
  <dcterms:created xsi:type="dcterms:W3CDTF">2022-05-23T22:51:48Z</dcterms:created>
  <dcterms:modified xsi:type="dcterms:W3CDTF">2025-01-24T15:56:55Z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6387796b9bf444cbb5c7633ba378171">
    <vt:lpwstr/>
  </property>
  <property fmtid="{D5CDD505-2E9C-101B-9397-08002B2CF9AE}" pid="3" name="Business Line">
    <vt:lpwstr/>
  </property>
  <property fmtid="{D5CDD505-2E9C-101B-9397-08002B2CF9AE}" pid="4" name="SharedWithUsers">
    <vt:lpwstr>98;#Meghan Murray;#12480;#Michael O'Toole</vt:lpwstr>
  </property>
  <property fmtid="{D5CDD505-2E9C-101B-9397-08002B2CF9AE}" pid="5" name="ContentTypeId">
    <vt:lpwstr>0x010100E9E3364CEA62B94EA6D032C126C300E9</vt:lpwstr>
  </property>
  <property fmtid="{D5CDD505-2E9C-101B-9397-08002B2CF9AE}" pid="6" name="_dlc_DocIdItemGuid">
    <vt:lpwstr>428bb777-9172-42d5-8969-31f1ede1560b</vt:lpwstr>
  </property>
  <property fmtid="{D5CDD505-2E9C-101B-9397-08002B2CF9AE}" pid="7" name="ncEpicApplication">
    <vt:lpwstr/>
  </property>
  <property fmtid="{D5CDD505-2E9C-101B-9397-08002B2CF9AE}" pid="8" name="MediaServiceImageTags">
    <vt:lpwstr/>
  </property>
  <property fmtid="{D5CDD505-2E9C-101B-9397-08002B2CF9AE}" pid="9" name="Order">
    <vt:lpwstr>12800.0000000000</vt:lpwstr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  <property fmtid="{D5CDD505-2E9C-101B-9397-08002B2CF9AE}" pid="15" name="xd_Signature">
    <vt:lpwstr/>
  </property>
</Properties>
</file>